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5" r:id="rId29"/>
    <p:sldId id="282" r:id="rId30"/>
    <p:sldId id="283" r:id="rId31"/>
    <p:sldId id="284" r:id="rId32"/>
  </p:sldIdLst>
  <p:sldSz cx="9144000" cy="5143500" type="screen16x9"/>
  <p:notesSz cx="6858000" cy="9144000"/>
  <p:embeddedFontLst>
    <p:embeddedFont>
      <p:font typeface="Roboto" panose="02000000000000000000" pitchFamily="2" charset="0"/>
      <p:regular r:id="rId34"/>
      <p:bold r:id="rId35"/>
      <p:italic r:id="rId36"/>
      <p:boldItalic r:id="rId37"/>
    </p:embeddedFont>
    <p:embeddedFont>
      <p:font typeface="Roboto Slab" pitchFamily="2"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BAE75C-950A-46A5-BDD7-FE5799D518EA}" v="51" dt="2026-01-22T12:10:51.3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534" autoAdjust="0"/>
  </p:normalViewPr>
  <p:slideViewPr>
    <p:cSldViewPr snapToGrid="0">
      <p:cViewPr varScale="1">
        <p:scale>
          <a:sx n="137" d="100"/>
          <a:sy n="137" d="100"/>
        </p:scale>
        <p:origin x="248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gi Stavrou" userId="dd16d0fc-f2bc-4903-959a-5212f7e12581" providerId="ADAL" clId="{1E03F269-CBA5-46B5-A393-57B181650B55}"/>
    <pc:docChg chg="undo custSel addSld modSld">
      <pc:chgData name="Avgi Stavrou" userId="dd16d0fc-f2bc-4903-959a-5212f7e12581" providerId="ADAL" clId="{1E03F269-CBA5-46B5-A393-57B181650B55}" dt="2026-01-25T18:17:02.252" v="546" actId="14100"/>
      <pc:docMkLst>
        <pc:docMk/>
      </pc:docMkLst>
      <pc:sldChg chg="modSp mod">
        <pc:chgData name="Avgi Stavrou" userId="dd16d0fc-f2bc-4903-959a-5212f7e12581" providerId="ADAL" clId="{1E03F269-CBA5-46B5-A393-57B181650B55}" dt="2026-01-22T09:35:58.714" v="0" actId="1076"/>
        <pc:sldMkLst>
          <pc:docMk/>
          <pc:sldMk cId="0" sldId="256"/>
        </pc:sldMkLst>
        <pc:spChg chg="mod">
          <ac:chgData name="Avgi Stavrou" userId="dd16d0fc-f2bc-4903-959a-5212f7e12581" providerId="ADAL" clId="{1E03F269-CBA5-46B5-A393-57B181650B55}" dt="2026-01-22T09:35:58.714" v="0" actId="1076"/>
          <ac:spMkLst>
            <pc:docMk/>
            <pc:sldMk cId="0" sldId="256"/>
            <ac:spMk id="120" creationId="{00000000-0000-0000-0000-000000000000}"/>
          </ac:spMkLst>
        </pc:spChg>
      </pc:sldChg>
      <pc:sldChg chg="addSp modSp mod">
        <pc:chgData name="Avgi Stavrou" userId="dd16d0fc-f2bc-4903-959a-5212f7e12581" providerId="ADAL" clId="{1E03F269-CBA5-46B5-A393-57B181650B55}" dt="2026-01-22T09:37:28.931" v="22" actId="1076"/>
        <pc:sldMkLst>
          <pc:docMk/>
          <pc:sldMk cId="0" sldId="257"/>
        </pc:sldMkLst>
        <pc:spChg chg="mod">
          <ac:chgData name="Avgi Stavrou" userId="dd16d0fc-f2bc-4903-959a-5212f7e12581" providerId="ADAL" clId="{1E03F269-CBA5-46B5-A393-57B181650B55}" dt="2026-01-22T09:36:12.087" v="2" actId="1076"/>
          <ac:spMkLst>
            <pc:docMk/>
            <pc:sldMk cId="0" sldId="257"/>
            <ac:spMk id="127" creationId="{00000000-0000-0000-0000-000000000000}"/>
          </ac:spMkLst>
        </pc:spChg>
        <pc:spChg chg="mod">
          <ac:chgData name="Avgi Stavrou" userId="dd16d0fc-f2bc-4903-959a-5212f7e12581" providerId="ADAL" clId="{1E03F269-CBA5-46B5-A393-57B181650B55}" dt="2026-01-22T09:36:36.420" v="8" actId="404"/>
          <ac:spMkLst>
            <pc:docMk/>
            <pc:sldMk cId="0" sldId="257"/>
            <ac:spMk id="128" creationId="{00000000-0000-0000-0000-000000000000}"/>
          </ac:spMkLst>
        </pc:spChg>
        <pc:spChg chg="mod">
          <ac:chgData name="Avgi Stavrou" userId="dd16d0fc-f2bc-4903-959a-5212f7e12581" providerId="ADAL" clId="{1E03F269-CBA5-46B5-A393-57B181650B55}" dt="2026-01-22T09:36:53.584" v="14" actId="403"/>
          <ac:spMkLst>
            <pc:docMk/>
            <pc:sldMk cId="0" sldId="257"/>
            <ac:spMk id="129" creationId="{00000000-0000-0000-0000-000000000000}"/>
          </ac:spMkLst>
        </pc:spChg>
        <pc:spChg chg="mod">
          <ac:chgData name="Avgi Stavrou" userId="dd16d0fc-f2bc-4903-959a-5212f7e12581" providerId="ADAL" clId="{1E03F269-CBA5-46B5-A393-57B181650B55}" dt="2026-01-22T09:36:53.584" v="14" actId="403"/>
          <ac:spMkLst>
            <pc:docMk/>
            <pc:sldMk cId="0" sldId="257"/>
            <ac:spMk id="130" creationId="{00000000-0000-0000-0000-000000000000}"/>
          </ac:spMkLst>
        </pc:spChg>
        <pc:spChg chg="mod">
          <ac:chgData name="Avgi Stavrou" userId="dd16d0fc-f2bc-4903-959a-5212f7e12581" providerId="ADAL" clId="{1E03F269-CBA5-46B5-A393-57B181650B55}" dt="2026-01-22T09:36:53.584" v="14" actId="403"/>
          <ac:spMkLst>
            <pc:docMk/>
            <pc:sldMk cId="0" sldId="257"/>
            <ac:spMk id="131" creationId="{00000000-0000-0000-0000-000000000000}"/>
          </ac:spMkLst>
        </pc:spChg>
        <pc:spChg chg="mod">
          <ac:chgData name="Avgi Stavrou" userId="dd16d0fc-f2bc-4903-959a-5212f7e12581" providerId="ADAL" clId="{1E03F269-CBA5-46B5-A393-57B181650B55}" dt="2026-01-22T09:37:28.931" v="22" actId="1076"/>
          <ac:spMkLst>
            <pc:docMk/>
            <pc:sldMk cId="0" sldId="257"/>
            <ac:spMk id="132" creationId="{00000000-0000-0000-0000-000000000000}"/>
          </ac:spMkLst>
        </pc:spChg>
        <pc:spChg chg="mod">
          <ac:chgData name="Avgi Stavrou" userId="dd16d0fc-f2bc-4903-959a-5212f7e12581" providerId="ADAL" clId="{1E03F269-CBA5-46B5-A393-57B181650B55}" dt="2026-01-22T09:37:08.803" v="17" actId="14100"/>
          <ac:spMkLst>
            <pc:docMk/>
            <pc:sldMk cId="0" sldId="257"/>
            <ac:spMk id="133" creationId="{00000000-0000-0000-0000-000000000000}"/>
          </ac:spMkLst>
        </pc:spChg>
        <pc:spChg chg="mod">
          <ac:chgData name="Avgi Stavrou" userId="dd16d0fc-f2bc-4903-959a-5212f7e12581" providerId="ADAL" clId="{1E03F269-CBA5-46B5-A393-57B181650B55}" dt="2026-01-22T09:37:13.925" v="18" actId="14100"/>
          <ac:spMkLst>
            <pc:docMk/>
            <pc:sldMk cId="0" sldId="257"/>
            <ac:spMk id="134" creationId="{00000000-0000-0000-0000-000000000000}"/>
          </ac:spMkLst>
        </pc:spChg>
        <pc:spChg chg="mod">
          <ac:chgData name="Avgi Stavrou" userId="dd16d0fc-f2bc-4903-959a-5212f7e12581" providerId="ADAL" clId="{1E03F269-CBA5-46B5-A393-57B181650B55}" dt="2026-01-22T09:37:17.499" v="19" actId="14100"/>
          <ac:spMkLst>
            <pc:docMk/>
            <pc:sldMk cId="0" sldId="257"/>
            <ac:spMk id="135" creationId="{00000000-0000-0000-0000-000000000000}"/>
          </ac:spMkLst>
        </pc:spChg>
        <pc:grpChg chg="add mod">
          <ac:chgData name="Avgi Stavrou" userId="dd16d0fc-f2bc-4903-959a-5212f7e12581" providerId="ADAL" clId="{1E03F269-CBA5-46B5-A393-57B181650B55}" dt="2026-01-22T09:37:26.011" v="21" actId="14100"/>
          <ac:grpSpMkLst>
            <pc:docMk/>
            <pc:sldMk cId="0" sldId="257"/>
            <ac:grpSpMk id="2" creationId="{4C7A78B5-4B54-AFDD-EC1C-04127791CFFE}"/>
          </ac:grpSpMkLst>
        </pc:grpChg>
      </pc:sldChg>
      <pc:sldChg chg="delSp modSp mod">
        <pc:chgData name="Avgi Stavrou" userId="dd16d0fc-f2bc-4903-959a-5212f7e12581" providerId="ADAL" clId="{1E03F269-CBA5-46B5-A393-57B181650B55}" dt="2026-01-22T09:38:23.331" v="31" actId="1076"/>
        <pc:sldMkLst>
          <pc:docMk/>
          <pc:sldMk cId="0" sldId="258"/>
        </pc:sldMkLst>
        <pc:spChg chg="mod">
          <ac:chgData name="Avgi Stavrou" userId="dd16d0fc-f2bc-4903-959a-5212f7e12581" providerId="ADAL" clId="{1E03F269-CBA5-46B5-A393-57B181650B55}" dt="2026-01-22T09:38:08.969" v="28" actId="14100"/>
          <ac:spMkLst>
            <pc:docMk/>
            <pc:sldMk cId="0" sldId="258"/>
            <ac:spMk id="142" creationId="{00000000-0000-0000-0000-000000000000}"/>
          </ac:spMkLst>
        </pc:spChg>
        <pc:spChg chg="mod">
          <ac:chgData name="Avgi Stavrou" userId="dd16d0fc-f2bc-4903-959a-5212f7e12581" providerId="ADAL" clId="{1E03F269-CBA5-46B5-A393-57B181650B55}" dt="2026-01-22T09:38:23.331" v="31" actId="1076"/>
          <ac:spMkLst>
            <pc:docMk/>
            <pc:sldMk cId="0" sldId="258"/>
            <ac:spMk id="143" creationId="{00000000-0000-0000-0000-000000000000}"/>
          </ac:spMkLst>
        </pc:spChg>
        <pc:spChg chg="mod">
          <ac:chgData name="Avgi Stavrou" userId="dd16d0fc-f2bc-4903-959a-5212f7e12581" providerId="ADAL" clId="{1E03F269-CBA5-46B5-A393-57B181650B55}" dt="2026-01-22T09:37:40.495" v="24" actId="403"/>
          <ac:spMkLst>
            <pc:docMk/>
            <pc:sldMk cId="0" sldId="258"/>
            <ac:spMk id="144" creationId="{00000000-0000-0000-0000-000000000000}"/>
          </ac:spMkLst>
        </pc:spChg>
        <pc:spChg chg="mod">
          <ac:chgData name="Avgi Stavrou" userId="dd16d0fc-f2bc-4903-959a-5212f7e12581" providerId="ADAL" clId="{1E03F269-CBA5-46B5-A393-57B181650B55}" dt="2026-01-22T09:38:08.969" v="28" actId="14100"/>
          <ac:spMkLst>
            <pc:docMk/>
            <pc:sldMk cId="0" sldId="258"/>
            <ac:spMk id="145" creationId="{00000000-0000-0000-0000-000000000000}"/>
          </ac:spMkLst>
        </pc:spChg>
        <pc:spChg chg="mod">
          <ac:chgData name="Avgi Stavrou" userId="dd16d0fc-f2bc-4903-959a-5212f7e12581" providerId="ADAL" clId="{1E03F269-CBA5-46B5-A393-57B181650B55}" dt="2026-01-22T09:38:23.331" v="31" actId="1076"/>
          <ac:spMkLst>
            <pc:docMk/>
            <pc:sldMk cId="0" sldId="258"/>
            <ac:spMk id="146" creationId="{00000000-0000-0000-0000-000000000000}"/>
          </ac:spMkLst>
        </pc:spChg>
        <pc:spChg chg="mod">
          <ac:chgData name="Avgi Stavrou" userId="dd16d0fc-f2bc-4903-959a-5212f7e12581" providerId="ADAL" clId="{1E03F269-CBA5-46B5-A393-57B181650B55}" dt="2026-01-22T09:37:40.495" v="24" actId="403"/>
          <ac:spMkLst>
            <pc:docMk/>
            <pc:sldMk cId="0" sldId="258"/>
            <ac:spMk id="147" creationId="{00000000-0000-0000-0000-000000000000}"/>
          </ac:spMkLst>
        </pc:spChg>
        <pc:spChg chg="mod">
          <ac:chgData name="Avgi Stavrou" userId="dd16d0fc-f2bc-4903-959a-5212f7e12581" providerId="ADAL" clId="{1E03F269-CBA5-46B5-A393-57B181650B55}" dt="2026-01-22T09:38:08.969" v="28" actId="14100"/>
          <ac:spMkLst>
            <pc:docMk/>
            <pc:sldMk cId="0" sldId="258"/>
            <ac:spMk id="149" creationId="{00000000-0000-0000-0000-000000000000}"/>
          </ac:spMkLst>
        </pc:spChg>
        <pc:spChg chg="mod">
          <ac:chgData name="Avgi Stavrou" userId="dd16d0fc-f2bc-4903-959a-5212f7e12581" providerId="ADAL" clId="{1E03F269-CBA5-46B5-A393-57B181650B55}" dt="2026-01-22T09:38:23.331" v="31" actId="1076"/>
          <ac:spMkLst>
            <pc:docMk/>
            <pc:sldMk cId="0" sldId="258"/>
            <ac:spMk id="150" creationId="{00000000-0000-0000-0000-000000000000}"/>
          </ac:spMkLst>
        </pc:spChg>
        <pc:spChg chg="mod">
          <ac:chgData name="Avgi Stavrou" userId="dd16d0fc-f2bc-4903-959a-5212f7e12581" providerId="ADAL" clId="{1E03F269-CBA5-46B5-A393-57B181650B55}" dt="2026-01-22T09:37:40.495" v="24" actId="403"/>
          <ac:spMkLst>
            <pc:docMk/>
            <pc:sldMk cId="0" sldId="258"/>
            <ac:spMk id="151" creationId="{00000000-0000-0000-0000-000000000000}"/>
          </ac:spMkLst>
        </pc:spChg>
      </pc:sldChg>
      <pc:sldChg chg="modSp mod">
        <pc:chgData name="Avgi Stavrou" userId="dd16d0fc-f2bc-4903-959a-5212f7e12581" providerId="ADAL" clId="{1E03F269-CBA5-46B5-A393-57B181650B55}" dt="2026-01-22T09:42:37.524" v="66" actId="255"/>
        <pc:sldMkLst>
          <pc:docMk/>
          <pc:sldMk cId="0" sldId="259"/>
        </pc:sldMkLst>
        <pc:spChg chg="mod">
          <ac:chgData name="Avgi Stavrou" userId="dd16d0fc-f2bc-4903-959a-5212f7e12581" providerId="ADAL" clId="{1E03F269-CBA5-46B5-A393-57B181650B55}" dt="2026-01-22T09:41:18.035" v="61" actId="404"/>
          <ac:spMkLst>
            <pc:docMk/>
            <pc:sldMk cId="0" sldId="259"/>
            <ac:spMk id="158" creationId="{00000000-0000-0000-0000-000000000000}"/>
          </ac:spMkLst>
        </pc:spChg>
        <pc:spChg chg="mod">
          <ac:chgData name="Avgi Stavrou" userId="dd16d0fc-f2bc-4903-959a-5212f7e12581" providerId="ADAL" clId="{1E03F269-CBA5-46B5-A393-57B181650B55}" dt="2026-01-22T09:41:29.684" v="64" actId="404"/>
          <ac:spMkLst>
            <pc:docMk/>
            <pc:sldMk cId="0" sldId="259"/>
            <ac:spMk id="159" creationId="{00000000-0000-0000-0000-000000000000}"/>
          </ac:spMkLst>
        </pc:spChg>
        <pc:spChg chg="mod">
          <ac:chgData name="Avgi Stavrou" userId="dd16d0fc-f2bc-4903-959a-5212f7e12581" providerId="ADAL" clId="{1E03F269-CBA5-46B5-A393-57B181650B55}" dt="2026-01-22T09:42:37.524" v="66" actId="255"/>
          <ac:spMkLst>
            <pc:docMk/>
            <pc:sldMk cId="0" sldId="259"/>
            <ac:spMk id="161" creationId="{00000000-0000-0000-0000-000000000000}"/>
          </ac:spMkLst>
        </pc:spChg>
      </pc:sldChg>
      <pc:sldChg chg="modSp mod">
        <pc:chgData name="Avgi Stavrou" userId="dd16d0fc-f2bc-4903-959a-5212f7e12581" providerId="ADAL" clId="{1E03F269-CBA5-46B5-A393-57B181650B55}" dt="2026-01-22T09:44:24.795" v="87" actId="403"/>
        <pc:sldMkLst>
          <pc:docMk/>
          <pc:sldMk cId="0" sldId="260"/>
        </pc:sldMkLst>
        <pc:spChg chg="mod">
          <ac:chgData name="Avgi Stavrou" userId="dd16d0fc-f2bc-4903-959a-5212f7e12581" providerId="ADAL" clId="{1E03F269-CBA5-46B5-A393-57B181650B55}" dt="2026-01-22T09:42:47.074" v="67" actId="1076"/>
          <ac:spMkLst>
            <pc:docMk/>
            <pc:sldMk cId="0" sldId="260"/>
            <ac:spMk id="167" creationId="{00000000-0000-0000-0000-000000000000}"/>
          </ac:spMkLst>
        </pc:spChg>
        <pc:spChg chg="mod">
          <ac:chgData name="Avgi Stavrou" userId="dd16d0fc-f2bc-4903-959a-5212f7e12581" providerId="ADAL" clId="{1E03F269-CBA5-46B5-A393-57B181650B55}" dt="2026-01-22T09:42:49.808" v="68" actId="1076"/>
          <ac:spMkLst>
            <pc:docMk/>
            <pc:sldMk cId="0" sldId="260"/>
            <ac:spMk id="168" creationId="{00000000-0000-0000-0000-000000000000}"/>
          </ac:spMkLst>
        </pc:spChg>
        <pc:spChg chg="mod">
          <ac:chgData name="Avgi Stavrou" userId="dd16d0fc-f2bc-4903-959a-5212f7e12581" providerId="ADAL" clId="{1E03F269-CBA5-46B5-A393-57B181650B55}" dt="2026-01-22T09:43:13.655" v="76" actId="403"/>
          <ac:spMkLst>
            <pc:docMk/>
            <pc:sldMk cId="0" sldId="260"/>
            <ac:spMk id="169" creationId="{00000000-0000-0000-0000-000000000000}"/>
          </ac:spMkLst>
        </pc:spChg>
        <pc:spChg chg="mod">
          <ac:chgData name="Avgi Stavrou" userId="dd16d0fc-f2bc-4903-959a-5212f7e12581" providerId="ADAL" clId="{1E03F269-CBA5-46B5-A393-57B181650B55}" dt="2026-01-22T09:44:02.893" v="82" actId="1076"/>
          <ac:spMkLst>
            <pc:docMk/>
            <pc:sldMk cId="0" sldId="260"/>
            <ac:spMk id="170" creationId="{00000000-0000-0000-0000-000000000000}"/>
          </ac:spMkLst>
        </pc:spChg>
        <pc:spChg chg="mod">
          <ac:chgData name="Avgi Stavrou" userId="dd16d0fc-f2bc-4903-959a-5212f7e12581" providerId="ADAL" clId="{1E03F269-CBA5-46B5-A393-57B181650B55}" dt="2026-01-22T09:43:47.345" v="80" actId="403"/>
          <ac:spMkLst>
            <pc:docMk/>
            <pc:sldMk cId="0" sldId="260"/>
            <ac:spMk id="171" creationId="{00000000-0000-0000-0000-000000000000}"/>
          </ac:spMkLst>
        </pc:spChg>
        <pc:spChg chg="mod">
          <ac:chgData name="Avgi Stavrou" userId="dd16d0fc-f2bc-4903-959a-5212f7e12581" providerId="ADAL" clId="{1E03F269-CBA5-46B5-A393-57B181650B55}" dt="2026-01-22T09:43:47.345" v="80" actId="403"/>
          <ac:spMkLst>
            <pc:docMk/>
            <pc:sldMk cId="0" sldId="260"/>
            <ac:spMk id="172" creationId="{00000000-0000-0000-0000-000000000000}"/>
          </ac:spMkLst>
        </pc:spChg>
        <pc:spChg chg="mod">
          <ac:chgData name="Avgi Stavrou" userId="dd16d0fc-f2bc-4903-959a-5212f7e12581" providerId="ADAL" clId="{1E03F269-CBA5-46B5-A393-57B181650B55}" dt="2026-01-22T09:43:47.345" v="80" actId="403"/>
          <ac:spMkLst>
            <pc:docMk/>
            <pc:sldMk cId="0" sldId="260"/>
            <ac:spMk id="175" creationId="{00000000-0000-0000-0000-000000000000}"/>
          </ac:spMkLst>
        </pc:spChg>
        <pc:spChg chg="mod">
          <ac:chgData name="Avgi Stavrou" userId="dd16d0fc-f2bc-4903-959a-5212f7e12581" providerId="ADAL" clId="{1E03F269-CBA5-46B5-A393-57B181650B55}" dt="2026-01-22T09:43:47.345" v="80" actId="403"/>
          <ac:spMkLst>
            <pc:docMk/>
            <pc:sldMk cId="0" sldId="260"/>
            <ac:spMk id="176" creationId="{00000000-0000-0000-0000-000000000000}"/>
          </ac:spMkLst>
        </pc:spChg>
        <pc:spChg chg="mod">
          <ac:chgData name="Avgi Stavrou" userId="dd16d0fc-f2bc-4903-959a-5212f7e12581" providerId="ADAL" clId="{1E03F269-CBA5-46B5-A393-57B181650B55}" dt="2026-01-22T09:43:47.345" v="80" actId="403"/>
          <ac:spMkLst>
            <pc:docMk/>
            <pc:sldMk cId="0" sldId="260"/>
            <ac:spMk id="179" creationId="{00000000-0000-0000-0000-000000000000}"/>
          </ac:spMkLst>
        </pc:spChg>
        <pc:spChg chg="mod">
          <ac:chgData name="Avgi Stavrou" userId="dd16d0fc-f2bc-4903-959a-5212f7e12581" providerId="ADAL" clId="{1E03F269-CBA5-46B5-A393-57B181650B55}" dt="2026-01-22T09:43:03.534" v="74" actId="403"/>
          <ac:spMkLst>
            <pc:docMk/>
            <pc:sldMk cId="0" sldId="260"/>
            <ac:spMk id="180" creationId="{00000000-0000-0000-0000-000000000000}"/>
          </ac:spMkLst>
        </pc:spChg>
        <pc:spChg chg="mod">
          <ac:chgData name="Avgi Stavrou" userId="dd16d0fc-f2bc-4903-959a-5212f7e12581" providerId="ADAL" clId="{1E03F269-CBA5-46B5-A393-57B181650B55}" dt="2026-01-22T09:43:47.345" v="80" actId="403"/>
          <ac:spMkLst>
            <pc:docMk/>
            <pc:sldMk cId="0" sldId="260"/>
            <ac:spMk id="185" creationId="{00000000-0000-0000-0000-000000000000}"/>
          </ac:spMkLst>
        </pc:spChg>
        <pc:spChg chg="mod">
          <ac:chgData name="Avgi Stavrou" userId="dd16d0fc-f2bc-4903-959a-5212f7e12581" providerId="ADAL" clId="{1E03F269-CBA5-46B5-A393-57B181650B55}" dt="2026-01-22T09:43:47.345" v="80" actId="403"/>
          <ac:spMkLst>
            <pc:docMk/>
            <pc:sldMk cId="0" sldId="260"/>
            <ac:spMk id="186" creationId="{00000000-0000-0000-0000-000000000000}"/>
          </ac:spMkLst>
        </pc:spChg>
        <pc:spChg chg="mod">
          <ac:chgData name="Avgi Stavrou" userId="dd16d0fc-f2bc-4903-959a-5212f7e12581" providerId="ADAL" clId="{1E03F269-CBA5-46B5-A393-57B181650B55}" dt="2026-01-22T09:43:47.345" v="80" actId="403"/>
          <ac:spMkLst>
            <pc:docMk/>
            <pc:sldMk cId="0" sldId="260"/>
            <ac:spMk id="189" creationId="{00000000-0000-0000-0000-000000000000}"/>
          </ac:spMkLst>
        </pc:spChg>
        <pc:spChg chg="mod">
          <ac:chgData name="Avgi Stavrou" userId="dd16d0fc-f2bc-4903-959a-5212f7e12581" providerId="ADAL" clId="{1E03F269-CBA5-46B5-A393-57B181650B55}" dt="2026-01-22T09:43:03.534" v="74" actId="403"/>
          <ac:spMkLst>
            <pc:docMk/>
            <pc:sldMk cId="0" sldId="260"/>
            <ac:spMk id="190" creationId="{00000000-0000-0000-0000-000000000000}"/>
          </ac:spMkLst>
        </pc:spChg>
        <pc:spChg chg="mod">
          <ac:chgData name="Avgi Stavrou" userId="dd16d0fc-f2bc-4903-959a-5212f7e12581" providerId="ADAL" clId="{1E03F269-CBA5-46B5-A393-57B181650B55}" dt="2026-01-22T09:43:47.345" v="80" actId="403"/>
          <ac:spMkLst>
            <pc:docMk/>
            <pc:sldMk cId="0" sldId="260"/>
            <ac:spMk id="192" creationId="{00000000-0000-0000-0000-000000000000}"/>
          </ac:spMkLst>
        </pc:spChg>
        <pc:spChg chg="mod">
          <ac:chgData name="Avgi Stavrou" userId="dd16d0fc-f2bc-4903-959a-5212f7e12581" providerId="ADAL" clId="{1E03F269-CBA5-46B5-A393-57B181650B55}" dt="2026-01-22T09:43:47.345" v="80" actId="403"/>
          <ac:spMkLst>
            <pc:docMk/>
            <pc:sldMk cId="0" sldId="260"/>
            <ac:spMk id="193" creationId="{00000000-0000-0000-0000-000000000000}"/>
          </ac:spMkLst>
        </pc:spChg>
        <pc:spChg chg="mod">
          <ac:chgData name="Avgi Stavrou" userId="dd16d0fc-f2bc-4903-959a-5212f7e12581" providerId="ADAL" clId="{1E03F269-CBA5-46B5-A393-57B181650B55}" dt="2026-01-22T09:44:18.811" v="84" actId="403"/>
          <ac:spMkLst>
            <pc:docMk/>
            <pc:sldMk cId="0" sldId="260"/>
            <ac:spMk id="195" creationId="{00000000-0000-0000-0000-000000000000}"/>
          </ac:spMkLst>
        </pc:spChg>
        <pc:spChg chg="mod">
          <ac:chgData name="Avgi Stavrou" userId="dd16d0fc-f2bc-4903-959a-5212f7e12581" providerId="ADAL" clId="{1E03F269-CBA5-46B5-A393-57B181650B55}" dt="2026-01-22T09:44:24.795" v="87" actId="403"/>
          <ac:spMkLst>
            <pc:docMk/>
            <pc:sldMk cId="0" sldId="260"/>
            <ac:spMk id="196" creationId="{00000000-0000-0000-0000-000000000000}"/>
          </ac:spMkLst>
        </pc:spChg>
      </pc:sldChg>
      <pc:sldChg chg="addSp modSp mod">
        <pc:chgData name="Avgi Stavrou" userId="dd16d0fc-f2bc-4903-959a-5212f7e12581" providerId="ADAL" clId="{1E03F269-CBA5-46B5-A393-57B181650B55}" dt="2026-01-22T09:51:45.311" v="120" actId="1076"/>
        <pc:sldMkLst>
          <pc:docMk/>
          <pc:sldMk cId="0" sldId="261"/>
        </pc:sldMkLst>
        <pc:spChg chg="mod">
          <ac:chgData name="Avgi Stavrou" userId="dd16d0fc-f2bc-4903-959a-5212f7e12581" providerId="ADAL" clId="{1E03F269-CBA5-46B5-A393-57B181650B55}" dt="2026-01-22T09:46:12.069" v="96" actId="20577"/>
          <ac:spMkLst>
            <pc:docMk/>
            <pc:sldMk cId="0" sldId="261"/>
            <ac:spMk id="211" creationId="{00000000-0000-0000-0000-000000000000}"/>
          </ac:spMkLst>
        </pc:spChg>
        <pc:spChg chg="add mod">
          <ac:chgData name="Avgi Stavrou" userId="dd16d0fc-f2bc-4903-959a-5212f7e12581" providerId="ADAL" clId="{1E03F269-CBA5-46B5-A393-57B181650B55}" dt="2026-01-22T09:51:45.311" v="120" actId="1076"/>
          <ac:spMkLst>
            <pc:docMk/>
            <pc:sldMk cId="0" sldId="261"/>
            <ac:spMk id="249" creationId="{00000000-0000-0000-0000-000000000000}"/>
          </ac:spMkLst>
        </pc:spChg>
      </pc:sldChg>
      <pc:sldChg chg="addSp modSp mod">
        <pc:chgData name="Avgi Stavrou" userId="dd16d0fc-f2bc-4903-959a-5212f7e12581" providerId="ADAL" clId="{1E03F269-CBA5-46B5-A393-57B181650B55}" dt="2026-01-22T09:52:23.651" v="124" actId="1076"/>
        <pc:sldMkLst>
          <pc:docMk/>
          <pc:sldMk cId="0" sldId="262"/>
        </pc:sldMkLst>
        <pc:spChg chg="add mod">
          <ac:chgData name="Avgi Stavrou" userId="dd16d0fc-f2bc-4903-959a-5212f7e12581" providerId="ADAL" clId="{1E03F269-CBA5-46B5-A393-57B181650B55}" dt="2026-01-22T09:52:23.651" v="124" actId="1076"/>
          <ac:spMkLst>
            <pc:docMk/>
            <pc:sldMk cId="0" sldId="262"/>
            <ac:spMk id="3" creationId="{ED2F1426-2F46-F2BC-EB5A-F19BCBB3CA75}"/>
          </ac:spMkLst>
        </pc:spChg>
        <pc:spChg chg="mod">
          <ac:chgData name="Avgi Stavrou" userId="dd16d0fc-f2bc-4903-959a-5212f7e12581" providerId="ADAL" clId="{1E03F269-CBA5-46B5-A393-57B181650B55}" dt="2026-01-22T09:52:15.958" v="122" actId="255"/>
          <ac:spMkLst>
            <pc:docMk/>
            <pc:sldMk cId="0" sldId="262"/>
            <ac:spMk id="233" creationId="{00000000-0000-0000-0000-000000000000}"/>
          </ac:spMkLst>
        </pc:spChg>
      </pc:sldChg>
      <pc:sldChg chg="delSp modSp mod">
        <pc:chgData name="Avgi Stavrou" userId="dd16d0fc-f2bc-4903-959a-5212f7e12581" providerId="ADAL" clId="{1E03F269-CBA5-46B5-A393-57B181650B55}" dt="2026-01-22T09:51:39.148" v="118" actId="21"/>
        <pc:sldMkLst>
          <pc:docMk/>
          <pc:sldMk cId="0" sldId="263"/>
        </pc:sldMkLst>
        <pc:spChg chg="mod">
          <ac:chgData name="Avgi Stavrou" userId="dd16d0fc-f2bc-4903-959a-5212f7e12581" providerId="ADAL" clId="{1E03F269-CBA5-46B5-A393-57B181650B55}" dt="2026-01-22T09:49:04.478" v="97" actId="1076"/>
          <ac:spMkLst>
            <pc:docMk/>
            <pc:sldMk cId="0" sldId="263"/>
            <ac:spMk id="240" creationId="{00000000-0000-0000-0000-000000000000}"/>
          </ac:spMkLst>
        </pc:spChg>
        <pc:spChg chg="mod">
          <ac:chgData name="Avgi Stavrou" userId="dd16d0fc-f2bc-4903-959a-5212f7e12581" providerId="ADAL" clId="{1E03F269-CBA5-46B5-A393-57B181650B55}" dt="2026-01-22T09:49:32.989" v="101" actId="403"/>
          <ac:spMkLst>
            <pc:docMk/>
            <pc:sldMk cId="0" sldId="263"/>
            <ac:spMk id="241" creationId="{00000000-0000-0000-0000-000000000000}"/>
          </ac:spMkLst>
        </pc:spChg>
        <pc:spChg chg="mod">
          <ac:chgData name="Avgi Stavrou" userId="dd16d0fc-f2bc-4903-959a-5212f7e12581" providerId="ADAL" clId="{1E03F269-CBA5-46B5-A393-57B181650B55}" dt="2026-01-22T09:49:47.633" v="104" actId="403"/>
          <ac:spMkLst>
            <pc:docMk/>
            <pc:sldMk cId="0" sldId="263"/>
            <ac:spMk id="242" creationId="{00000000-0000-0000-0000-000000000000}"/>
          </ac:spMkLst>
        </pc:spChg>
        <pc:spChg chg="mod">
          <ac:chgData name="Avgi Stavrou" userId="dd16d0fc-f2bc-4903-959a-5212f7e12581" providerId="ADAL" clId="{1E03F269-CBA5-46B5-A393-57B181650B55}" dt="2026-01-22T09:49:57.080" v="106" actId="1076"/>
          <ac:spMkLst>
            <pc:docMk/>
            <pc:sldMk cId="0" sldId="263"/>
            <ac:spMk id="243" creationId="{00000000-0000-0000-0000-000000000000}"/>
          </ac:spMkLst>
        </pc:spChg>
        <pc:spChg chg="mod">
          <ac:chgData name="Avgi Stavrou" userId="dd16d0fc-f2bc-4903-959a-5212f7e12581" providerId="ADAL" clId="{1E03F269-CBA5-46B5-A393-57B181650B55}" dt="2026-01-22T09:49:32.989" v="101" actId="403"/>
          <ac:spMkLst>
            <pc:docMk/>
            <pc:sldMk cId="0" sldId="263"/>
            <ac:spMk id="244" creationId="{00000000-0000-0000-0000-000000000000}"/>
          </ac:spMkLst>
        </pc:spChg>
        <pc:spChg chg="mod">
          <ac:chgData name="Avgi Stavrou" userId="dd16d0fc-f2bc-4903-959a-5212f7e12581" providerId="ADAL" clId="{1E03F269-CBA5-46B5-A393-57B181650B55}" dt="2026-01-22T09:50:25.911" v="111" actId="403"/>
          <ac:spMkLst>
            <pc:docMk/>
            <pc:sldMk cId="0" sldId="263"/>
            <ac:spMk id="245" creationId="{00000000-0000-0000-0000-000000000000}"/>
          </ac:spMkLst>
        </pc:spChg>
        <pc:spChg chg="mod">
          <ac:chgData name="Avgi Stavrou" userId="dd16d0fc-f2bc-4903-959a-5212f7e12581" providerId="ADAL" clId="{1E03F269-CBA5-46B5-A393-57B181650B55}" dt="2026-01-22T09:50:33.689" v="113" actId="403"/>
          <ac:spMkLst>
            <pc:docMk/>
            <pc:sldMk cId="0" sldId="263"/>
            <ac:spMk id="247" creationId="{00000000-0000-0000-0000-000000000000}"/>
          </ac:spMkLst>
        </pc:spChg>
        <pc:spChg chg="mod">
          <ac:chgData name="Avgi Stavrou" userId="dd16d0fc-f2bc-4903-959a-5212f7e12581" providerId="ADAL" clId="{1E03F269-CBA5-46B5-A393-57B181650B55}" dt="2026-01-22T09:50:47.969" v="117" actId="255"/>
          <ac:spMkLst>
            <pc:docMk/>
            <pc:sldMk cId="0" sldId="263"/>
            <ac:spMk id="248" creationId="{00000000-0000-0000-0000-000000000000}"/>
          </ac:spMkLst>
        </pc:spChg>
      </pc:sldChg>
      <pc:sldChg chg="delSp modSp mod">
        <pc:chgData name="Avgi Stavrou" userId="dd16d0fc-f2bc-4903-959a-5212f7e12581" providerId="ADAL" clId="{1E03F269-CBA5-46B5-A393-57B181650B55}" dt="2026-01-22T09:55:50.557" v="151" actId="1076"/>
        <pc:sldMkLst>
          <pc:docMk/>
          <pc:sldMk cId="0" sldId="264"/>
        </pc:sldMkLst>
        <pc:spChg chg="mod">
          <ac:chgData name="Avgi Stavrou" userId="dd16d0fc-f2bc-4903-959a-5212f7e12581" providerId="ADAL" clId="{1E03F269-CBA5-46B5-A393-57B181650B55}" dt="2026-01-22T09:53:26.699" v="127" actId="14100"/>
          <ac:spMkLst>
            <pc:docMk/>
            <pc:sldMk cId="0" sldId="264"/>
            <ac:spMk id="255" creationId="{00000000-0000-0000-0000-000000000000}"/>
          </ac:spMkLst>
        </pc:spChg>
        <pc:spChg chg="mod">
          <ac:chgData name="Avgi Stavrou" userId="dd16d0fc-f2bc-4903-959a-5212f7e12581" providerId="ADAL" clId="{1E03F269-CBA5-46B5-A393-57B181650B55}" dt="2026-01-22T09:54:00.911" v="131" actId="1076"/>
          <ac:spMkLst>
            <pc:docMk/>
            <pc:sldMk cId="0" sldId="264"/>
            <ac:spMk id="256" creationId="{00000000-0000-0000-0000-000000000000}"/>
          </ac:spMkLst>
        </pc:spChg>
        <pc:spChg chg="mod">
          <ac:chgData name="Avgi Stavrou" userId="dd16d0fc-f2bc-4903-959a-5212f7e12581" providerId="ADAL" clId="{1E03F269-CBA5-46B5-A393-57B181650B55}" dt="2026-01-22T09:54:31.909" v="138" actId="404"/>
          <ac:spMkLst>
            <pc:docMk/>
            <pc:sldMk cId="0" sldId="264"/>
            <ac:spMk id="257" creationId="{00000000-0000-0000-0000-000000000000}"/>
          </ac:spMkLst>
        </pc:spChg>
        <pc:spChg chg="mod">
          <ac:chgData name="Avgi Stavrou" userId="dd16d0fc-f2bc-4903-959a-5212f7e12581" providerId="ADAL" clId="{1E03F269-CBA5-46B5-A393-57B181650B55}" dt="2026-01-22T09:54:57.197" v="142" actId="1076"/>
          <ac:spMkLst>
            <pc:docMk/>
            <pc:sldMk cId="0" sldId="264"/>
            <ac:spMk id="258" creationId="{00000000-0000-0000-0000-000000000000}"/>
          </ac:spMkLst>
        </pc:spChg>
        <pc:spChg chg="mod">
          <ac:chgData name="Avgi Stavrou" userId="dd16d0fc-f2bc-4903-959a-5212f7e12581" providerId="ADAL" clId="{1E03F269-CBA5-46B5-A393-57B181650B55}" dt="2026-01-22T09:54:04.722" v="132" actId="1076"/>
          <ac:spMkLst>
            <pc:docMk/>
            <pc:sldMk cId="0" sldId="264"/>
            <ac:spMk id="259" creationId="{00000000-0000-0000-0000-000000000000}"/>
          </ac:spMkLst>
        </pc:spChg>
        <pc:spChg chg="mod">
          <ac:chgData name="Avgi Stavrou" userId="dd16d0fc-f2bc-4903-959a-5212f7e12581" providerId="ADAL" clId="{1E03F269-CBA5-46B5-A393-57B181650B55}" dt="2026-01-22T09:55:50.557" v="151" actId="1076"/>
          <ac:spMkLst>
            <pc:docMk/>
            <pc:sldMk cId="0" sldId="264"/>
            <ac:spMk id="260" creationId="{00000000-0000-0000-0000-000000000000}"/>
          </ac:spMkLst>
        </pc:spChg>
        <pc:spChg chg="mod">
          <ac:chgData name="Avgi Stavrou" userId="dd16d0fc-f2bc-4903-959a-5212f7e12581" providerId="ADAL" clId="{1E03F269-CBA5-46B5-A393-57B181650B55}" dt="2026-01-22T09:55:47.492" v="150" actId="1076"/>
          <ac:spMkLst>
            <pc:docMk/>
            <pc:sldMk cId="0" sldId="264"/>
            <ac:spMk id="261" creationId="{00000000-0000-0000-0000-000000000000}"/>
          </ac:spMkLst>
        </pc:spChg>
        <pc:spChg chg="mod">
          <ac:chgData name="Avgi Stavrou" userId="dd16d0fc-f2bc-4903-959a-5212f7e12581" providerId="ADAL" clId="{1E03F269-CBA5-46B5-A393-57B181650B55}" dt="2026-01-22T09:55:13.180" v="144" actId="1076"/>
          <ac:spMkLst>
            <pc:docMk/>
            <pc:sldMk cId="0" sldId="264"/>
            <ac:spMk id="262" creationId="{00000000-0000-0000-0000-000000000000}"/>
          </ac:spMkLst>
        </pc:spChg>
        <pc:spChg chg="mod">
          <ac:chgData name="Avgi Stavrou" userId="dd16d0fc-f2bc-4903-959a-5212f7e12581" providerId="ADAL" clId="{1E03F269-CBA5-46B5-A393-57B181650B55}" dt="2026-01-22T09:55:09.862" v="143" actId="1076"/>
          <ac:spMkLst>
            <pc:docMk/>
            <pc:sldMk cId="0" sldId="264"/>
            <ac:spMk id="265" creationId="{00000000-0000-0000-0000-000000000000}"/>
          </ac:spMkLst>
        </pc:spChg>
        <pc:spChg chg="mod">
          <ac:chgData name="Avgi Stavrou" userId="dd16d0fc-f2bc-4903-959a-5212f7e12581" providerId="ADAL" clId="{1E03F269-CBA5-46B5-A393-57B181650B55}" dt="2026-01-22T09:55:16.242" v="145" actId="1076"/>
          <ac:spMkLst>
            <pc:docMk/>
            <pc:sldMk cId="0" sldId="264"/>
            <ac:spMk id="268" creationId="{00000000-0000-0000-0000-000000000000}"/>
          </ac:spMkLst>
        </pc:spChg>
        <pc:spChg chg="mod">
          <ac:chgData name="Avgi Stavrou" userId="dd16d0fc-f2bc-4903-959a-5212f7e12581" providerId="ADAL" clId="{1E03F269-CBA5-46B5-A393-57B181650B55}" dt="2026-01-22T09:53:46.281" v="130" actId="403"/>
          <ac:spMkLst>
            <pc:docMk/>
            <pc:sldMk cId="0" sldId="264"/>
            <ac:spMk id="269" creationId="{00000000-0000-0000-0000-000000000000}"/>
          </ac:spMkLst>
        </pc:spChg>
        <pc:spChg chg="mod">
          <ac:chgData name="Avgi Stavrou" userId="dd16d0fc-f2bc-4903-959a-5212f7e12581" providerId="ADAL" clId="{1E03F269-CBA5-46B5-A393-57B181650B55}" dt="2026-01-22T09:55:26.696" v="147" actId="20577"/>
          <ac:spMkLst>
            <pc:docMk/>
            <pc:sldMk cId="0" sldId="264"/>
            <ac:spMk id="270" creationId="{00000000-0000-0000-0000-000000000000}"/>
          </ac:spMkLst>
        </pc:spChg>
      </pc:sldChg>
      <pc:sldChg chg="modSp mod">
        <pc:chgData name="Avgi Stavrou" userId="dd16d0fc-f2bc-4903-959a-5212f7e12581" providerId="ADAL" clId="{1E03F269-CBA5-46B5-A393-57B181650B55}" dt="2026-01-22T09:56:06.076" v="155" actId="255"/>
        <pc:sldMkLst>
          <pc:docMk/>
          <pc:sldMk cId="0" sldId="265"/>
        </pc:sldMkLst>
        <pc:spChg chg="mod">
          <ac:chgData name="Avgi Stavrou" userId="dd16d0fc-f2bc-4903-959a-5212f7e12581" providerId="ADAL" clId="{1E03F269-CBA5-46B5-A393-57B181650B55}" dt="2026-01-22T09:56:06.076" v="155" actId="255"/>
          <ac:spMkLst>
            <pc:docMk/>
            <pc:sldMk cId="0" sldId="265"/>
            <ac:spMk id="280" creationId="{00000000-0000-0000-0000-000000000000}"/>
          </ac:spMkLst>
        </pc:spChg>
      </pc:sldChg>
      <pc:sldChg chg="modSp mod">
        <pc:chgData name="Avgi Stavrou" userId="dd16d0fc-f2bc-4903-959a-5212f7e12581" providerId="ADAL" clId="{1E03F269-CBA5-46B5-A393-57B181650B55}" dt="2026-01-22T09:58:04.324" v="181" actId="1076"/>
        <pc:sldMkLst>
          <pc:docMk/>
          <pc:sldMk cId="0" sldId="266"/>
        </pc:sldMkLst>
        <pc:spChg chg="mod">
          <ac:chgData name="Avgi Stavrou" userId="dd16d0fc-f2bc-4903-959a-5212f7e12581" providerId="ADAL" clId="{1E03F269-CBA5-46B5-A393-57B181650B55}" dt="2026-01-22T09:56:54.472" v="156" actId="1076"/>
          <ac:spMkLst>
            <pc:docMk/>
            <pc:sldMk cId="0" sldId="266"/>
            <ac:spMk id="286" creationId="{00000000-0000-0000-0000-000000000000}"/>
          </ac:spMkLst>
        </pc:spChg>
        <pc:spChg chg="mod">
          <ac:chgData name="Avgi Stavrou" userId="dd16d0fc-f2bc-4903-959a-5212f7e12581" providerId="ADAL" clId="{1E03F269-CBA5-46B5-A393-57B181650B55}" dt="2026-01-22T09:57:04.436" v="161" actId="403"/>
          <ac:spMkLst>
            <pc:docMk/>
            <pc:sldMk cId="0" sldId="266"/>
            <ac:spMk id="287" creationId="{00000000-0000-0000-0000-000000000000}"/>
          </ac:spMkLst>
        </pc:spChg>
        <pc:spChg chg="mod">
          <ac:chgData name="Avgi Stavrou" userId="dd16d0fc-f2bc-4903-959a-5212f7e12581" providerId="ADAL" clId="{1E03F269-CBA5-46B5-A393-57B181650B55}" dt="2026-01-22T09:57:18.618" v="166" actId="403"/>
          <ac:spMkLst>
            <pc:docMk/>
            <pc:sldMk cId="0" sldId="266"/>
            <ac:spMk id="288" creationId="{00000000-0000-0000-0000-000000000000}"/>
          </ac:spMkLst>
        </pc:spChg>
        <pc:spChg chg="mod">
          <ac:chgData name="Avgi Stavrou" userId="dd16d0fc-f2bc-4903-959a-5212f7e12581" providerId="ADAL" clId="{1E03F269-CBA5-46B5-A393-57B181650B55}" dt="2026-01-22T09:57:25.197" v="167" actId="1076"/>
          <ac:spMkLst>
            <pc:docMk/>
            <pc:sldMk cId="0" sldId="266"/>
            <ac:spMk id="289" creationId="{00000000-0000-0000-0000-000000000000}"/>
          </ac:spMkLst>
        </pc:spChg>
        <pc:spChg chg="mod">
          <ac:chgData name="Avgi Stavrou" userId="dd16d0fc-f2bc-4903-959a-5212f7e12581" providerId="ADAL" clId="{1E03F269-CBA5-46B5-A393-57B181650B55}" dt="2026-01-22T09:57:04.436" v="161" actId="403"/>
          <ac:spMkLst>
            <pc:docMk/>
            <pc:sldMk cId="0" sldId="266"/>
            <ac:spMk id="290" creationId="{00000000-0000-0000-0000-000000000000}"/>
          </ac:spMkLst>
        </pc:spChg>
        <pc:spChg chg="mod">
          <ac:chgData name="Avgi Stavrou" userId="dd16d0fc-f2bc-4903-959a-5212f7e12581" providerId="ADAL" clId="{1E03F269-CBA5-46B5-A393-57B181650B55}" dt="2026-01-22T09:57:18.618" v="166" actId="403"/>
          <ac:spMkLst>
            <pc:docMk/>
            <pc:sldMk cId="0" sldId="266"/>
            <ac:spMk id="291" creationId="{00000000-0000-0000-0000-000000000000}"/>
          </ac:spMkLst>
        </pc:spChg>
        <pc:spChg chg="mod">
          <ac:chgData name="Avgi Stavrou" userId="dd16d0fc-f2bc-4903-959a-5212f7e12581" providerId="ADAL" clId="{1E03F269-CBA5-46B5-A393-57B181650B55}" dt="2026-01-22T09:57:28.552" v="168" actId="1076"/>
          <ac:spMkLst>
            <pc:docMk/>
            <pc:sldMk cId="0" sldId="266"/>
            <ac:spMk id="292" creationId="{00000000-0000-0000-0000-000000000000}"/>
          </ac:spMkLst>
        </pc:spChg>
        <pc:spChg chg="mod">
          <ac:chgData name="Avgi Stavrou" userId="dd16d0fc-f2bc-4903-959a-5212f7e12581" providerId="ADAL" clId="{1E03F269-CBA5-46B5-A393-57B181650B55}" dt="2026-01-22T09:57:34.535" v="171" actId="404"/>
          <ac:spMkLst>
            <pc:docMk/>
            <pc:sldMk cId="0" sldId="266"/>
            <ac:spMk id="294" creationId="{00000000-0000-0000-0000-000000000000}"/>
          </ac:spMkLst>
        </pc:spChg>
        <pc:spChg chg="mod">
          <ac:chgData name="Avgi Stavrou" userId="dd16d0fc-f2bc-4903-959a-5212f7e12581" providerId="ADAL" clId="{1E03F269-CBA5-46B5-A393-57B181650B55}" dt="2026-01-22T09:57:45.696" v="174" actId="404"/>
          <ac:spMkLst>
            <pc:docMk/>
            <pc:sldMk cId="0" sldId="266"/>
            <ac:spMk id="295" creationId="{00000000-0000-0000-0000-000000000000}"/>
          </ac:spMkLst>
        </pc:spChg>
        <pc:spChg chg="mod">
          <ac:chgData name="Avgi Stavrou" userId="dd16d0fc-f2bc-4903-959a-5212f7e12581" providerId="ADAL" clId="{1E03F269-CBA5-46B5-A393-57B181650B55}" dt="2026-01-22T09:57:55.172" v="179" actId="403"/>
          <ac:spMkLst>
            <pc:docMk/>
            <pc:sldMk cId="0" sldId="266"/>
            <ac:spMk id="296" creationId="{00000000-0000-0000-0000-000000000000}"/>
          </ac:spMkLst>
        </pc:spChg>
        <pc:spChg chg="mod">
          <ac:chgData name="Avgi Stavrou" userId="dd16d0fc-f2bc-4903-959a-5212f7e12581" providerId="ADAL" clId="{1E03F269-CBA5-46B5-A393-57B181650B55}" dt="2026-01-22T09:58:00.633" v="180" actId="1076"/>
          <ac:spMkLst>
            <pc:docMk/>
            <pc:sldMk cId="0" sldId="266"/>
            <ac:spMk id="297" creationId="{00000000-0000-0000-0000-000000000000}"/>
          </ac:spMkLst>
        </pc:spChg>
        <pc:spChg chg="mod">
          <ac:chgData name="Avgi Stavrou" userId="dd16d0fc-f2bc-4903-959a-5212f7e12581" providerId="ADAL" clId="{1E03F269-CBA5-46B5-A393-57B181650B55}" dt="2026-01-22T09:58:04.324" v="181" actId="1076"/>
          <ac:spMkLst>
            <pc:docMk/>
            <pc:sldMk cId="0" sldId="266"/>
            <ac:spMk id="298" creationId="{00000000-0000-0000-0000-000000000000}"/>
          </ac:spMkLst>
        </pc:spChg>
      </pc:sldChg>
      <pc:sldChg chg="addSp modSp mod">
        <pc:chgData name="Avgi Stavrou" userId="dd16d0fc-f2bc-4903-959a-5212f7e12581" providerId="ADAL" clId="{1E03F269-CBA5-46B5-A393-57B181650B55}" dt="2026-01-22T09:59:25" v="191" actId="14100"/>
        <pc:sldMkLst>
          <pc:docMk/>
          <pc:sldMk cId="0" sldId="267"/>
        </pc:sldMkLst>
        <pc:spChg chg="mod">
          <ac:chgData name="Avgi Stavrou" userId="dd16d0fc-f2bc-4903-959a-5212f7e12581" providerId="ADAL" clId="{1E03F269-CBA5-46B5-A393-57B181650B55}" dt="2026-01-22T09:59:19.899" v="189" actId="164"/>
          <ac:spMkLst>
            <pc:docMk/>
            <pc:sldMk cId="0" sldId="267"/>
            <ac:spMk id="307" creationId="{00000000-0000-0000-0000-000000000000}"/>
          </ac:spMkLst>
        </pc:spChg>
        <pc:spChg chg="mod">
          <ac:chgData name="Avgi Stavrou" userId="dd16d0fc-f2bc-4903-959a-5212f7e12581" providerId="ADAL" clId="{1E03F269-CBA5-46B5-A393-57B181650B55}" dt="2026-01-22T09:59:19.899" v="189" actId="164"/>
          <ac:spMkLst>
            <pc:docMk/>
            <pc:sldMk cId="0" sldId="267"/>
            <ac:spMk id="308" creationId="{00000000-0000-0000-0000-000000000000}"/>
          </ac:spMkLst>
        </pc:spChg>
        <pc:spChg chg="mod">
          <ac:chgData name="Avgi Stavrou" userId="dd16d0fc-f2bc-4903-959a-5212f7e12581" providerId="ADAL" clId="{1E03F269-CBA5-46B5-A393-57B181650B55}" dt="2026-01-22T09:59:19.899" v="189" actId="164"/>
          <ac:spMkLst>
            <pc:docMk/>
            <pc:sldMk cId="0" sldId="267"/>
            <ac:spMk id="309" creationId="{00000000-0000-0000-0000-000000000000}"/>
          </ac:spMkLst>
        </pc:spChg>
        <pc:spChg chg="mod">
          <ac:chgData name="Avgi Stavrou" userId="dd16d0fc-f2bc-4903-959a-5212f7e12581" providerId="ADAL" clId="{1E03F269-CBA5-46B5-A393-57B181650B55}" dt="2026-01-22T09:59:19.899" v="189" actId="164"/>
          <ac:spMkLst>
            <pc:docMk/>
            <pc:sldMk cId="0" sldId="267"/>
            <ac:spMk id="310" creationId="{00000000-0000-0000-0000-000000000000}"/>
          </ac:spMkLst>
        </pc:spChg>
        <pc:spChg chg="mod">
          <ac:chgData name="Avgi Stavrou" userId="dd16d0fc-f2bc-4903-959a-5212f7e12581" providerId="ADAL" clId="{1E03F269-CBA5-46B5-A393-57B181650B55}" dt="2026-01-22T09:59:19.899" v="189" actId="164"/>
          <ac:spMkLst>
            <pc:docMk/>
            <pc:sldMk cId="0" sldId="267"/>
            <ac:spMk id="311" creationId="{00000000-0000-0000-0000-000000000000}"/>
          </ac:spMkLst>
        </pc:spChg>
        <pc:spChg chg="mod">
          <ac:chgData name="Avgi Stavrou" userId="dd16d0fc-f2bc-4903-959a-5212f7e12581" providerId="ADAL" clId="{1E03F269-CBA5-46B5-A393-57B181650B55}" dt="2026-01-22T09:59:19.899" v="189" actId="164"/>
          <ac:spMkLst>
            <pc:docMk/>
            <pc:sldMk cId="0" sldId="267"/>
            <ac:spMk id="312" creationId="{00000000-0000-0000-0000-000000000000}"/>
          </ac:spMkLst>
        </pc:spChg>
        <pc:spChg chg="mod">
          <ac:chgData name="Avgi Stavrou" userId="dd16d0fc-f2bc-4903-959a-5212f7e12581" providerId="ADAL" clId="{1E03F269-CBA5-46B5-A393-57B181650B55}" dt="2026-01-22T09:59:03.443" v="188" actId="1076"/>
          <ac:spMkLst>
            <pc:docMk/>
            <pc:sldMk cId="0" sldId="267"/>
            <ac:spMk id="313" creationId="{00000000-0000-0000-0000-000000000000}"/>
          </ac:spMkLst>
        </pc:spChg>
        <pc:grpChg chg="add mod">
          <ac:chgData name="Avgi Stavrou" userId="dd16d0fc-f2bc-4903-959a-5212f7e12581" providerId="ADAL" clId="{1E03F269-CBA5-46B5-A393-57B181650B55}" dt="2026-01-22T09:59:25" v="191" actId="14100"/>
          <ac:grpSpMkLst>
            <pc:docMk/>
            <pc:sldMk cId="0" sldId="267"/>
            <ac:grpSpMk id="2" creationId="{57868A66-13FF-7839-7456-F613B03C05DD}"/>
          </ac:grpSpMkLst>
        </pc:grpChg>
      </pc:sldChg>
      <pc:sldChg chg="modSp mod">
        <pc:chgData name="Avgi Stavrou" userId="dd16d0fc-f2bc-4903-959a-5212f7e12581" providerId="ADAL" clId="{1E03F269-CBA5-46B5-A393-57B181650B55}" dt="2026-01-22T10:01:28.256" v="212" actId="1076"/>
        <pc:sldMkLst>
          <pc:docMk/>
          <pc:sldMk cId="0" sldId="268"/>
        </pc:sldMkLst>
        <pc:spChg chg="mod">
          <ac:chgData name="Avgi Stavrou" userId="dd16d0fc-f2bc-4903-959a-5212f7e12581" providerId="ADAL" clId="{1E03F269-CBA5-46B5-A393-57B181650B55}" dt="2026-01-22T10:01:14.579" v="205" actId="1076"/>
          <ac:spMkLst>
            <pc:docMk/>
            <pc:sldMk cId="0" sldId="268"/>
            <ac:spMk id="320" creationId="{00000000-0000-0000-0000-000000000000}"/>
          </ac:spMkLst>
        </pc:spChg>
        <pc:spChg chg="mod">
          <ac:chgData name="Avgi Stavrou" userId="dd16d0fc-f2bc-4903-959a-5212f7e12581" providerId="ADAL" clId="{1E03F269-CBA5-46B5-A393-57B181650B55}" dt="2026-01-22T10:01:16.824" v="206" actId="1076"/>
          <ac:spMkLst>
            <pc:docMk/>
            <pc:sldMk cId="0" sldId="268"/>
            <ac:spMk id="321" creationId="{00000000-0000-0000-0000-000000000000}"/>
          </ac:spMkLst>
        </pc:spChg>
        <pc:spChg chg="mod">
          <ac:chgData name="Avgi Stavrou" userId="dd16d0fc-f2bc-4903-959a-5212f7e12581" providerId="ADAL" clId="{1E03F269-CBA5-46B5-A393-57B181650B55}" dt="2026-01-22T10:01:28.256" v="212" actId="1076"/>
          <ac:spMkLst>
            <pc:docMk/>
            <pc:sldMk cId="0" sldId="268"/>
            <ac:spMk id="322"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24"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25"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31"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32"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33"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35"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38" creationId="{00000000-0000-0000-0000-000000000000}"/>
          </ac:spMkLst>
        </pc:spChg>
        <pc:spChg chg="mod">
          <ac:chgData name="Avgi Stavrou" userId="dd16d0fc-f2bc-4903-959a-5212f7e12581" providerId="ADAL" clId="{1E03F269-CBA5-46B5-A393-57B181650B55}" dt="2026-01-22T10:00:41.827" v="195" actId="404"/>
          <ac:spMkLst>
            <pc:docMk/>
            <pc:sldMk cId="0" sldId="268"/>
            <ac:spMk id="341" creationId="{00000000-0000-0000-0000-000000000000}"/>
          </ac:spMkLst>
        </pc:spChg>
        <pc:spChg chg="mod">
          <ac:chgData name="Avgi Stavrou" userId="dd16d0fc-f2bc-4903-959a-5212f7e12581" providerId="ADAL" clId="{1E03F269-CBA5-46B5-A393-57B181650B55}" dt="2026-01-22T10:00:58.669" v="200" actId="255"/>
          <ac:spMkLst>
            <pc:docMk/>
            <pc:sldMk cId="0" sldId="268"/>
            <ac:spMk id="343" creationId="{00000000-0000-0000-0000-000000000000}"/>
          </ac:spMkLst>
        </pc:spChg>
      </pc:sldChg>
      <pc:sldChg chg="modSp mod">
        <pc:chgData name="Avgi Stavrou" userId="dd16d0fc-f2bc-4903-959a-5212f7e12581" providerId="ADAL" clId="{1E03F269-CBA5-46B5-A393-57B181650B55}" dt="2026-01-22T10:02:12.101" v="221" actId="403"/>
        <pc:sldMkLst>
          <pc:docMk/>
          <pc:sldMk cId="0" sldId="269"/>
        </pc:sldMkLst>
        <pc:spChg chg="mod">
          <ac:chgData name="Avgi Stavrou" userId="dd16d0fc-f2bc-4903-959a-5212f7e12581" providerId="ADAL" clId="{1E03F269-CBA5-46B5-A393-57B181650B55}" dt="2026-01-22T10:02:12.101" v="221" actId="403"/>
          <ac:spMkLst>
            <pc:docMk/>
            <pc:sldMk cId="0" sldId="269"/>
            <ac:spMk id="365" creationId="{00000000-0000-0000-0000-000000000000}"/>
          </ac:spMkLst>
        </pc:spChg>
        <pc:spChg chg="mod">
          <ac:chgData name="Avgi Stavrou" userId="dd16d0fc-f2bc-4903-959a-5212f7e12581" providerId="ADAL" clId="{1E03F269-CBA5-46B5-A393-57B181650B55}" dt="2026-01-22T10:01:55.086" v="218" actId="403"/>
          <ac:spMkLst>
            <pc:docMk/>
            <pc:sldMk cId="0" sldId="269"/>
            <ac:spMk id="366" creationId="{00000000-0000-0000-0000-000000000000}"/>
          </ac:spMkLst>
        </pc:spChg>
        <pc:spChg chg="mod">
          <ac:chgData name="Avgi Stavrou" userId="dd16d0fc-f2bc-4903-959a-5212f7e12581" providerId="ADAL" clId="{1E03F269-CBA5-46B5-A393-57B181650B55}" dt="2026-01-22T10:01:55.086" v="218" actId="403"/>
          <ac:spMkLst>
            <pc:docMk/>
            <pc:sldMk cId="0" sldId="269"/>
            <ac:spMk id="367" creationId="{00000000-0000-0000-0000-000000000000}"/>
          </ac:spMkLst>
        </pc:spChg>
        <pc:spChg chg="mod">
          <ac:chgData name="Avgi Stavrou" userId="dd16d0fc-f2bc-4903-959a-5212f7e12581" providerId="ADAL" clId="{1E03F269-CBA5-46B5-A393-57B181650B55}" dt="2026-01-22T10:01:55.086" v="218" actId="403"/>
          <ac:spMkLst>
            <pc:docMk/>
            <pc:sldMk cId="0" sldId="269"/>
            <ac:spMk id="368" creationId="{00000000-0000-0000-0000-000000000000}"/>
          </ac:spMkLst>
        </pc:spChg>
        <pc:spChg chg="mod">
          <ac:chgData name="Avgi Stavrou" userId="dd16d0fc-f2bc-4903-959a-5212f7e12581" providerId="ADAL" clId="{1E03F269-CBA5-46B5-A393-57B181650B55}" dt="2026-01-22T10:01:55.086" v="218" actId="403"/>
          <ac:spMkLst>
            <pc:docMk/>
            <pc:sldMk cId="0" sldId="269"/>
            <ac:spMk id="369" creationId="{00000000-0000-0000-0000-000000000000}"/>
          </ac:spMkLst>
        </pc:spChg>
        <pc:spChg chg="mod">
          <ac:chgData name="Avgi Stavrou" userId="dd16d0fc-f2bc-4903-959a-5212f7e12581" providerId="ADAL" clId="{1E03F269-CBA5-46B5-A393-57B181650B55}" dt="2026-01-22T10:02:03.433" v="219" actId="1076"/>
          <ac:spMkLst>
            <pc:docMk/>
            <pc:sldMk cId="0" sldId="269"/>
            <ac:spMk id="370" creationId="{00000000-0000-0000-0000-000000000000}"/>
          </ac:spMkLst>
        </pc:spChg>
      </pc:sldChg>
      <pc:sldChg chg="addSp modSp mod">
        <pc:chgData name="Avgi Stavrou" userId="dd16d0fc-f2bc-4903-959a-5212f7e12581" providerId="ADAL" clId="{1E03F269-CBA5-46B5-A393-57B181650B55}" dt="2026-01-22T10:04:02.391" v="249" actId="14100"/>
        <pc:sldMkLst>
          <pc:docMk/>
          <pc:sldMk cId="0" sldId="270"/>
        </pc:sldMkLst>
        <pc:spChg chg="mod">
          <ac:chgData name="Avgi Stavrou" userId="dd16d0fc-f2bc-4903-959a-5212f7e12581" providerId="ADAL" clId="{1E03F269-CBA5-46B5-A393-57B181650B55}" dt="2026-01-22T10:04:02.391" v="249" actId="14100"/>
          <ac:spMkLst>
            <pc:docMk/>
            <pc:sldMk cId="0" sldId="270"/>
            <ac:spMk id="377" creationId="{00000000-0000-0000-0000-000000000000}"/>
          </ac:spMkLst>
        </pc:spChg>
        <pc:spChg chg="mod">
          <ac:chgData name="Avgi Stavrou" userId="dd16d0fc-f2bc-4903-959a-5212f7e12581" providerId="ADAL" clId="{1E03F269-CBA5-46B5-A393-57B181650B55}" dt="2026-01-22T10:03:21.700" v="239" actId="403"/>
          <ac:spMkLst>
            <pc:docMk/>
            <pc:sldMk cId="0" sldId="270"/>
            <ac:spMk id="378" creationId="{00000000-0000-0000-0000-000000000000}"/>
          </ac:spMkLst>
        </pc:spChg>
        <pc:spChg chg="mod">
          <ac:chgData name="Avgi Stavrou" userId="dd16d0fc-f2bc-4903-959a-5212f7e12581" providerId="ADAL" clId="{1E03F269-CBA5-46B5-A393-57B181650B55}" dt="2026-01-22T10:03:29.866" v="240" actId="14100"/>
          <ac:spMkLst>
            <pc:docMk/>
            <pc:sldMk cId="0" sldId="270"/>
            <ac:spMk id="380" creationId="{00000000-0000-0000-0000-000000000000}"/>
          </ac:spMkLst>
        </pc:spChg>
        <pc:spChg chg="mod">
          <ac:chgData name="Avgi Stavrou" userId="dd16d0fc-f2bc-4903-959a-5212f7e12581" providerId="ADAL" clId="{1E03F269-CBA5-46B5-A393-57B181650B55}" dt="2026-01-22T10:03:10.067" v="236" actId="403"/>
          <ac:spMkLst>
            <pc:docMk/>
            <pc:sldMk cId="0" sldId="270"/>
            <ac:spMk id="381" creationId="{00000000-0000-0000-0000-000000000000}"/>
          </ac:spMkLst>
        </pc:spChg>
        <pc:spChg chg="mod">
          <ac:chgData name="Avgi Stavrou" userId="dd16d0fc-f2bc-4903-959a-5212f7e12581" providerId="ADAL" clId="{1E03F269-CBA5-46B5-A393-57B181650B55}" dt="2026-01-22T10:03:44.520" v="245" actId="14100"/>
          <ac:spMkLst>
            <pc:docMk/>
            <pc:sldMk cId="0" sldId="270"/>
            <ac:spMk id="382" creationId="{00000000-0000-0000-0000-000000000000}"/>
          </ac:spMkLst>
        </pc:spChg>
        <pc:spChg chg="mod">
          <ac:chgData name="Avgi Stavrou" userId="dd16d0fc-f2bc-4903-959a-5212f7e12581" providerId="ADAL" clId="{1E03F269-CBA5-46B5-A393-57B181650B55}" dt="2026-01-22T10:03:10.067" v="236" actId="403"/>
          <ac:spMkLst>
            <pc:docMk/>
            <pc:sldMk cId="0" sldId="270"/>
            <ac:spMk id="384" creationId="{00000000-0000-0000-0000-000000000000}"/>
          </ac:spMkLst>
        </pc:spChg>
        <pc:spChg chg="mod">
          <ac:chgData name="Avgi Stavrou" userId="dd16d0fc-f2bc-4903-959a-5212f7e12581" providerId="ADAL" clId="{1E03F269-CBA5-46B5-A393-57B181650B55}" dt="2026-01-22T10:03:10.067" v="236" actId="403"/>
          <ac:spMkLst>
            <pc:docMk/>
            <pc:sldMk cId="0" sldId="270"/>
            <ac:spMk id="385" creationId="{00000000-0000-0000-0000-000000000000}"/>
          </ac:spMkLst>
        </pc:spChg>
        <pc:spChg chg="mod">
          <ac:chgData name="Avgi Stavrou" userId="dd16d0fc-f2bc-4903-959a-5212f7e12581" providerId="ADAL" clId="{1E03F269-CBA5-46B5-A393-57B181650B55}" dt="2026-01-22T10:03:10.067" v="236" actId="403"/>
          <ac:spMkLst>
            <pc:docMk/>
            <pc:sldMk cId="0" sldId="270"/>
            <ac:spMk id="386" creationId="{00000000-0000-0000-0000-000000000000}"/>
          </ac:spMkLst>
        </pc:spChg>
        <pc:spChg chg="mod">
          <ac:chgData name="Avgi Stavrou" userId="dd16d0fc-f2bc-4903-959a-5212f7e12581" providerId="ADAL" clId="{1E03F269-CBA5-46B5-A393-57B181650B55}" dt="2026-01-22T10:03:48.904" v="246" actId="1076"/>
          <ac:spMkLst>
            <pc:docMk/>
            <pc:sldMk cId="0" sldId="270"/>
            <ac:spMk id="387" creationId="{00000000-0000-0000-0000-000000000000}"/>
          </ac:spMkLst>
        </pc:spChg>
        <pc:spChg chg="mod">
          <ac:chgData name="Avgi Stavrou" userId="dd16d0fc-f2bc-4903-959a-5212f7e12581" providerId="ADAL" clId="{1E03F269-CBA5-46B5-A393-57B181650B55}" dt="2026-01-22T10:02:52.226" v="227" actId="1076"/>
          <ac:spMkLst>
            <pc:docMk/>
            <pc:sldMk cId="0" sldId="270"/>
            <ac:spMk id="388" creationId="{00000000-0000-0000-0000-000000000000}"/>
          </ac:spMkLst>
        </pc:spChg>
        <pc:grpChg chg="add mod">
          <ac:chgData name="Avgi Stavrou" userId="dd16d0fc-f2bc-4903-959a-5212f7e12581" providerId="ADAL" clId="{1E03F269-CBA5-46B5-A393-57B181650B55}" dt="2026-01-22T10:03:35.423" v="241" actId="14100"/>
          <ac:grpSpMkLst>
            <pc:docMk/>
            <pc:sldMk cId="0" sldId="270"/>
            <ac:grpSpMk id="2" creationId="{0E10E4C6-2927-25D9-4F5A-EA4C12A64C7C}"/>
          </ac:grpSpMkLst>
        </pc:grpChg>
      </pc:sldChg>
      <pc:sldChg chg="addSp modSp mod">
        <pc:chgData name="Avgi Stavrou" userId="dd16d0fc-f2bc-4903-959a-5212f7e12581" providerId="ADAL" clId="{1E03F269-CBA5-46B5-A393-57B181650B55}" dt="2026-01-25T18:16:10.770" v="538" actId="14100"/>
        <pc:sldMkLst>
          <pc:docMk/>
          <pc:sldMk cId="0" sldId="271"/>
        </pc:sldMkLst>
        <pc:spChg chg="mod">
          <ac:chgData name="Avgi Stavrou" userId="dd16d0fc-f2bc-4903-959a-5212f7e12581" providerId="ADAL" clId="{1E03F269-CBA5-46B5-A393-57B181650B55}" dt="2026-01-22T10:04:20.761" v="250" actId="1076"/>
          <ac:spMkLst>
            <pc:docMk/>
            <pc:sldMk cId="0" sldId="271"/>
            <ac:spMk id="395" creationId="{00000000-0000-0000-0000-000000000000}"/>
          </ac:spMkLst>
        </pc:spChg>
        <pc:spChg chg="mod">
          <ac:chgData name="Avgi Stavrou" userId="dd16d0fc-f2bc-4903-959a-5212f7e12581" providerId="ADAL" clId="{1E03F269-CBA5-46B5-A393-57B181650B55}" dt="2026-01-22T10:05:27.072" v="273" actId="404"/>
          <ac:spMkLst>
            <pc:docMk/>
            <pc:sldMk cId="0" sldId="271"/>
            <ac:spMk id="396" creationId="{00000000-0000-0000-0000-000000000000}"/>
          </ac:spMkLst>
        </pc:spChg>
        <pc:spChg chg="mod">
          <ac:chgData name="Avgi Stavrou" userId="dd16d0fc-f2bc-4903-959a-5212f7e12581" providerId="ADAL" clId="{1E03F269-CBA5-46B5-A393-57B181650B55}" dt="2026-01-22T10:04:41.220" v="260" actId="403"/>
          <ac:spMkLst>
            <pc:docMk/>
            <pc:sldMk cId="0" sldId="271"/>
            <ac:spMk id="397" creationId="{00000000-0000-0000-0000-000000000000}"/>
          </ac:spMkLst>
        </pc:spChg>
        <pc:spChg chg="mod">
          <ac:chgData name="Avgi Stavrou" userId="dd16d0fc-f2bc-4903-959a-5212f7e12581" providerId="ADAL" clId="{1E03F269-CBA5-46B5-A393-57B181650B55}" dt="2026-01-22T10:05:39.006" v="275" actId="14100"/>
          <ac:spMkLst>
            <pc:docMk/>
            <pc:sldMk cId="0" sldId="271"/>
            <ac:spMk id="398" creationId="{00000000-0000-0000-0000-000000000000}"/>
          </ac:spMkLst>
        </pc:spChg>
        <pc:spChg chg="mod">
          <ac:chgData name="Avgi Stavrou" userId="dd16d0fc-f2bc-4903-959a-5212f7e12581" providerId="ADAL" clId="{1E03F269-CBA5-46B5-A393-57B181650B55}" dt="2026-01-22T10:05:21.181" v="271" actId="404"/>
          <ac:spMkLst>
            <pc:docMk/>
            <pc:sldMk cId="0" sldId="271"/>
            <ac:spMk id="399" creationId="{00000000-0000-0000-0000-000000000000}"/>
          </ac:spMkLst>
        </pc:spChg>
        <pc:spChg chg="mod">
          <ac:chgData name="Avgi Stavrou" userId="dd16d0fc-f2bc-4903-959a-5212f7e12581" providerId="ADAL" clId="{1E03F269-CBA5-46B5-A393-57B181650B55}" dt="2026-01-22T10:04:41.220" v="260" actId="403"/>
          <ac:spMkLst>
            <pc:docMk/>
            <pc:sldMk cId="0" sldId="271"/>
            <ac:spMk id="400" creationId="{00000000-0000-0000-0000-000000000000}"/>
          </ac:spMkLst>
        </pc:spChg>
        <pc:spChg chg="mod">
          <ac:chgData name="Avgi Stavrou" userId="dd16d0fc-f2bc-4903-959a-5212f7e12581" providerId="ADAL" clId="{1E03F269-CBA5-46B5-A393-57B181650B55}" dt="2026-01-22T10:05:47.386" v="276" actId="1076"/>
          <ac:spMkLst>
            <pc:docMk/>
            <pc:sldMk cId="0" sldId="271"/>
            <ac:spMk id="401" creationId="{00000000-0000-0000-0000-000000000000}"/>
          </ac:spMkLst>
        </pc:spChg>
        <pc:spChg chg="mod">
          <ac:chgData name="Avgi Stavrou" userId="dd16d0fc-f2bc-4903-959a-5212f7e12581" providerId="ADAL" clId="{1E03F269-CBA5-46B5-A393-57B181650B55}" dt="2026-01-22T10:05:51.657" v="277" actId="14100"/>
          <ac:spMkLst>
            <pc:docMk/>
            <pc:sldMk cId="0" sldId="271"/>
            <ac:spMk id="402" creationId="{00000000-0000-0000-0000-000000000000}"/>
          </ac:spMkLst>
        </pc:spChg>
        <pc:spChg chg="mod">
          <ac:chgData name="Avgi Stavrou" userId="dd16d0fc-f2bc-4903-959a-5212f7e12581" providerId="ADAL" clId="{1E03F269-CBA5-46B5-A393-57B181650B55}" dt="2026-01-22T10:04:41.220" v="260" actId="403"/>
          <ac:spMkLst>
            <pc:docMk/>
            <pc:sldMk cId="0" sldId="271"/>
            <ac:spMk id="403" creationId="{00000000-0000-0000-0000-000000000000}"/>
          </ac:spMkLst>
        </pc:spChg>
        <pc:spChg chg="mod">
          <ac:chgData name="Avgi Stavrou" userId="dd16d0fc-f2bc-4903-959a-5212f7e12581" providerId="ADAL" clId="{1E03F269-CBA5-46B5-A393-57B181650B55}" dt="2026-01-22T10:05:00.378" v="264" actId="164"/>
          <ac:spMkLst>
            <pc:docMk/>
            <pc:sldMk cId="0" sldId="271"/>
            <ac:spMk id="404" creationId="{00000000-0000-0000-0000-000000000000}"/>
          </ac:spMkLst>
        </pc:spChg>
        <pc:spChg chg="mod">
          <ac:chgData name="Avgi Stavrou" userId="dd16d0fc-f2bc-4903-959a-5212f7e12581" providerId="ADAL" clId="{1E03F269-CBA5-46B5-A393-57B181650B55}" dt="2026-01-22T10:05:00.378" v="264" actId="164"/>
          <ac:spMkLst>
            <pc:docMk/>
            <pc:sldMk cId="0" sldId="271"/>
            <ac:spMk id="405" creationId="{00000000-0000-0000-0000-000000000000}"/>
          </ac:spMkLst>
        </pc:spChg>
        <pc:spChg chg="mod">
          <ac:chgData name="Avgi Stavrou" userId="dd16d0fc-f2bc-4903-959a-5212f7e12581" providerId="ADAL" clId="{1E03F269-CBA5-46B5-A393-57B181650B55}" dt="2026-01-22T10:05:00.378" v="264" actId="164"/>
          <ac:spMkLst>
            <pc:docMk/>
            <pc:sldMk cId="0" sldId="271"/>
            <ac:spMk id="406" creationId="{00000000-0000-0000-0000-000000000000}"/>
          </ac:spMkLst>
        </pc:spChg>
        <pc:grpChg chg="add mod">
          <ac:chgData name="Avgi Stavrou" userId="dd16d0fc-f2bc-4903-959a-5212f7e12581" providerId="ADAL" clId="{1E03F269-CBA5-46B5-A393-57B181650B55}" dt="2026-01-22T10:05:11.952" v="267" actId="14100"/>
          <ac:grpSpMkLst>
            <pc:docMk/>
            <pc:sldMk cId="0" sldId="271"/>
            <ac:grpSpMk id="2" creationId="{A0F4FE9B-B1F1-64D3-3B79-DEFFFC98CDA2}"/>
          </ac:grpSpMkLst>
        </pc:grpChg>
        <pc:grpChg chg="add mod">
          <ac:chgData name="Avgi Stavrou" userId="dd16d0fc-f2bc-4903-959a-5212f7e12581" providerId="ADAL" clId="{1E03F269-CBA5-46B5-A393-57B181650B55}" dt="2026-01-25T18:16:10.770" v="538" actId="14100"/>
          <ac:grpSpMkLst>
            <pc:docMk/>
            <pc:sldMk cId="0" sldId="271"/>
            <ac:grpSpMk id="3" creationId="{E59D178F-F4AD-D260-F64A-2AF08618628D}"/>
          </ac:grpSpMkLst>
        </pc:grpChg>
      </pc:sldChg>
      <pc:sldChg chg="addSp modSp mod">
        <pc:chgData name="Avgi Stavrou" userId="dd16d0fc-f2bc-4903-959a-5212f7e12581" providerId="ADAL" clId="{1E03F269-CBA5-46B5-A393-57B181650B55}" dt="2026-01-25T18:16:22.442" v="542" actId="20577"/>
        <pc:sldMkLst>
          <pc:docMk/>
          <pc:sldMk cId="0" sldId="272"/>
        </pc:sldMkLst>
        <pc:spChg chg="mod">
          <ac:chgData name="Avgi Stavrou" userId="dd16d0fc-f2bc-4903-959a-5212f7e12581" providerId="ADAL" clId="{1E03F269-CBA5-46B5-A393-57B181650B55}" dt="2026-01-22T10:06:25.408" v="283" actId="1076"/>
          <ac:spMkLst>
            <pc:docMk/>
            <pc:sldMk cId="0" sldId="272"/>
            <ac:spMk id="412" creationId="{00000000-0000-0000-0000-000000000000}"/>
          </ac:spMkLst>
        </pc:spChg>
        <pc:spChg chg="mod">
          <ac:chgData name="Avgi Stavrou" userId="dd16d0fc-f2bc-4903-959a-5212f7e12581" providerId="ADAL" clId="{1E03F269-CBA5-46B5-A393-57B181650B55}" dt="2026-01-22T10:06:33.562" v="287" actId="403"/>
          <ac:spMkLst>
            <pc:docMk/>
            <pc:sldMk cId="0" sldId="272"/>
            <ac:spMk id="413" creationId="{00000000-0000-0000-0000-000000000000}"/>
          </ac:spMkLst>
        </pc:spChg>
        <pc:spChg chg="mod">
          <ac:chgData name="Avgi Stavrou" userId="dd16d0fc-f2bc-4903-959a-5212f7e12581" providerId="ADAL" clId="{1E03F269-CBA5-46B5-A393-57B181650B55}" dt="2026-01-22T10:08:28.379" v="315" actId="2710"/>
          <ac:spMkLst>
            <pc:docMk/>
            <pc:sldMk cId="0" sldId="272"/>
            <ac:spMk id="414" creationId="{00000000-0000-0000-0000-000000000000}"/>
          </ac:spMkLst>
        </pc:spChg>
        <pc:spChg chg="mod">
          <ac:chgData name="Avgi Stavrou" userId="dd16d0fc-f2bc-4903-959a-5212f7e12581" providerId="ADAL" clId="{1E03F269-CBA5-46B5-A393-57B181650B55}" dt="2026-01-22T10:08:22.083" v="314" actId="2710"/>
          <ac:spMkLst>
            <pc:docMk/>
            <pc:sldMk cId="0" sldId="272"/>
            <ac:spMk id="415" creationId="{00000000-0000-0000-0000-000000000000}"/>
          </ac:spMkLst>
        </pc:spChg>
        <pc:spChg chg="mod">
          <ac:chgData name="Avgi Stavrou" userId="dd16d0fc-f2bc-4903-959a-5212f7e12581" providerId="ADAL" clId="{1E03F269-CBA5-46B5-A393-57B181650B55}" dt="2026-01-22T10:08:35.365" v="316" actId="2710"/>
          <ac:spMkLst>
            <pc:docMk/>
            <pc:sldMk cId="0" sldId="272"/>
            <ac:spMk id="416" creationId="{00000000-0000-0000-0000-000000000000}"/>
          </ac:spMkLst>
        </pc:spChg>
        <pc:spChg chg="mod">
          <ac:chgData name="Avgi Stavrou" userId="dd16d0fc-f2bc-4903-959a-5212f7e12581" providerId="ADAL" clId="{1E03F269-CBA5-46B5-A393-57B181650B55}" dt="2026-01-22T10:08:39.949" v="317" actId="2710"/>
          <ac:spMkLst>
            <pc:docMk/>
            <pc:sldMk cId="0" sldId="272"/>
            <ac:spMk id="417" creationId="{00000000-0000-0000-0000-000000000000}"/>
          </ac:spMkLst>
        </pc:spChg>
        <pc:spChg chg="mod">
          <ac:chgData name="Avgi Stavrou" userId="dd16d0fc-f2bc-4903-959a-5212f7e12581" providerId="ADAL" clId="{1E03F269-CBA5-46B5-A393-57B181650B55}" dt="2026-01-22T10:06:33.562" v="287" actId="403"/>
          <ac:spMkLst>
            <pc:docMk/>
            <pc:sldMk cId="0" sldId="272"/>
            <ac:spMk id="418" creationId="{00000000-0000-0000-0000-000000000000}"/>
          </ac:spMkLst>
        </pc:spChg>
        <pc:spChg chg="mod">
          <ac:chgData name="Avgi Stavrou" userId="dd16d0fc-f2bc-4903-959a-5212f7e12581" providerId="ADAL" clId="{1E03F269-CBA5-46B5-A393-57B181650B55}" dt="2026-01-22T10:08:52.090" v="319" actId="2710"/>
          <ac:spMkLst>
            <pc:docMk/>
            <pc:sldMk cId="0" sldId="272"/>
            <ac:spMk id="419" creationId="{00000000-0000-0000-0000-000000000000}"/>
          </ac:spMkLst>
        </pc:spChg>
        <pc:spChg chg="mod">
          <ac:chgData name="Avgi Stavrou" userId="dd16d0fc-f2bc-4903-959a-5212f7e12581" providerId="ADAL" clId="{1E03F269-CBA5-46B5-A393-57B181650B55}" dt="2026-01-22T10:06:53.469" v="295" actId="164"/>
          <ac:spMkLst>
            <pc:docMk/>
            <pc:sldMk cId="0" sldId="272"/>
            <ac:spMk id="420" creationId="{00000000-0000-0000-0000-000000000000}"/>
          </ac:spMkLst>
        </pc:spChg>
        <pc:spChg chg="mod">
          <ac:chgData name="Avgi Stavrou" userId="dd16d0fc-f2bc-4903-959a-5212f7e12581" providerId="ADAL" clId="{1E03F269-CBA5-46B5-A393-57B181650B55}" dt="2026-01-22T10:08:17.055" v="313" actId="14100"/>
          <ac:spMkLst>
            <pc:docMk/>
            <pc:sldMk cId="0" sldId="272"/>
            <ac:spMk id="421" creationId="{00000000-0000-0000-0000-000000000000}"/>
          </ac:spMkLst>
        </pc:spChg>
        <pc:spChg chg="mod">
          <ac:chgData name="Avgi Stavrou" userId="dd16d0fc-f2bc-4903-959a-5212f7e12581" providerId="ADAL" clId="{1E03F269-CBA5-46B5-A393-57B181650B55}" dt="2026-01-22T10:08:45.932" v="318" actId="2710"/>
          <ac:spMkLst>
            <pc:docMk/>
            <pc:sldMk cId="0" sldId="272"/>
            <ac:spMk id="422" creationId="{00000000-0000-0000-0000-000000000000}"/>
          </ac:spMkLst>
        </pc:spChg>
        <pc:spChg chg="mod">
          <ac:chgData name="Avgi Stavrou" userId="dd16d0fc-f2bc-4903-959a-5212f7e12581" providerId="ADAL" clId="{1E03F269-CBA5-46B5-A393-57B181650B55}" dt="2026-01-22T10:07:20.740" v="303" actId="1076"/>
          <ac:spMkLst>
            <pc:docMk/>
            <pc:sldMk cId="0" sldId="272"/>
            <ac:spMk id="423" creationId="{00000000-0000-0000-0000-000000000000}"/>
          </ac:spMkLst>
        </pc:spChg>
        <pc:spChg chg="mod">
          <ac:chgData name="Avgi Stavrou" userId="dd16d0fc-f2bc-4903-959a-5212f7e12581" providerId="ADAL" clId="{1E03F269-CBA5-46B5-A393-57B181650B55}" dt="2026-01-25T18:16:22.442" v="542" actId="20577"/>
          <ac:spMkLst>
            <pc:docMk/>
            <pc:sldMk cId="0" sldId="272"/>
            <ac:spMk id="424" creationId="{00000000-0000-0000-0000-000000000000}"/>
          </ac:spMkLst>
        </pc:spChg>
        <pc:spChg chg="mod">
          <ac:chgData name="Avgi Stavrou" userId="dd16d0fc-f2bc-4903-959a-5212f7e12581" providerId="ADAL" clId="{1E03F269-CBA5-46B5-A393-57B181650B55}" dt="2026-01-22T10:07:08.458" v="300" actId="1076"/>
          <ac:spMkLst>
            <pc:docMk/>
            <pc:sldMk cId="0" sldId="272"/>
            <ac:spMk id="425" creationId="{00000000-0000-0000-0000-000000000000}"/>
          </ac:spMkLst>
        </pc:spChg>
        <pc:grpChg chg="add mod">
          <ac:chgData name="Avgi Stavrou" userId="dd16d0fc-f2bc-4903-959a-5212f7e12581" providerId="ADAL" clId="{1E03F269-CBA5-46B5-A393-57B181650B55}" dt="2026-01-22T10:07:24.849" v="304" actId="14100"/>
          <ac:grpSpMkLst>
            <pc:docMk/>
            <pc:sldMk cId="0" sldId="272"/>
            <ac:grpSpMk id="2" creationId="{B98505BB-1C8D-0B71-828A-CBE0036567B3}"/>
          </ac:grpSpMkLst>
        </pc:grpChg>
      </pc:sldChg>
      <pc:sldChg chg="delSp modSp mod">
        <pc:chgData name="Avgi Stavrou" userId="dd16d0fc-f2bc-4903-959a-5212f7e12581" providerId="ADAL" clId="{1E03F269-CBA5-46B5-A393-57B181650B55}" dt="2026-01-22T10:09:34.906" v="321" actId="1076"/>
        <pc:sldMkLst>
          <pc:docMk/>
          <pc:sldMk cId="0" sldId="273"/>
        </pc:sldMkLst>
        <pc:spChg chg="mod">
          <ac:chgData name="Avgi Stavrou" userId="dd16d0fc-f2bc-4903-959a-5212f7e12581" providerId="ADAL" clId="{1E03F269-CBA5-46B5-A393-57B181650B55}" dt="2026-01-22T10:09:34.906" v="321" actId="1076"/>
          <ac:spMkLst>
            <pc:docMk/>
            <pc:sldMk cId="0" sldId="273"/>
            <ac:spMk id="449" creationId="{00000000-0000-0000-0000-000000000000}"/>
          </ac:spMkLst>
        </pc:spChg>
      </pc:sldChg>
      <pc:sldChg chg="modSp mod">
        <pc:chgData name="Avgi Stavrou" userId="dd16d0fc-f2bc-4903-959a-5212f7e12581" providerId="ADAL" clId="{1E03F269-CBA5-46B5-A393-57B181650B55}" dt="2026-01-22T10:09:59.068" v="327" actId="404"/>
        <pc:sldMkLst>
          <pc:docMk/>
          <pc:sldMk cId="0" sldId="274"/>
        </pc:sldMkLst>
        <pc:spChg chg="mod">
          <ac:chgData name="Avgi Stavrou" userId="dd16d0fc-f2bc-4903-959a-5212f7e12581" providerId="ADAL" clId="{1E03F269-CBA5-46B5-A393-57B181650B55}" dt="2026-01-22T10:09:51.751" v="322" actId="1076"/>
          <ac:spMkLst>
            <pc:docMk/>
            <pc:sldMk cId="0" sldId="274"/>
            <ac:spMk id="458" creationId="{00000000-0000-0000-0000-000000000000}"/>
          </ac:spMkLst>
        </pc:spChg>
        <pc:spChg chg="mod">
          <ac:chgData name="Avgi Stavrou" userId="dd16d0fc-f2bc-4903-959a-5212f7e12581" providerId="ADAL" clId="{1E03F269-CBA5-46B5-A393-57B181650B55}" dt="2026-01-22T10:09:59.068" v="327" actId="404"/>
          <ac:spMkLst>
            <pc:docMk/>
            <pc:sldMk cId="0" sldId="274"/>
            <ac:spMk id="459" creationId="{00000000-0000-0000-0000-000000000000}"/>
          </ac:spMkLst>
        </pc:spChg>
      </pc:sldChg>
      <pc:sldChg chg="addSp modSp mod">
        <pc:chgData name="Avgi Stavrou" userId="dd16d0fc-f2bc-4903-959a-5212f7e12581" providerId="ADAL" clId="{1E03F269-CBA5-46B5-A393-57B181650B55}" dt="2026-01-22T10:11:52.167" v="366" actId="1076"/>
        <pc:sldMkLst>
          <pc:docMk/>
          <pc:sldMk cId="0" sldId="275"/>
        </pc:sldMkLst>
        <pc:spChg chg="mod">
          <ac:chgData name="Avgi Stavrou" userId="dd16d0fc-f2bc-4903-959a-5212f7e12581" providerId="ADAL" clId="{1E03F269-CBA5-46B5-A393-57B181650B55}" dt="2026-01-22T10:11:18.818" v="360" actId="1076"/>
          <ac:spMkLst>
            <pc:docMk/>
            <pc:sldMk cId="0" sldId="275"/>
            <ac:spMk id="465" creationId="{00000000-0000-0000-0000-000000000000}"/>
          </ac:spMkLst>
        </pc:spChg>
        <pc:spChg chg="mod">
          <ac:chgData name="Avgi Stavrou" userId="dd16d0fc-f2bc-4903-959a-5212f7e12581" providerId="ADAL" clId="{1E03F269-CBA5-46B5-A393-57B181650B55}" dt="2026-01-22T10:11:03.378" v="351" actId="14100"/>
          <ac:spMkLst>
            <pc:docMk/>
            <pc:sldMk cId="0" sldId="275"/>
            <ac:spMk id="466" creationId="{00000000-0000-0000-0000-000000000000}"/>
          </ac:spMkLst>
        </pc:spChg>
        <pc:spChg chg="mod">
          <ac:chgData name="Avgi Stavrou" userId="dd16d0fc-f2bc-4903-959a-5212f7e12581" providerId="ADAL" clId="{1E03F269-CBA5-46B5-A393-57B181650B55}" dt="2026-01-22T10:10:54.393" v="350" actId="404"/>
          <ac:spMkLst>
            <pc:docMk/>
            <pc:sldMk cId="0" sldId="275"/>
            <ac:spMk id="468" creationId="{00000000-0000-0000-0000-000000000000}"/>
          </ac:spMkLst>
        </pc:spChg>
        <pc:spChg chg="mod">
          <ac:chgData name="Avgi Stavrou" userId="dd16d0fc-f2bc-4903-959a-5212f7e12581" providerId="ADAL" clId="{1E03F269-CBA5-46B5-A393-57B181650B55}" dt="2026-01-22T10:10:54.393" v="350" actId="404"/>
          <ac:spMkLst>
            <pc:docMk/>
            <pc:sldMk cId="0" sldId="275"/>
            <ac:spMk id="469" creationId="{00000000-0000-0000-0000-000000000000}"/>
          </ac:spMkLst>
        </pc:spChg>
        <pc:spChg chg="mod">
          <ac:chgData name="Avgi Stavrou" userId="dd16d0fc-f2bc-4903-959a-5212f7e12581" providerId="ADAL" clId="{1E03F269-CBA5-46B5-A393-57B181650B55}" dt="2026-01-22T10:10:54.393" v="350" actId="404"/>
          <ac:spMkLst>
            <pc:docMk/>
            <pc:sldMk cId="0" sldId="275"/>
            <ac:spMk id="470" creationId="{00000000-0000-0000-0000-000000000000}"/>
          </ac:spMkLst>
        </pc:spChg>
        <pc:spChg chg="mod">
          <ac:chgData name="Avgi Stavrou" userId="dd16d0fc-f2bc-4903-959a-5212f7e12581" providerId="ADAL" clId="{1E03F269-CBA5-46B5-A393-57B181650B55}" dt="2026-01-22T10:11:30.795" v="362" actId="14100"/>
          <ac:spMkLst>
            <pc:docMk/>
            <pc:sldMk cId="0" sldId="275"/>
            <ac:spMk id="471" creationId="{00000000-0000-0000-0000-000000000000}"/>
          </ac:spMkLst>
        </pc:spChg>
        <pc:spChg chg="mod">
          <ac:chgData name="Avgi Stavrou" userId="dd16d0fc-f2bc-4903-959a-5212f7e12581" providerId="ADAL" clId="{1E03F269-CBA5-46B5-A393-57B181650B55}" dt="2026-01-22T10:11:46.410" v="365" actId="403"/>
          <ac:spMkLst>
            <pc:docMk/>
            <pc:sldMk cId="0" sldId="275"/>
            <ac:spMk id="472" creationId="{00000000-0000-0000-0000-000000000000}"/>
          </ac:spMkLst>
        </pc:spChg>
        <pc:spChg chg="mod">
          <ac:chgData name="Avgi Stavrou" userId="dd16d0fc-f2bc-4903-959a-5212f7e12581" providerId="ADAL" clId="{1E03F269-CBA5-46B5-A393-57B181650B55}" dt="2026-01-22T10:11:46.410" v="365" actId="403"/>
          <ac:spMkLst>
            <pc:docMk/>
            <pc:sldMk cId="0" sldId="275"/>
            <ac:spMk id="473" creationId="{00000000-0000-0000-0000-000000000000}"/>
          </ac:spMkLst>
        </pc:spChg>
        <pc:spChg chg="mod">
          <ac:chgData name="Avgi Stavrou" userId="dd16d0fc-f2bc-4903-959a-5212f7e12581" providerId="ADAL" clId="{1E03F269-CBA5-46B5-A393-57B181650B55}" dt="2026-01-22T10:11:46.410" v="365" actId="403"/>
          <ac:spMkLst>
            <pc:docMk/>
            <pc:sldMk cId="0" sldId="275"/>
            <ac:spMk id="474" creationId="{00000000-0000-0000-0000-000000000000}"/>
          </ac:spMkLst>
        </pc:spChg>
        <pc:spChg chg="mod">
          <ac:chgData name="Avgi Stavrou" userId="dd16d0fc-f2bc-4903-959a-5212f7e12581" providerId="ADAL" clId="{1E03F269-CBA5-46B5-A393-57B181650B55}" dt="2026-01-22T10:11:46.410" v="365" actId="403"/>
          <ac:spMkLst>
            <pc:docMk/>
            <pc:sldMk cId="0" sldId="275"/>
            <ac:spMk id="475" creationId="{00000000-0000-0000-0000-000000000000}"/>
          </ac:spMkLst>
        </pc:spChg>
        <pc:spChg chg="mod">
          <ac:chgData name="Avgi Stavrou" userId="dd16d0fc-f2bc-4903-959a-5212f7e12581" providerId="ADAL" clId="{1E03F269-CBA5-46B5-A393-57B181650B55}" dt="2026-01-22T10:11:52.167" v="366" actId="1076"/>
          <ac:spMkLst>
            <pc:docMk/>
            <pc:sldMk cId="0" sldId="275"/>
            <ac:spMk id="476" creationId="{00000000-0000-0000-0000-000000000000}"/>
          </ac:spMkLst>
        </pc:spChg>
        <pc:grpChg chg="mod">
          <ac:chgData name="Avgi Stavrou" userId="dd16d0fc-f2bc-4903-959a-5212f7e12581" providerId="ADAL" clId="{1E03F269-CBA5-46B5-A393-57B181650B55}" dt="2026-01-22T10:11:27.634" v="361" actId="14100"/>
          <ac:grpSpMkLst>
            <pc:docMk/>
            <pc:sldMk cId="0" sldId="275"/>
            <ac:grpSpMk id="2" creationId="{945AE7F1-A878-CEF1-3BAA-010FD99FB85C}"/>
          </ac:grpSpMkLst>
        </pc:grpChg>
      </pc:sldChg>
      <pc:sldChg chg="addSp modSp mod">
        <pc:chgData name="Avgi Stavrou" userId="dd16d0fc-f2bc-4903-959a-5212f7e12581" providerId="ADAL" clId="{1E03F269-CBA5-46B5-A393-57B181650B55}" dt="2026-01-25T18:17:02.252" v="546" actId="14100"/>
        <pc:sldMkLst>
          <pc:docMk/>
          <pc:sldMk cId="0" sldId="277"/>
        </pc:sldMkLst>
        <pc:spChg chg="mod">
          <ac:chgData name="Avgi Stavrou" userId="dd16d0fc-f2bc-4903-959a-5212f7e12581" providerId="ADAL" clId="{1E03F269-CBA5-46B5-A393-57B181650B55}" dt="2026-01-22T10:12:57.786" v="378" actId="403"/>
          <ac:spMkLst>
            <pc:docMk/>
            <pc:sldMk cId="0" sldId="277"/>
            <ac:spMk id="492" creationId="{00000000-0000-0000-0000-000000000000}"/>
          </ac:spMkLst>
        </pc:spChg>
        <pc:spChg chg="mod">
          <ac:chgData name="Avgi Stavrou" userId="dd16d0fc-f2bc-4903-959a-5212f7e12581" providerId="ADAL" clId="{1E03F269-CBA5-46B5-A393-57B181650B55}" dt="2026-01-22T10:12:33.918" v="371" actId="164"/>
          <ac:spMkLst>
            <pc:docMk/>
            <pc:sldMk cId="0" sldId="277"/>
            <ac:spMk id="499" creationId="{00000000-0000-0000-0000-000000000000}"/>
          </ac:spMkLst>
        </pc:spChg>
        <pc:spChg chg="mod">
          <ac:chgData name="Avgi Stavrou" userId="dd16d0fc-f2bc-4903-959a-5212f7e12581" providerId="ADAL" clId="{1E03F269-CBA5-46B5-A393-57B181650B55}" dt="2026-01-22T10:12:33.918" v="371" actId="164"/>
          <ac:spMkLst>
            <pc:docMk/>
            <pc:sldMk cId="0" sldId="277"/>
            <ac:spMk id="500" creationId="{00000000-0000-0000-0000-000000000000}"/>
          </ac:spMkLst>
        </pc:spChg>
        <pc:spChg chg="mod">
          <ac:chgData name="Avgi Stavrou" userId="dd16d0fc-f2bc-4903-959a-5212f7e12581" providerId="ADAL" clId="{1E03F269-CBA5-46B5-A393-57B181650B55}" dt="2026-01-25T18:16:50.321" v="544" actId="2710"/>
          <ac:spMkLst>
            <pc:docMk/>
            <pc:sldMk cId="0" sldId="277"/>
            <ac:spMk id="501" creationId="{00000000-0000-0000-0000-000000000000}"/>
          </ac:spMkLst>
        </pc:spChg>
        <pc:spChg chg="mod">
          <ac:chgData name="Avgi Stavrou" userId="dd16d0fc-f2bc-4903-959a-5212f7e12581" providerId="ADAL" clId="{1E03F269-CBA5-46B5-A393-57B181650B55}" dt="2026-01-25T18:16:56.132" v="545" actId="2710"/>
          <ac:spMkLst>
            <pc:docMk/>
            <pc:sldMk cId="0" sldId="277"/>
            <ac:spMk id="502" creationId="{00000000-0000-0000-0000-000000000000}"/>
          </ac:spMkLst>
        </pc:spChg>
        <pc:spChg chg="mod">
          <ac:chgData name="Avgi Stavrou" userId="dd16d0fc-f2bc-4903-959a-5212f7e12581" providerId="ADAL" clId="{1E03F269-CBA5-46B5-A393-57B181650B55}" dt="2026-01-22T10:12:33.918" v="371" actId="164"/>
          <ac:spMkLst>
            <pc:docMk/>
            <pc:sldMk cId="0" sldId="277"/>
            <ac:spMk id="503" creationId="{00000000-0000-0000-0000-000000000000}"/>
          </ac:spMkLst>
        </pc:spChg>
        <pc:spChg chg="mod">
          <ac:chgData name="Avgi Stavrou" userId="dd16d0fc-f2bc-4903-959a-5212f7e12581" providerId="ADAL" clId="{1E03F269-CBA5-46B5-A393-57B181650B55}" dt="2026-01-22T10:12:46.520" v="376" actId="403"/>
          <ac:spMkLst>
            <pc:docMk/>
            <pc:sldMk cId="0" sldId="277"/>
            <ac:spMk id="504" creationId="{00000000-0000-0000-0000-000000000000}"/>
          </ac:spMkLst>
        </pc:spChg>
        <pc:spChg chg="mod">
          <ac:chgData name="Avgi Stavrou" userId="dd16d0fc-f2bc-4903-959a-5212f7e12581" providerId="ADAL" clId="{1E03F269-CBA5-46B5-A393-57B181650B55}" dt="2026-01-22T10:12:46.520" v="376" actId="403"/>
          <ac:spMkLst>
            <pc:docMk/>
            <pc:sldMk cId="0" sldId="277"/>
            <ac:spMk id="505" creationId="{00000000-0000-0000-0000-000000000000}"/>
          </ac:spMkLst>
        </pc:spChg>
        <pc:spChg chg="mod">
          <ac:chgData name="Avgi Stavrou" userId="dd16d0fc-f2bc-4903-959a-5212f7e12581" providerId="ADAL" clId="{1E03F269-CBA5-46B5-A393-57B181650B55}" dt="2026-01-22T10:12:46.520" v="376" actId="403"/>
          <ac:spMkLst>
            <pc:docMk/>
            <pc:sldMk cId="0" sldId="277"/>
            <ac:spMk id="506" creationId="{00000000-0000-0000-0000-000000000000}"/>
          </ac:spMkLst>
        </pc:spChg>
        <pc:grpChg chg="add mod">
          <ac:chgData name="Avgi Stavrou" userId="dd16d0fc-f2bc-4903-959a-5212f7e12581" providerId="ADAL" clId="{1E03F269-CBA5-46B5-A393-57B181650B55}" dt="2026-01-25T18:17:02.252" v="546" actId="14100"/>
          <ac:grpSpMkLst>
            <pc:docMk/>
            <pc:sldMk cId="0" sldId="277"/>
            <ac:grpSpMk id="2" creationId="{373AE6EF-AD31-A967-7623-EE643F30766F}"/>
          </ac:grpSpMkLst>
        </pc:grpChg>
      </pc:sldChg>
      <pc:sldChg chg="addSp modSp mod">
        <pc:chgData name="Avgi Stavrou" userId="dd16d0fc-f2bc-4903-959a-5212f7e12581" providerId="ADAL" clId="{1E03F269-CBA5-46B5-A393-57B181650B55}" dt="2026-01-22T10:14:44.976" v="401" actId="14100"/>
        <pc:sldMkLst>
          <pc:docMk/>
          <pc:sldMk cId="0" sldId="278"/>
        </pc:sldMkLst>
        <pc:spChg chg="mod">
          <ac:chgData name="Avgi Stavrou" userId="dd16d0fc-f2bc-4903-959a-5212f7e12581" providerId="ADAL" clId="{1E03F269-CBA5-46B5-A393-57B181650B55}" dt="2026-01-22T10:13:24.824" v="382" actId="1076"/>
          <ac:spMkLst>
            <pc:docMk/>
            <pc:sldMk cId="0" sldId="278"/>
            <ac:spMk id="514" creationId="{00000000-0000-0000-0000-000000000000}"/>
          </ac:spMkLst>
        </pc:spChg>
        <pc:spChg chg="mod">
          <ac:chgData name="Avgi Stavrou" userId="dd16d0fc-f2bc-4903-959a-5212f7e12581" providerId="ADAL" clId="{1E03F269-CBA5-46B5-A393-57B181650B55}" dt="2026-01-22T10:14:18.297" v="394" actId="14100"/>
          <ac:spMkLst>
            <pc:docMk/>
            <pc:sldMk cId="0" sldId="278"/>
            <ac:spMk id="515" creationId="{00000000-0000-0000-0000-000000000000}"/>
          </ac:spMkLst>
        </pc:spChg>
        <pc:spChg chg="mod">
          <ac:chgData name="Avgi Stavrou" userId="dd16d0fc-f2bc-4903-959a-5212f7e12581" providerId="ADAL" clId="{1E03F269-CBA5-46B5-A393-57B181650B55}" dt="2026-01-22T10:14:42.202" v="400" actId="14100"/>
          <ac:spMkLst>
            <pc:docMk/>
            <pc:sldMk cId="0" sldId="278"/>
            <ac:spMk id="516" creationId="{00000000-0000-0000-0000-000000000000}"/>
          </ac:spMkLst>
        </pc:spChg>
        <pc:spChg chg="mod">
          <ac:chgData name="Avgi Stavrou" userId="dd16d0fc-f2bc-4903-959a-5212f7e12581" providerId="ADAL" clId="{1E03F269-CBA5-46B5-A393-57B181650B55}" dt="2026-01-22T10:14:04.645" v="390" actId="164"/>
          <ac:spMkLst>
            <pc:docMk/>
            <pc:sldMk cId="0" sldId="278"/>
            <ac:spMk id="517" creationId="{00000000-0000-0000-0000-000000000000}"/>
          </ac:spMkLst>
        </pc:spChg>
        <pc:spChg chg="mod">
          <ac:chgData name="Avgi Stavrou" userId="dd16d0fc-f2bc-4903-959a-5212f7e12581" providerId="ADAL" clId="{1E03F269-CBA5-46B5-A393-57B181650B55}" dt="2026-01-22T10:14:22.637" v="395" actId="14100"/>
          <ac:spMkLst>
            <pc:docMk/>
            <pc:sldMk cId="0" sldId="278"/>
            <ac:spMk id="518" creationId="{00000000-0000-0000-0000-000000000000}"/>
          </ac:spMkLst>
        </pc:spChg>
        <pc:spChg chg="mod">
          <ac:chgData name="Avgi Stavrou" userId="dd16d0fc-f2bc-4903-959a-5212f7e12581" providerId="ADAL" clId="{1E03F269-CBA5-46B5-A393-57B181650B55}" dt="2026-01-22T10:14:04.645" v="390" actId="164"/>
          <ac:spMkLst>
            <pc:docMk/>
            <pc:sldMk cId="0" sldId="278"/>
            <ac:spMk id="519" creationId="{00000000-0000-0000-0000-000000000000}"/>
          </ac:spMkLst>
        </pc:spChg>
        <pc:spChg chg="mod">
          <ac:chgData name="Avgi Stavrou" userId="dd16d0fc-f2bc-4903-959a-5212f7e12581" providerId="ADAL" clId="{1E03F269-CBA5-46B5-A393-57B181650B55}" dt="2026-01-22T10:14:04.645" v="390" actId="164"/>
          <ac:spMkLst>
            <pc:docMk/>
            <pc:sldMk cId="0" sldId="278"/>
            <ac:spMk id="520" creationId="{00000000-0000-0000-0000-000000000000}"/>
          </ac:spMkLst>
        </pc:spChg>
        <pc:spChg chg="mod">
          <ac:chgData name="Avgi Stavrou" userId="dd16d0fc-f2bc-4903-959a-5212f7e12581" providerId="ADAL" clId="{1E03F269-CBA5-46B5-A393-57B181650B55}" dt="2026-01-22T10:14:26.791" v="396" actId="14100"/>
          <ac:spMkLst>
            <pc:docMk/>
            <pc:sldMk cId="0" sldId="278"/>
            <ac:spMk id="521" creationId="{00000000-0000-0000-0000-000000000000}"/>
          </ac:spMkLst>
        </pc:spChg>
        <pc:spChg chg="mod">
          <ac:chgData name="Avgi Stavrou" userId="dd16d0fc-f2bc-4903-959a-5212f7e12581" providerId="ADAL" clId="{1E03F269-CBA5-46B5-A393-57B181650B55}" dt="2026-01-22T10:14:44.976" v="401" actId="14100"/>
          <ac:spMkLst>
            <pc:docMk/>
            <pc:sldMk cId="0" sldId="278"/>
            <ac:spMk id="522" creationId="{00000000-0000-0000-0000-000000000000}"/>
          </ac:spMkLst>
        </pc:spChg>
        <pc:spChg chg="mod">
          <ac:chgData name="Avgi Stavrou" userId="dd16d0fc-f2bc-4903-959a-5212f7e12581" providerId="ADAL" clId="{1E03F269-CBA5-46B5-A393-57B181650B55}" dt="2026-01-22T10:14:04.645" v="390" actId="164"/>
          <ac:spMkLst>
            <pc:docMk/>
            <pc:sldMk cId="0" sldId="278"/>
            <ac:spMk id="523" creationId="{00000000-0000-0000-0000-000000000000}"/>
          </ac:spMkLst>
        </pc:spChg>
        <pc:spChg chg="mod">
          <ac:chgData name="Avgi Stavrou" userId="dd16d0fc-f2bc-4903-959a-5212f7e12581" providerId="ADAL" clId="{1E03F269-CBA5-46B5-A393-57B181650B55}" dt="2026-01-22T10:14:32.791" v="398" actId="14100"/>
          <ac:spMkLst>
            <pc:docMk/>
            <pc:sldMk cId="0" sldId="278"/>
            <ac:spMk id="524" creationId="{00000000-0000-0000-0000-000000000000}"/>
          </ac:spMkLst>
        </pc:spChg>
        <pc:spChg chg="mod">
          <ac:chgData name="Avgi Stavrou" userId="dd16d0fc-f2bc-4903-959a-5212f7e12581" providerId="ADAL" clId="{1E03F269-CBA5-46B5-A393-57B181650B55}" dt="2026-01-22T10:14:36.672" v="399" actId="14100"/>
          <ac:spMkLst>
            <pc:docMk/>
            <pc:sldMk cId="0" sldId="278"/>
            <ac:spMk id="525" creationId="{00000000-0000-0000-0000-000000000000}"/>
          </ac:spMkLst>
        </pc:spChg>
        <pc:spChg chg="mod">
          <ac:chgData name="Avgi Stavrou" userId="dd16d0fc-f2bc-4903-959a-5212f7e12581" providerId="ADAL" clId="{1E03F269-CBA5-46B5-A393-57B181650B55}" dt="2026-01-22T10:14:04.645" v="390" actId="164"/>
          <ac:spMkLst>
            <pc:docMk/>
            <pc:sldMk cId="0" sldId="278"/>
            <ac:spMk id="526" creationId="{00000000-0000-0000-0000-000000000000}"/>
          </ac:spMkLst>
        </pc:spChg>
        <pc:grpChg chg="add mod">
          <ac:chgData name="Avgi Stavrou" userId="dd16d0fc-f2bc-4903-959a-5212f7e12581" providerId="ADAL" clId="{1E03F269-CBA5-46B5-A393-57B181650B55}" dt="2026-01-22T10:14:07.798" v="391" actId="14100"/>
          <ac:grpSpMkLst>
            <pc:docMk/>
            <pc:sldMk cId="0" sldId="278"/>
            <ac:grpSpMk id="2" creationId="{180B9A3D-D422-D282-5B77-3B6473FCE943}"/>
          </ac:grpSpMkLst>
        </pc:grpChg>
      </pc:sldChg>
      <pc:sldChg chg="addSp modSp mod">
        <pc:chgData name="Avgi Stavrou" userId="dd16d0fc-f2bc-4903-959a-5212f7e12581" providerId="ADAL" clId="{1E03F269-CBA5-46B5-A393-57B181650B55}" dt="2026-01-22T10:16:58.184" v="428" actId="1076"/>
        <pc:sldMkLst>
          <pc:docMk/>
          <pc:sldMk cId="0" sldId="279"/>
        </pc:sldMkLst>
        <pc:spChg chg="mod">
          <ac:chgData name="Avgi Stavrou" userId="dd16d0fc-f2bc-4903-959a-5212f7e12581" providerId="ADAL" clId="{1E03F269-CBA5-46B5-A393-57B181650B55}" dt="2026-01-22T10:16:32.598" v="422" actId="1076"/>
          <ac:spMkLst>
            <pc:docMk/>
            <pc:sldMk cId="0" sldId="279"/>
            <ac:spMk id="532" creationId="{00000000-0000-0000-0000-000000000000}"/>
          </ac:spMkLst>
        </pc:spChg>
        <pc:spChg chg="mod">
          <ac:chgData name="Avgi Stavrou" userId="dd16d0fc-f2bc-4903-959a-5212f7e12581" providerId="ADAL" clId="{1E03F269-CBA5-46B5-A393-57B181650B55}" dt="2026-01-22T10:16:42.202" v="423" actId="164"/>
          <ac:spMkLst>
            <pc:docMk/>
            <pc:sldMk cId="0" sldId="279"/>
            <ac:spMk id="533" creationId="{00000000-0000-0000-0000-000000000000}"/>
          </ac:spMkLst>
        </pc:spChg>
        <pc:spChg chg="mod">
          <ac:chgData name="Avgi Stavrou" userId="dd16d0fc-f2bc-4903-959a-5212f7e12581" providerId="ADAL" clId="{1E03F269-CBA5-46B5-A393-57B181650B55}" dt="2026-01-22T10:16:42.202" v="423" actId="164"/>
          <ac:spMkLst>
            <pc:docMk/>
            <pc:sldMk cId="0" sldId="279"/>
            <ac:spMk id="534" creationId="{00000000-0000-0000-0000-000000000000}"/>
          </ac:spMkLst>
        </pc:spChg>
        <pc:spChg chg="mod">
          <ac:chgData name="Avgi Stavrou" userId="dd16d0fc-f2bc-4903-959a-5212f7e12581" providerId="ADAL" clId="{1E03F269-CBA5-46B5-A393-57B181650B55}" dt="2026-01-22T10:16:42.202" v="423" actId="164"/>
          <ac:spMkLst>
            <pc:docMk/>
            <pc:sldMk cId="0" sldId="279"/>
            <ac:spMk id="535" creationId="{00000000-0000-0000-0000-000000000000}"/>
          </ac:spMkLst>
        </pc:spChg>
        <pc:spChg chg="mod">
          <ac:chgData name="Avgi Stavrou" userId="dd16d0fc-f2bc-4903-959a-5212f7e12581" providerId="ADAL" clId="{1E03F269-CBA5-46B5-A393-57B181650B55}" dt="2026-01-22T10:16:42.202" v="423" actId="164"/>
          <ac:spMkLst>
            <pc:docMk/>
            <pc:sldMk cId="0" sldId="279"/>
            <ac:spMk id="536" creationId="{00000000-0000-0000-0000-000000000000}"/>
          </ac:spMkLst>
        </pc:spChg>
        <pc:spChg chg="mod">
          <ac:chgData name="Avgi Stavrou" userId="dd16d0fc-f2bc-4903-959a-5212f7e12581" providerId="ADAL" clId="{1E03F269-CBA5-46B5-A393-57B181650B55}" dt="2026-01-22T10:16:42.202" v="423" actId="164"/>
          <ac:spMkLst>
            <pc:docMk/>
            <pc:sldMk cId="0" sldId="279"/>
            <ac:spMk id="537" creationId="{00000000-0000-0000-0000-000000000000}"/>
          </ac:spMkLst>
        </pc:spChg>
        <pc:spChg chg="mod">
          <ac:chgData name="Avgi Stavrou" userId="dd16d0fc-f2bc-4903-959a-5212f7e12581" providerId="ADAL" clId="{1E03F269-CBA5-46B5-A393-57B181650B55}" dt="2026-01-22T10:16:42.202" v="423" actId="164"/>
          <ac:spMkLst>
            <pc:docMk/>
            <pc:sldMk cId="0" sldId="279"/>
            <ac:spMk id="538" creationId="{00000000-0000-0000-0000-000000000000}"/>
          </ac:spMkLst>
        </pc:spChg>
        <pc:spChg chg="mod">
          <ac:chgData name="Avgi Stavrou" userId="dd16d0fc-f2bc-4903-959a-5212f7e12581" providerId="ADAL" clId="{1E03F269-CBA5-46B5-A393-57B181650B55}" dt="2026-01-22T10:16:55.410" v="427" actId="1076"/>
          <ac:spMkLst>
            <pc:docMk/>
            <pc:sldMk cId="0" sldId="279"/>
            <ac:spMk id="539" creationId="{00000000-0000-0000-0000-000000000000}"/>
          </ac:spMkLst>
        </pc:spChg>
        <pc:spChg chg="mod">
          <ac:chgData name="Avgi Stavrou" userId="dd16d0fc-f2bc-4903-959a-5212f7e12581" providerId="ADAL" clId="{1E03F269-CBA5-46B5-A393-57B181650B55}" dt="2026-01-22T10:16:26.945" v="421" actId="403"/>
          <ac:spMkLst>
            <pc:docMk/>
            <pc:sldMk cId="0" sldId="279"/>
            <ac:spMk id="541" creationId="{00000000-0000-0000-0000-000000000000}"/>
          </ac:spMkLst>
        </pc:spChg>
        <pc:grpChg chg="add mod">
          <ac:chgData name="Avgi Stavrou" userId="dd16d0fc-f2bc-4903-959a-5212f7e12581" providerId="ADAL" clId="{1E03F269-CBA5-46B5-A393-57B181650B55}" dt="2026-01-22T10:16:21.370" v="419" actId="1076"/>
          <ac:grpSpMkLst>
            <pc:docMk/>
            <pc:sldMk cId="0" sldId="279"/>
            <ac:grpSpMk id="2" creationId="{A86DB5F1-DD02-F33C-72D5-057CD7E6D593}"/>
          </ac:grpSpMkLst>
        </pc:grpChg>
        <pc:grpChg chg="add mod">
          <ac:chgData name="Avgi Stavrou" userId="dd16d0fc-f2bc-4903-959a-5212f7e12581" providerId="ADAL" clId="{1E03F269-CBA5-46B5-A393-57B181650B55}" dt="2026-01-22T10:16:50.119" v="426" actId="1076"/>
          <ac:grpSpMkLst>
            <pc:docMk/>
            <pc:sldMk cId="0" sldId="279"/>
            <ac:grpSpMk id="3" creationId="{866BECCE-5B21-A331-E943-9EA177BEA5C2}"/>
          </ac:grpSpMkLst>
        </pc:grpChg>
        <pc:picChg chg="mod">
          <ac:chgData name="Avgi Stavrou" userId="dd16d0fc-f2bc-4903-959a-5212f7e12581" providerId="ADAL" clId="{1E03F269-CBA5-46B5-A393-57B181650B55}" dt="2026-01-22T10:16:58.184" v="428" actId="1076"/>
          <ac:picMkLst>
            <pc:docMk/>
            <pc:sldMk cId="0" sldId="279"/>
            <ac:picMk id="540" creationId="{00000000-0000-0000-0000-000000000000}"/>
          </ac:picMkLst>
        </pc:picChg>
      </pc:sldChg>
      <pc:sldChg chg="addSp modSp mod">
        <pc:chgData name="Avgi Stavrou" userId="dd16d0fc-f2bc-4903-959a-5212f7e12581" providerId="ADAL" clId="{1E03F269-CBA5-46B5-A393-57B181650B55}" dt="2026-01-22T10:18:31.645" v="444" actId="14100"/>
        <pc:sldMkLst>
          <pc:docMk/>
          <pc:sldMk cId="0" sldId="280"/>
        </pc:sldMkLst>
        <pc:spChg chg="mod">
          <ac:chgData name="Avgi Stavrou" userId="dd16d0fc-f2bc-4903-959a-5212f7e12581" providerId="ADAL" clId="{1E03F269-CBA5-46B5-A393-57B181650B55}" dt="2026-01-22T10:17:48.044" v="436" actId="255"/>
          <ac:spMkLst>
            <pc:docMk/>
            <pc:sldMk cId="0" sldId="280"/>
            <ac:spMk id="548" creationId="{00000000-0000-0000-0000-000000000000}"/>
          </ac:spMkLst>
        </pc:spChg>
        <pc:spChg chg="mod">
          <ac:chgData name="Avgi Stavrou" userId="dd16d0fc-f2bc-4903-959a-5212f7e12581" providerId="ADAL" clId="{1E03F269-CBA5-46B5-A393-57B181650B55}" dt="2026-01-22T10:17:48.044" v="436" actId="255"/>
          <ac:spMkLst>
            <pc:docMk/>
            <pc:sldMk cId="0" sldId="280"/>
            <ac:spMk id="549" creationId="{00000000-0000-0000-0000-000000000000}"/>
          </ac:spMkLst>
        </pc:spChg>
        <pc:spChg chg="mod">
          <ac:chgData name="Avgi Stavrou" userId="dd16d0fc-f2bc-4903-959a-5212f7e12581" providerId="ADAL" clId="{1E03F269-CBA5-46B5-A393-57B181650B55}" dt="2026-01-22T10:18:12.153" v="441" actId="164"/>
          <ac:spMkLst>
            <pc:docMk/>
            <pc:sldMk cId="0" sldId="280"/>
            <ac:spMk id="552" creationId="{00000000-0000-0000-0000-000000000000}"/>
          </ac:spMkLst>
        </pc:spChg>
        <pc:spChg chg="mod">
          <ac:chgData name="Avgi Stavrou" userId="dd16d0fc-f2bc-4903-959a-5212f7e12581" providerId="ADAL" clId="{1E03F269-CBA5-46B5-A393-57B181650B55}" dt="2026-01-22T10:18:12.153" v="441" actId="164"/>
          <ac:spMkLst>
            <pc:docMk/>
            <pc:sldMk cId="0" sldId="280"/>
            <ac:spMk id="553" creationId="{00000000-0000-0000-0000-000000000000}"/>
          </ac:spMkLst>
        </pc:spChg>
        <pc:spChg chg="mod">
          <ac:chgData name="Avgi Stavrou" userId="dd16d0fc-f2bc-4903-959a-5212f7e12581" providerId="ADAL" clId="{1E03F269-CBA5-46B5-A393-57B181650B55}" dt="2026-01-22T10:18:12.153" v="441" actId="164"/>
          <ac:spMkLst>
            <pc:docMk/>
            <pc:sldMk cId="0" sldId="280"/>
            <ac:spMk id="555" creationId="{00000000-0000-0000-0000-000000000000}"/>
          </ac:spMkLst>
        </pc:spChg>
        <pc:spChg chg="mod">
          <ac:chgData name="Avgi Stavrou" userId="dd16d0fc-f2bc-4903-959a-5212f7e12581" providerId="ADAL" clId="{1E03F269-CBA5-46B5-A393-57B181650B55}" dt="2026-01-22T10:18:12.153" v="441" actId="164"/>
          <ac:spMkLst>
            <pc:docMk/>
            <pc:sldMk cId="0" sldId="280"/>
            <ac:spMk id="556" creationId="{00000000-0000-0000-0000-000000000000}"/>
          </ac:spMkLst>
        </pc:spChg>
        <pc:spChg chg="mod">
          <ac:chgData name="Avgi Stavrou" userId="dd16d0fc-f2bc-4903-959a-5212f7e12581" providerId="ADAL" clId="{1E03F269-CBA5-46B5-A393-57B181650B55}" dt="2026-01-22T10:18:12.153" v="441" actId="164"/>
          <ac:spMkLst>
            <pc:docMk/>
            <pc:sldMk cId="0" sldId="280"/>
            <ac:spMk id="558" creationId="{00000000-0000-0000-0000-000000000000}"/>
          </ac:spMkLst>
        </pc:spChg>
        <pc:spChg chg="mod">
          <ac:chgData name="Avgi Stavrou" userId="dd16d0fc-f2bc-4903-959a-5212f7e12581" providerId="ADAL" clId="{1E03F269-CBA5-46B5-A393-57B181650B55}" dt="2026-01-22T10:18:31.645" v="444" actId="14100"/>
          <ac:spMkLst>
            <pc:docMk/>
            <pc:sldMk cId="0" sldId="280"/>
            <ac:spMk id="559" creationId="{00000000-0000-0000-0000-000000000000}"/>
          </ac:spMkLst>
        </pc:spChg>
        <pc:spChg chg="mod">
          <ac:chgData name="Avgi Stavrou" userId="dd16d0fc-f2bc-4903-959a-5212f7e12581" providerId="ADAL" clId="{1E03F269-CBA5-46B5-A393-57B181650B55}" dt="2026-01-22T10:17:40.930" v="435" actId="1076"/>
          <ac:spMkLst>
            <pc:docMk/>
            <pc:sldMk cId="0" sldId="280"/>
            <ac:spMk id="560" creationId="{00000000-0000-0000-0000-000000000000}"/>
          </ac:spMkLst>
        </pc:spChg>
        <pc:spChg chg="mod">
          <ac:chgData name="Avgi Stavrou" userId="dd16d0fc-f2bc-4903-959a-5212f7e12581" providerId="ADAL" clId="{1E03F269-CBA5-46B5-A393-57B181650B55}" dt="2026-01-22T10:17:40.930" v="435" actId="1076"/>
          <ac:spMkLst>
            <pc:docMk/>
            <pc:sldMk cId="0" sldId="280"/>
            <ac:spMk id="561" creationId="{00000000-0000-0000-0000-000000000000}"/>
          </ac:spMkLst>
        </pc:spChg>
        <pc:spChg chg="mod">
          <ac:chgData name="Avgi Stavrou" userId="dd16d0fc-f2bc-4903-959a-5212f7e12581" providerId="ADAL" clId="{1E03F269-CBA5-46B5-A393-57B181650B55}" dt="2026-01-22T10:17:40.930" v="435" actId="1076"/>
          <ac:spMkLst>
            <pc:docMk/>
            <pc:sldMk cId="0" sldId="280"/>
            <ac:spMk id="562" creationId="{00000000-0000-0000-0000-000000000000}"/>
          </ac:spMkLst>
        </pc:spChg>
        <pc:grpChg chg="add mod">
          <ac:chgData name="Avgi Stavrou" userId="dd16d0fc-f2bc-4903-959a-5212f7e12581" providerId="ADAL" clId="{1E03F269-CBA5-46B5-A393-57B181650B55}" dt="2026-01-22T10:18:23.459" v="443" actId="14100"/>
          <ac:grpSpMkLst>
            <pc:docMk/>
            <pc:sldMk cId="0" sldId="280"/>
            <ac:grpSpMk id="2" creationId="{2097A606-60B5-09AB-3B10-C01762B258E3}"/>
          </ac:grpSpMkLst>
        </pc:grpChg>
      </pc:sldChg>
      <pc:sldChg chg="addSp modSp mod">
        <pc:chgData name="Avgi Stavrou" userId="dd16d0fc-f2bc-4903-959a-5212f7e12581" providerId="ADAL" clId="{1E03F269-CBA5-46B5-A393-57B181650B55}" dt="2026-01-22T10:19:45.067" v="462" actId="404"/>
        <pc:sldMkLst>
          <pc:docMk/>
          <pc:sldMk cId="0" sldId="281"/>
        </pc:sldMkLst>
        <pc:spChg chg="mod">
          <ac:chgData name="Avgi Stavrou" userId="dd16d0fc-f2bc-4903-959a-5212f7e12581" providerId="ADAL" clId="{1E03F269-CBA5-46B5-A393-57B181650B55}" dt="2026-01-22T10:18:55.297" v="445" actId="1076"/>
          <ac:spMkLst>
            <pc:docMk/>
            <pc:sldMk cId="0" sldId="281"/>
            <ac:spMk id="569" creationId="{00000000-0000-0000-0000-000000000000}"/>
          </ac:spMkLst>
        </pc:spChg>
        <pc:spChg chg="mod">
          <ac:chgData name="Avgi Stavrou" userId="dd16d0fc-f2bc-4903-959a-5212f7e12581" providerId="ADAL" clId="{1E03F269-CBA5-46B5-A393-57B181650B55}" dt="2026-01-22T10:18:58.248" v="446" actId="1076"/>
          <ac:spMkLst>
            <pc:docMk/>
            <pc:sldMk cId="0" sldId="281"/>
            <ac:spMk id="570" creationId="{00000000-0000-0000-0000-000000000000}"/>
          </ac:spMkLst>
        </pc:spChg>
        <pc:spChg chg="mod">
          <ac:chgData name="Avgi Stavrou" userId="dd16d0fc-f2bc-4903-959a-5212f7e12581" providerId="ADAL" clId="{1E03F269-CBA5-46B5-A393-57B181650B55}" dt="2026-01-22T10:19:45.067" v="462" actId="404"/>
          <ac:spMkLst>
            <pc:docMk/>
            <pc:sldMk cId="0" sldId="281"/>
            <ac:spMk id="571" creationId="{00000000-0000-0000-0000-000000000000}"/>
          </ac:spMkLst>
        </pc:spChg>
        <pc:spChg chg="mod">
          <ac:chgData name="Avgi Stavrou" userId="dd16d0fc-f2bc-4903-959a-5212f7e12581" providerId="ADAL" clId="{1E03F269-CBA5-46B5-A393-57B181650B55}" dt="2026-01-22T10:19:19.325" v="453" actId="403"/>
          <ac:spMkLst>
            <pc:docMk/>
            <pc:sldMk cId="0" sldId="281"/>
            <ac:spMk id="572" creationId="{00000000-0000-0000-0000-000000000000}"/>
          </ac:spMkLst>
        </pc:spChg>
        <pc:spChg chg="mod">
          <ac:chgData name="Avgi Stavrou" userId="dd16d0fc-f2bc-4903-959a-5212f7e12581" providerId="ADAL" clId="{1E03F269-CBA5-46B5-A393-57B181650B55}" dt="2026-01-22T10:19:19.325" v="453" actId="403"/>
          <ac:spMkLst>
            <pc:docMk/>
            <pc:sldMk cId="0" sldId="281"/>
            <ac:spMk id="573" creationId="{00000000-0000-0000-0000-000000000000}"/>
          </ac:spMkLst>
        </pc:spChg>
        <pc:spChg chg="mod">
          <ac:chgData name="Avgi Stavrou" userId="dd16d0fc-f2bc-4903-959a-5212f7e12581" providerId="ADAL" clId="{1E03F269-CBA5-46B5-A393-57B181650B55}" dt="2026-01-22T10:19:19.325" v="453" actId="403"/>
          <ac:spMkLst>
            <pc:docMk/>
            <pc:sldMk cId="0" sldId="281"/>
            <ac:spMk id="574" creationId="{00000000-0000-0000-0000-000000000000}"/>
          </ac:spMkLst>
        </pc:spChg>
        <pc:spChg chg="mod">
          <ac:chgData name="Avgi Stavrou" userId="dd16d0fc-f2bc-4903-959a-5212f7e12581" providerId="ADAL" clId="{1E03F269-CBA5-46B5-A393-57B181650B55}" dt="2026-01-22T10:19:19.325" v="453" actId="403"/>
          <ac:spMkLst>
            <pc:docMk/>
            <pc:sldMk cId="0" sldId="281"/>
            <ac:spMk id="575" creationId="{00000000-0000-0000-0000-000000000000}"/>
          </ac:spMkLst>
        </pc:spChg>
        <pc:spChg chg="mod">
          <ac:chgData name="Avgi Stavrou" userId="dd16d0fc-f2bc-4903-959a-5212f7e12581" providerId="ADAL" clId="{1E03F269-CBA5-46B5-A393-57B181650B55}" dt="2026-01-22T10:19:01.742" v="447" actId="1076"/>
          <ac:spMkLst>
            <pc:docMk/>
            <pc:sldMk cId="0" sldId="281"/>
            <ac:spMk id="576" creationId="{00000000-0000-0000-0000-000000000000}"/>
          </ac:spMkLst>
        </pc:spChg>
        <pc:spChg chg="mod">
          <ac:chgData name="Avgi Stavrou" userId="dd16d0fc-f2bc-4903-959a-5212f7e12581" providerId="ADAL" clId="{1E03F269-CBA5-46B5-A393-57B181650B55}" dt="2026-01-22T10:19:45.067" v="462" actId="404"/>
          <ac:spMkLst>
            <pc:docMk/>
            <pc:sldMk cId="0" sldId="281"/>
            <ac:spMk id="577" creationId="{00000000-0000-0000-0000-000000000000}"/>
          </ac:spMkLst>
        </pc:spChg>
        <pc:spChg chg="mod">
          <ac:chgData name="Avgi Stavrou" userId="dd16d0fc-f2bc-4903-959a-5212f7e12581" providerId="ADAL" clId="{1E03F269-CBA5-46B5-A393-57B181650B55}" dt="2026-01-22T10:19:33.043" v="457" actId="403"/>
          <ac:spMkLst>
            <pc:docMk/>
            <pc:sldMk cId="0" sldId="281"/>
            <ac:spMk id="578" creationId="{00000000-0000-0000-0000-000000000000}"/>
          </ac:spMkLst>
        </pc:spChg>
        <pc:spChg chg="mod">
          <ac:chgData name="Avgi Stavrou" userId="dd16d0fc-f2bc-4903-959a-5212f7e12581" providerId="ADAL" clId="{1E03F269-CBA5-46B5-A393-57B181650B55}" dt="2026-01-22T10:19:33.043" v="457" actId="403"/>
          <ac:spMkLst>
            <pc:docMk/>
            <pc:sldMk cId="0" sldId="281"/>
            <ac:spMk id="579" creationId="{00000000-0000-0000-0000-000000000000}"/>
          </ac:spMkLst>
        </pc:spChg>
        <pc:spChg chg="mod">
          <ac:chgData name="Avgi Stavrou" userId="dd16d0fc-f2bc-4903-959a-5212f7e12581" providerId="ADAL" clId="{1E03F269-CBA5-46B5-A393-57B181650B55}" dt="2026-01-22T10:19:33.043" v="457" actId="403"/>
          <ac:spMkLst>
            <pc:docMk/>
            <pc:sldMk cId="0" sldId="281"/>
            <ac:spMk id="580" creationId="{00000000-0000-0000-0000-000000000000}"/>
          </ac:spMkLst>
        </pc:spChg>
        <pc:grpChg chg="add mod">
          <ac:chgData name="Avgi Stavrou" userId="dd16d0fc-f2bc-4903-959a-5212f7e12581" providerId="ADAL" clId="{1E03F269-CBA5-46B5-A393-57B181650B55}" dt="2026-01-22T10:19:24.897" v="454" actId="14100"/>
          <ac:grpSpMkLst>
            <pc:docMk/>
            <pc:sldMk cId="0" sldId="281"/>
            <ac:grpSpMk id="2" creationId="{88867882-6E87-D33D-7FA7-E33A9A31904B}"/>
          </ac:grpSpMkLst>
        </pc:grpChg>
        <pc:grpChg chg="add mod">
          <ac:chgData name="Avgi Stavrou" userId="dd16d0fc-f2bc-4903-959a-5212f7e12581" providerId="ADAL" clId="{1E03F269-CBA5-46B5-A393-57B181650B55}" dt="2026-01-22T10:19:39.596" v="459" actId="14100"/>
          <ac:grpSpMkLst>
            <pc:docMk/>
            <pc:sldMk cId="0" sldId="281"/>
            <ac:grpSpMk id="3" creationId="{9825C630-C617-3128-BA07-0280C5342A14}"/>
          </ac:grpSpMkLst>
        </pc:grpChg>
      </pc:sldChg>
      <pc:sldChg chg="addSp modSp mod">
        <pc:chgData name="Avgi Stavrou" userId="dd16d0fc-f2bc-4903-959a-5212f7e12581" providerId="ADAL" clId="{1E03F269-CBA5-46B5-A393-57B181650B55}" dt="2026-01-22T10:20:29.793" v="476" actId="14100"/>
        <pc:sldMkLst>
          <pc:docMk/>
          <pc:sldMk cId="0" sldId="282"/>
        </pc:sldMkLst>
        <pc:spChg chg="mod">
          <ac:chgData name="Avgi Stavrou" userId="dd16d0fc-f2bc-4903-959a-5212f7e12581" providerId="ADAL" clId="{1E03F269-CBA5-46B5-A393-57B181650B55}" dt="2026-01-22T10:20:00.499" v="463" actId="1076"/>
          <ac:spMkLst>
            <pc:docMk/>
            <pc:sldMk cId="0" sldId="282"/>
            <ac:spMk id="586" creationId="{00000000-0000-0000-0000-000000000000}"/>
          </ac:spMkLst>
        </pc:spChg>
        <pc:spChg chg="mod">
          <ac:chgData name="Avgi Stavrou" userId="dd16d0fc-f2bc-4903-959a-5212f7e12581" providerId="ADAL" clId="{1E03F269-CBA5-46B5-A393-57B181650B55}" dt="2026-01-22T10:20:02.780" v="464" actId="1076"/>
          <ac:spMkLst>
            <pc:docMk/>
            <pc:sldMk cId="0" sldId="282"/>
            <ac:spMk id="587" creationId="{00000000-0000-0000-0000-000000000000}"/>
          </ac:spMkLst>
        </pc:spChg>
        <pc:spChg chg="mod">
          <ac:chgData name="Avgi Stavrou" userId="dd16d0fc-f2bc-4903-959a-5212f7e12581" providerId="ADAL" clId="{1E03F269-CBA5-46B5-A393-57B181650B55}" dt="2026-01-22T10:20:13.542" v="471" actId="403"/>
          <ac:spMkLst>
            <pc:docMk/>
            <pc:sldMk cId="0" sldId="282"/>
            <ac:spMk id="588" creationId="{00000000-0000-0000-0000-000000000000}"/>
          </ac:spMkLst>
        </pc:spChg>
        <pc:spChg chg="mod">
          <ac:chgData name="Avgi Stavrou" userId="dd16d0fc-f2bc-4903-959a-5212f7e12581" providerId="ADAL" clId="{1E03F269-CBA5-46B5-A393-57B181650B55}" dt="2026-01-22T10:20:13.542" v="471" actId="403"/>
          <ac:spMkLst>
            <pc:docMk/>
            <pc:sldMk cId="0" sldId="282"/>
            <ac:spMk id="589" creationId="{00000000-0000-0000-0000-000000000000}"/>
          </ac:spMkLst>
        </pc:spChg>
        <pc:spChg chg="mod">
          <ac:chgData name="Avgi Stavrou" userId="dd16d0fc-f2bc-4903-959a-5212f7e12581" providerId="ADAL" clId="{1E03F269-CBA5-46B5-A393-57B181650B55}" dt="2026-01-22T10:20:13.542" v="471" actId="403"/>
          <ac:spMkLst>
            <pc:docMk/>
            <pc:sldMk cId="0" sldId="282"/>
            <ac:spMk id="590" creationId="{00000000-0000-0000-0000-000000000000}"/>
          </ac:spMkLst>
        </pc:spChg>
        <pc:spChg chg="mod">
          <ac:chgData name="Avgi Stavrou" userId="dd16d0fc-f2bc-4903-959a-5212f7e12581" providerId="ADAL" clId="{1E03F269-CBA5-46B5-A393-57B181650B55}" dt="2026-01-22T10:20:13.542" v="471" actId="403"/>
          <ac:spMkLst>
            <pc:docMk/>
            <pc:sldMk cId="0" sldId="282"/>
            <ac:spMk id="591" creationId="{00000000-0000-0000-0000-000000000000}"/>
          </ac:spMkLst>
        </pc:spChg>
        <pc:spChg chg="mod">
          <ac:chgData name="Avgi Stavrou" userId="dd16d0fc-f2bc-4903-959a-5212f7e12581" providerId="ADAL" clId="{1E03F269-CBA5-46B5-A393-57B181650B55}" dt="2026-01-22T10:20:13.542" v="471" actId="403"/>
          <ac:spMkLst>
            <pc:docMk/>
            <pc:sldMk cId="0" sldId="282"/>
            <ac:spMk id="592" creationId="{00000000-0000-0000-0000-000000000000}"/>
          </ac:spMkLst>
        </pc:spChg>
        <pc:spChg chg="mod">
          <ac:chgData name="Avgi Stavrou" userId="dd16d0fc-f2bc-4903-959a-5212f7e12581" providerId="ADAL" clId="{1E03F269-CBA5-46B5-A393-57B181650B55}" dt="2026-01-22T10:20:13.542" v="471" actId="403"/>
          <ac:spMkLst>
            <pc:docMk/>
            <pc:sldMk cId="0" sldId="282"/>
            <ac:spMk id="593" creationId="{00000000-0000-0000-0000-000000000000}"/>
          </ac:spMkLst>
        </pc:spChg>
        <pc:grpChg chg="add mod">
          <ac:chgData name="Avgi Stavrou" userId="dd16d0fc-f2bc-4903-959a-5212f7e12581" providerId="ADAL" clId="{1E03F269-CBA5-46B5-A393-57B181650B55}" dt="2026-01-22T10:20:29.793" v="476" actId="14100"/>
          <ac:grpSpMkLst>
            <pc:docMk/>
            <pc:sldMk cId="0" sldId="282"/>
            <ac:grpSpMk id="2" creationId="{2826D308-FCB0-228C-BF7F-365B9838FAE2}"/>
          </ac:grpSpMkLst>
        </pc:grpChg>
      </pc:sldChg>
      <pc:sldChg chg="addSp delSp modSp mod modNotes">
        <pc:chgData name="Avgi Stavrou" userId="dd16d0fc-f2bc-4903-959a-5212f7e12581" providerId="ADAL" clId="{1E03F269-CBA5-46B5-A393-57B181650B55}" dt="2026-01-22T10:22:33.003" v="498" actId="404"/>
        <pc:sldMkLst>
          <pc:docMk/>
          <pc:sldMk cId="0" sldId="284"/>
        </pc:sldMkLst>
        <pc:spChg chg="mod">
          <ac:chgData name="Avgi Stavrou" userId="dd16d0fc-f2bc-4903-959a-5212f7e12581" providerId="ADAL" clId="{1E03F269-CBA5-46B5-A393-57B181650B55}" dt="2026-01-22T10:21:55.456" v="489" actId="403"/>
          <ac:spMkLst>
            <pc:docMk/>
            <pc:sldMk cId="0" sldId="284"/>
            <ac:spMk id="645" creationId="{00000000-0000-0000-0000-000000000000}"/>
          </ac:spMkLst>
        </pc:spChg>
        <pc:spChg chg="mod">
          <ac:chgData name="Avgi Stavrou" userId="dd16d0fc-f2bc-4903-959a-5212f7e12581" providerId="ADAL" clId="{1E03F269-CBA5-46B5-A393-57B181650B55}" dt="2026-01-22T10:22:10.228" v="494" actId="403"/>
          <ac:spMkLst>
            <pc:docMk/>
            <pc:sldMk cId="0" sldId="284"/>
            <ac:spMk id="649" creationId="{00000000-0000-0000-0000-000000000000}"/>
          </ac:spMkLst>
        </pc:spChg>
        <pc:spChg chg="mod">
          <ac:chgData name="Avgi Stavrou" userId="dd16d0fc-f2bc-4903-959a-5212f7e12581" providerId="ADAL" clId="{1E03F269-CBA5-46B5-A393-57B181650B55}" dt="2026-01-22T10:22:33.003" v="498" actId="404"/>
          <ac:spMkLst>
            <pc:docMk/>
            <pc:sldMk cId="0" sldId="284"/>
            <ac:spMk id="653" creationId="{00000000-0000-0000-0000-000000000000}"/>
          </ac:spMkLst>
        </pc:spChg>
        <pc:spChg chg="mod">
          <ac:chgData name="Avgi Stavrou" userId="dd16d0fc-f2bc-4903-959a-5212f7e12581" providerId="ADAL" clId="{1E03F269-CBA5-46B5-A393-57B181650B55}" dt="2026-01-22T10:21:13.704" v="477" actId="1076"/>
          <ac:spMkLst>
            <pc:docMk/>
            <pc:sldMk cId="0" sldId="284"/>
            <ac:spMk id="656" creationId="{00000000-0000-0000-0000-000000000000}"/>
          </ac:spMkLst>
        </pc:spChg>
        <pc:spChg chg="mod">
          <ac:chgData name="Avgi Stavrou" userId="dd16d0fc-f2bc-4903-959a-5212f7e12581" providerId="ADAL" clId="{1E03F269-CBA5-46B5-A393-57B181650B55}" dt="2026-01-22T10:15:30.443" v="408" actId="403"/>
          <ac:spMkLst>
            <pc:docMk/>
            <pc:sldMk cId="0" sldId="284"/>
            <ac:spMk id="657" creationId="{00000000-0000-0000-0000-000000000000}"/>
          </ac:spMkLst>
        </pc:spChg>
        <pc:spChg chg="mod">
          <ac:chgData name="Avgi Stavrou" userId="dd16d0fc-f2bc-4903-959a-5212f7e12581" providerId="ADAL" clId="{1E03F269-CBA5-46B5-A393-57B181650B55}" dt="2026-01-22T10:15:30.443" v="408" actId="403"/>
          <ac:spMkLst>
            <pc:docMk/>
            <pc:sldMk cId="0" sldId="284"/>
            <ac:spMk id="658" creationId="{00000000-0000-0000-0000-000000000000}"/>
          </ac:spMkLst>
        </pc:spChg>
        <pc:spChg chg="mod">
          <ac:chgData name="Avgi Stavrou" userId="dd16d0fc-f2bc-4903-959a-5212f7e12581" providerId="ADAL" clId="{1E03F269-CBA5-46B5-A393-57B181650B55}" dt="2026-01-22T10:15:30.443" v="408" actId="403"/>
          <ac:spMkLst>
            <pc:docMk/>
            <pc:sldMk cId="0" sldId="284"/>
            <ac:spMk id="659" creationId="{00000000-0000-0000-0000-000000000000}"/>
          </ac:spMkLst>
        </pc:spChg>
        <pc:spChg chg="mod">
          <ac:chgData name="Avgi Stavrou" userId="dd16d0fc-f2bc-4903-959a-5212f7e12581" providerId="ADAL" clId="{1E03F269-CBA5-46B5-A393-57B181650B55}" dt="2026-01-22T10:15:30.443" v="408" actId="403"/>
          <ac:spMkLst>
            <pc:docMk/>
            <pc:sldMk cId="0" sldId="284"/>
            <ac:spMk id="660" creationId="{00000000-0000-0000-0000-000000000000}"/>
          </ac:spMkLst>
        </pc:spChg>
        <pc:spChg chg="mod">
          <ac:chgData name="Avgi Stavrou" userId="dd16d0fc-f2bc-4903-959a-5212f7e12581" providerId="ADAL" clId="{1E03F269-CBA5-46B5-A393-57B181650B55}" dt="2026-01-22T10:21:36.574" v="484" actId="1076"/>
          <ac:spMkLst>
            <pc:docMk/>
            <pc:sldMk cId="0" sldId="284"/>
            <ac:spMk id="661" creationId="{00000000-0000-0000-0000-000000000000}"/>
          </ac:spMkLst>
        </pc:spChg>
        <pc:grpChg chg="add mod">
          <ac:chgData name="Avgi Stavrou" userId="dd16d0fc-f2bc-4903-959a-5212f7e12581" providerId="ADAL" clId="{1E03F269-CBA5-46B5-A393-57B181650B55}" dt="2026-01-22T10:21:19.111" v="478" actId="1076"/>
          <ac:grpSpMkLst>
            <pc:docMk/>
            <pc:sldMk cId="0" sldId="284"/>
            <ac:grpSpMk id="2" creationId="{20B7C163-578F-91F3-C91D-1FBA675B4C65}"/>
          </ac:grpSpMkLst>
        </pc:grpChg>
      </pc:sldChg>
      <pc:sldChg chg="addSp modSp new mod">
        <pc:chgData name="Avgi Stavrou" userId="dd16d0fc-f2bc-4903-959a-5212f7e12581" providerId="ADAL" clId="{1E03F269-CBA5-46B5-A393-57B181650B55}" dt="2026-01-22T12:11:20.517" v="536" actId="403"/>
        <pc:sldMkLst>
          <pc:docMk/>
          <pc:sldMk cId="3601116046" sldId="285"/>
        </pc:sldMkLst>
        <pc:spChg chg="add mod">
          <ac:chgData name="Avgi Stavrou" userId="dd16d0fc-f2bc-4903-959a-5212f7e12581" providerId="ADAL" clId="{1E03F269-CBA5-46B5-A393-57B181650B55}" dt="2026-01-22T12:10:14.475" v="519"/>
          <ac:spMkLst>
            <pc:docMk/>
            <pc:sldMk cId="3601116046" sldId="285"/>
            <ac:spMk id="2" creationId="{66D10E92-391F-0607-6225-77989A48AD5E}"/>
          </ac:spMkLst>
        </pc:spChg>
        <pc:spChg chg="add mod">
          <ac:chgData name="Avgi Stavrou" userId="dd16d0fc-f2bc-4903-959a-5212f7e12581" providerId="ADAL" clId="{1E03F269-CBA5-46B5-A393-57B181650B55}" dt="2026-01-22T12:11:20.517" v="536" actId="403"/>
          <ac:spMkLst>
            <pc:docMk/>
            <pc:sldMk cId="3601116046" sldId="285"/>
            <ac:spMk id="3" creationId="{046DC998-131F-B1CA-4215-3F4E27A36A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9e8035fbc_2_62: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g3b9e8035fbc_2_62: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Welcome to Day 3. Days 1-2 taught you how to use AI—frameworks, IP protection, verification. Today we answer the "why." As engineers, you trust tools you understand. By the end of today, you'll understand the mechanism from words to predictions, why AI hallucinates, and how to prevent it. This transforms you from AI users to informed practitioners.</a:t>
            </a:r>
            <a:endParaRPr sz="1100" dirty="0"/>
          </a:p>
        </p:txBody>
      </p:sp>
      <p:sp>
        <p:nvSpPr>
          <p:cNvPr id="115" name="Google Shape;115;g3b9e8035fbc_2_62: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a:t>
            </a:fld>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b9e8035fbc_2_71: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g3b9e8035fbc_2_71: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Quick recap. Days 1-2: practical application skills. Today: the mechanism behind those skills. Understanding how AI works makes you better at using it. You'll see why structured prompts work, why hallucinations happen, and why verification isn't optional. Let's look under the hood.</a:t>
            </a:r>
            <a:endParaRPr sz="1100" dirty="0"/>
          </a:p>
        </p:txBody>
      </p:sp>
      <p:sp>
        <p:nvSpPr>
          <p:cNvPr id="124" name="Google Shape;124;g3b9e8035fbc_2_71: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a:t>
            </a:fld>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b9e8035fbc_2_85: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3b9e8035fbc_2_85: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Three parts building on each other. Part 1: Foundation—how words become coordinates. Part 2: Scale—how attention enables context. Part 3: Critical section—hallucinations and prevention. We'll use materials science analogies throughout. You already have the mental models; we're just mapping them to AI.</a:t>
            </a:r>
            <a:endParaRPr sz="1100" dirty="0"/>
          </a:p>
        </p:txBody>
      </p:sp>
      <p:sp>
        <p:nvSpPr>
          <p:cNvPr id="139" name="Google Shape;139;g3b9e8035fbc_2_85: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3</a:t>
            </a:fld>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b9e8035fbc_2_102: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g3b9e8035fbc_2_102: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Part 1: Neural Language Model foundations. The core problem: computers can't read "steel" or "polymer." They need mathematics. This section shows how AI converts words into coordinates in mathematical space using a concept you already know from materials engineering.</a:t>
            </a:r>
            <a:endParaRPr sz="1100" dirty="0"/>
          </a:p>
        </p:txBody>
      </p:sp>
      <p:sp>
        <p:nvSpPr>
          <p:cNvPr id="156" name="Google Shape;156;g3b9e8035fbc_2_102: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4</a:t>
            </a:fld>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b9e8035fbc_2_110: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g3b9e8035fbc_2_110: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You already work with this concept! You describe materials with properties: density, strength, conductivity. Each material is a point in property space. Steel and </a:t>
            </a:r>
            <a:r>
              <a:rPr lang="en-GB" sz="1100" b="0" i="0" u="none" strike="noStrike" cap="none" dirty="0" err="1">
                <a:solidFill>
                  <a:srgbClr val="000000"/>
                </a:solidFill>
                <a:effectLst/>
                <a:latin typeface="Arial"/>
                <a:ea typeface="Arial"/>
                <a:cs typeface="Arial"/>
                <a:sym typeface="Arial"/>
              </a:rPr>
              <a:t>aluminum</a:t>
            </a:r>
            <a:r>
              <a:rPr lang="en-GB" sz="1100" b="0" i="0" u="none" strike="noStrike" cap="none" dirty="0">
                <a:solidFill>
                  <a:srgbClr val="000000"/>
                </a:solidFill>
                <a:effectLst/>
                <a:latin typeface="Arial"/>
                <a:ea typeface="Arial"/>
                <a:cs typeface="Arial"/>
                <a:sym typeface="Arial"/>
              </a:rPr>
              <a:t> cluster as metals. PTFE sits far away as a polymer. Plot these values, and relationships become spatial. AI does exactly this with words—semantic space instead of property space, but identical mathematics.</a:t>
            </a:r>
            <a:endParaRPr sz="1100" dirty="0"/>
          </a:p>
        </p:txBody>
      </p:sp>
      <p:sp>
        <p:nvSpPr>
          <p:cNvPr id="165" name="Google Shape;165;g3b9e8035fbc_2_110: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5</a:t>
            </a:fld>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b9e8035fbc_2_144: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g3b9e8035fbc_2_144: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Same concept, different space. Each word gets 768 coordinates in semantic space. Just like (7.85, 450, 50) locates steel in property space, this vector locates "steel" in meaning space. Steel and Iron are close—both appear in similar contexts. Banana is distant—different domain entirely. The AI learned these relationships from reading billions of documents, learning statistical patterns of word co-occurrence, not chemistry itself.</a:t>
            </a:r>
            <a:endParaRPr sz="1100" dirty="0"/>
          </a:p>
        </p:txBody>
      </p:sp>
      <p:sp>
        <p:nvSpPr>
          <p:cNvPr id="200" name="Google Shape;200;g3b9e8035fbc_2_144: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6</a:t>
            </a:fld>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b9e8035fbc_2_16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b9e8035fbc_2_163: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Three-step process. Tokenization: break into chunks (~4 characters each)—like unit cells in crystal lattice. Embeddings: each token becomes 768-number coordinate. Semantic space: all vectors plotted. Final result: when you type "steel," computer sees mathematical coordinates, not letters. Everything from here is vector math in 768-dimensional space.</a:t>
            </a:r>
            <a:endParaRPr sz="1100" dirty="0"/>
          </a:p>
        </p:txBody>
      </p:sp>
      <p:sp>
        <p:nvSpPr>
          <p:cNvPr id="220" name="Google Shape;220;g3b9e8035fbc_2_163: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7</a:t>
            </a:fld>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b9e8035fbc_2_17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3b9e8035fbc_2_179: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Critical distinction. When you ask what's similar to steel, AI doesn't reason about metallurgy. It finds words with nearby vectors in semantic space. Often correct—Iron, Aluminium appear in similar contexts. Sometimes wrong if training data had gaps. It's pattern matching in mathematical space, not knowledge. This explains both AI's power and its limits.</a:t>
            </a:r>
            <a:endParaRPr sz="1100" dirty="0"/>
          </a:p>
        </p:txBody>
      </p:sp>
      <p:sp>
        <p:nvSpPr>
          <p:cNvPr id="237" name="Google Shape;237;g3b9e8035fbc_2_179: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8</a:t>
            </a:fld>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b9e8035fbc_2_19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g3b9e8035fbc_2_193: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Section 1 complete. Words become coordinates through tokenization and embedding. Similar meanings cluster in 768D space. Everything AI does is vector math. The materials parallel: exactly how you work with property space. Limitation: no context yet. That's Part 2—attention mechanisms and scale.</a:t>
            </a:r>
            <a:endParaRPr sz="1100" dirty="0"/>
          </a:p>
        </p:txBody>
      </p:sp>
      <p:sp>
        <p:nvSpPr>
          <p:cNvPr id="253" name="Google Shape;253;g3b9e8035fbc_2_193: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9</a:t>
            </a:fld>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b9e8035fbc_2_214: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b9e8035fbc_2_214: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Part 2: What makes language models "Large." We've built the foundation—words as coordinates. Now we scale up and add the key ingredient: attention mechanisms. By the end of this section, you'll understand how AI went from simple pattern matching to apparent context understanding.</a:t>
            </a:r>
            <a:endParaRPr sz="1100" dirty="0"/>
          </a:p>
        </p:txBody>
      </p:sp>
      <p:sp>
        <p:nvSpPr>
          <p:cNvPr id="275" name="Google Shape;275;g3b9e8035fbc_2_214: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10</a:t>
            </a:fld>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b9e8035fbc_2_222: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g3b9e8035fbc_2_222: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Here's the problem NLMs can't solve. Same word—"lead"—completely different meanings. You instantly knew sentence 1 is about Pb metal, sentence 2 about leadership. How? You looked at surrounding words. "Shielding," "radiation"—scientific context. "Investigator," "supervised"—human context. This is context-dependent disambiguation. For AI to do this, it needs attention mechanisms that weight surrounding words' importance.</a:t>
            </a:r>
            <a:endParaRPr sz="1100" dirty="0"/>
          </a:p>
        </p:txBody>
      </p:sp>
      <p:sp>
        <p:nvSpPr>
          <p:cNvPr id="284" name="Google Shape;284;g3b9e8035fbc_2_222: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11</a:t>
            </a:fld>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b9e8035fbc_2_23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g3b9e8035fbc_2_239: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Use a concept you know: composites. Matrix and </a:t>
            </a:r>
            <a:r>
              <a:rPr lang="en-GB" sz="1100" b="0" i="0" u="none" strike="noStrike" cap="none" dirty="0" err="1">
                <a:solidFill>
                  <a:srgbClr val="000000"/>
                </a:solidFill>
                <a:effectLst/>
                <a:latin typeface="Arial"/>
                <a:ea typeface="Arial"/>
                <a:cs typeface="Arial"/>
                <a:sym typeface="Arial"/>
              </a:rPr>
              <a:t>fibers</a:t>
            </a:r>
            <a:r>
              <a:rPr lang="en-GB" sz="1100" b="0" i="0" u="none" strike="noStrike" cap="none" dirty="0">
                <a:solidFill>
                  <a:srgbClr val="000000"/>
                </a:solidFill>
                <a:effectLst/>
                <a:latin typeface="Arial"/>
                <a:ea typeface="Arial"/>
                <a:cs typeface="Arial"/>
                <a:sym typeface="Arial"/>
              </a:rPr>
              <a:t> don't simply add—there's complex interaction. Interface bonding, load transfer, spatial effects. Each component's contribution is dynamically weighted based on surrounding context. Strong bonding means </a:t>
            </a:r>
            <a:r>
              <a:rPr lang="en-GB" sz="1100" b="0" i="0" u="none" strike="noStrike" cap="none" dirty="0" err="1">
                <a:solidFill>
                  <a:srgbClr val="000000"/>
                </a:solidFill>
                <a:effectLst/>
                <a:latin typeface="Arial"/>
                <a:ea typeface="Arial"/>
                <a:cs typeface="Arial"/>
                <a:sym typeface="Arial"/>
              </a:rPr>
              <a:t>fibers</a:t>
            </a:r>
            <a:r>
              <a:rPr lang="en-GB" sz="1100" b="0" i="0" u="none" strike="noStrike" cap="none" dirty="0">
                <a:solidFill>
                  <a:srgbClr val="000000"/>
                </a:solidFill>
                <a:effectLst/>
                <a:latin typeface="Arial"/>
                <a:ea typeface="Arial"/>
                <a:cs typeface="Arial"/>
                <a:sym typeface="Arial"/>
              </a:rPr>
              <a:t> carry more load. Attention mechanisms do exactly this for words. "Lead" dynamically weights surrounding words. High weight to "shielding"? Metal context. High weight to "investigator"? Leadership context. Same principle.</a:t>
            </a:r>
          </a:p>
          <a:p>
            <a:br>
              <a:rPr lang="en-GB" dirty="0"/>
            </a:br>
            <a:endParaRPr sz="1100" dirty="0"/>
          </a:p>
        </p:txBody>
      </p:sp>
      <p:sp>
        <p:nvSpPr>
          <p:cNvPr id="302" name="Google Shape;302;g3b9e8035fbc_2_239: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12</a:t>
            </a:fld>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b9e8035fbc_2_254: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g3b9e8035fbc_2_254: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Attention visualized. Processing "lead," the model assigns importance weights to every word. "The" gets low weight—not informative. "Shielding" gets high weight—very informative! "Sensor" also high. Result: "lead" incorporates context from high-weight words, determining we're discussing Pb metal. Different sentence—"lead investigator"—would show high attention to "investigator," triggering leadership meaning. Context changes everything.</a:t>
            </a:r>
          </a:p>
          <a:p>
            <a:br>
              <a:rPr lang="en-GB" dirty="0"/>
            </a:br>
            <a:endParaRPr sz="1100" dirty="0"/>
          </a:p>
        </p:txBody>
      </p:sp>
      <p:sp>
        <p:nvSpPr>
          <p:cNvPr id="318" name="Google Shape;318;g3b9e8035fbc_2_254: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13</a:t>
            </a:fld>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b9e8035fbc_2_282: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g3b9e8035fbc_2_282: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What makes models "Large"? Three aspects. Training data: read billions of pages. Parameters: billions of adjustable weights—like regression coefficients, but billions instead of dozens. Context window: process thousands of words simultaneously. Scale comparison: 100 million to 405 billion parameters. More parameters means more capacity for complex patterns. But bigger isn't always better—more parameters means slower, more expensive, higher energy use. Match model size to task complexity.</a:t>
            </a:r>
            <a:endParaRPr sz="1100" dirty="0"/>
          </a:p>
        </p:txBody>
      </p:sp>
      <p:sp>
        <p:nvSpPr>
          <p:cNvPr id="347" name="Google Shape;347;g3b9e8035fbc_2_282: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14</a:t>
            </a:fld>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b9e8035fbc_2_308: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g3b9e8035fbc_2_308: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Critical insight: training learned patterns, not facts. From thousands of papers mentioning PLA tensile strength, it learned "50 MPa" is common completion. Not because it knows polymer chemistry—because it saw this pattern repeatedly. The model learned how scientists write about PLA, not what PLA actually is. Can't calculate, can't measure, can't reason from first principles. Pattern completion feels like knowledge. It isn't. Always verify.</a:t>
            </a:r>
          </a:p>
          <a:p>
            <a:br>
              <a:rPr lang="en-GB" dirty="0"/>
            </a:br>
            <a:endParaRPr sz="1100" dirty="0"/>
          </a:p>
        </p:txBody>
      </p:sp>
      <p:sp>
        <p:nvSpPr>
          <p:cNvPr id="374" name="Google Shape;374;g3b9e8035fbc_2_308: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15</a:t>
            </a:fld>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b9e8035fbc_2_325: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g3b9e8035fbc_2_325: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The illusion of understanding. You ask about PLA's modulus, AI responds confidently "3.5 </a:t>
            </a:r>
            <a:r>
              <a:rPr lang="en-GB" sz="1100" b="0" i="0" u="none" strike="noStrike" cap="none" dirty="0" err="1">
                <a:solidFill>
                  <a:srgbClr val="000000"/>
                </a:solidFill>
                <a:effectLst/>
                <a:latin typeface="Arial"/>
                <a:ea typeface="Arial"/>
                <a:cs typeface="Arial"/>
                <a:sym typeface="Arial"/>
              </a:rPr>
              <a:t>GPa</a:t>
            </a:r>
            <a:r>
              <a:rPr lang="en-GB" sz="1100" b="0" i="0" u="none" strike="noStrike" cap="none" dirty="0">
                <a:solidFill>
                  <a:srgbClr val="000000"/>
                </a:solidFill>
                <a:effectLst/>
                <a:latin typeface="Arial"/>
                <a:ea typeface="Arial"/>
                <a:cs typeface="Arial"/>
                <a:sym typeface="Arial"/>
              </a:rPr>
              <a:t>." Feels like it looked it up, right? Wrong. Here's what happened: tokenization, embedding, attention between modulus and PLA, then predicting most probable next tokens. "3.5 </a:t>
            </a:r>
            <a:r>
              <a:rPr lang="en-GB" sz="1100" b="0" i="0" u="none" strike="noStrike" cap="none" dirty="0" err="1">
                <a:solidFill>
                  <a:srgbClr val="000000"/>
                </a:solidFill>
                <a:effectLst/>
                <a:latin typeface="Arial"/>
                <a:ea typeface="Arial"/>
                <a:cs typeface="Arial"/>
                <a:sym typeface="Arial"/>
              </a:rPr>
              <a:t>GPa</a:t>
            </a:r>
            <a:r>
              <a:rPr lang="en-GB" sz="1100" b="0" i="0" u="none" strike="noStrike" cap="none" dirty="0">
                <a:solidFill>
                  <a:srgbClr val="000000"/>
                </a:solidFill>
                <a:effectLst/>
                <a:latin typeface="Arial"/>
                <a:ea typeface="Arial"/>
                <a:cs typeface="Arial"/>
                <a:sym typeface="Arial"/>
              </a:rPr>
              <a:t>" appeared frequently enough in training that it's highly probable. Often correct—if pattern was common. Sometimes wrong—if interpolating. Don't mistake confident pattern completion for reliable knowledge.</a:t>
            </a:r>
          </a:p>
          <a:p>
            <a:br>
              <a:rPr lang="en-GB" dirty="0"/>
            </a:br>
            <a:endParaRPr sz="1100" dirty="0"/>
          </a:p>
        </p:txBody>
      </p:sp>
      <p:sp>
        <p:nvSpPr>
          <p:cNvPr id="393" name="Google Shape;393;g3b9e8035fbc_2_325: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16</a:t>
            </a:fld>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b9e8035fbc_2_341: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g3b9e8035fbc_2_341: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Strengths and weaknesses consolidated. Strengths: context awareness, long-range connections, semantic reasoning, pattern synthesis—impressive capabilities. Weaknesses for scientists: no fact database, can't calculate reliably, everything probabilistic, hallucinates when uncertain. Most dangerous: presents guesses with same confidence as facts. For scientists: Confidence does NOT equal accuracy. Always verify numbers and citations. This is what Part 3 is all about.</a:t>
            </a:r>
            <a:endParaRPr sz="1100" dirty="0"/>
          </a:p>
        </p:txBody>
      </p:sp>
      <p:sp>
        <p:nvSpPr>
          <p:cNvPr id="410" name="Google Shape;410;g3b9e8035fbc_2_341: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17</a:t>
            </a:fld>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b9e8035fbc_2_35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8" name="Google Shape;428;g3b9e8035fbc_2_359: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Section 2 complete. Attention enables context-dependent understanding through dynamic weighting. "Large" refers to billions of parameters capturing complex patterns. Training learned text patterns, not factual knowledge. Engineering parallel: like composite materials where contributions depend on context and interactions. Now the critical question: If AI is pattern-completing, why does it fabricate realistic-looking citations? That's Part 3—most important section for scientists.</a:t>
            </a:r>
            <a:endParaRPr sz="1100" dirty="0"/>
          </a:p>
        </p:txBody>
      </p:sp>
      <p:sp>
        <p:nvSpPr>
          <p:cNvPr id="429" name="Google Shape;429;g3b9e8035fbc_2_359: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18</a:t>
            </a:fld>
            <a:endParaRPr sz="11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b9e8035fbc_2_38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3b9e8035fbc_2_383: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Part 3: Truth versus probability. Most critical section for scientific work. You understand how AI works—words to coordinates, attention for context, pattern completion. Now we confront the danger: AI confidently generates fabricated information. Why does this happen? How do we prevent it? By the end, you'll understand hallucinations deeply enough to protect yourself and use AI responsibly.</a:t>
            </a:r>
            <a:endParaRPr sz="1100" dirty="0"/>
          </a:p>
        </p:txBody>
      </p:sp>
      <p:sp>
        <p:nvSpPr>
          <p:cNvPr id="454" name="Google Shape;454;g3b9e8035fbc_2_383: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19</a:t>
            </a:fld>
            <a:endParaRPr sz="11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b9e8035fbc_2_391: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g3b9e8035fbc_2_391: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Real example of the problem. You ask for citations, AI provides this beautiful citation. Check every element: Zhang is common in materials science. Title combines your keywords. Journal is real and high-impact. DOI format is correct for Royal Society of Chemistry. Looks absolutely authentic. Problem: </a:t>
            </a:r>
            <a:r>
              <a:rPr lang="en-GB" sz="1100" b="0" i="0" u="none" strike="noStrike" cap="none" dirty="0" err="1">
                <a:solidFill>
                  <a:srgbClr val="000000"/>
                </a:solidFill>
                <a:effectLst/>
                <a:latin typeface="Arial"/>
                <a:ea typeface="Arial"/>
                <a:cs typeface="Arial"/>
                <a:sym typeface="Arial"/>
              </a:rPr>
              <a:t>CrossRef</a:t>
            </a:r>
            <a:r>
              <a:rPr lang="en-GB" sz="1100" b="0" i="0" u="none" strike="noStrike" cap="none" dirty="0">
                <a:solidFill>
                  <a:srgbClr val="000000"/>
                </a:solidFill>
                <a:effectLst/>
                <a:latin typeface="Arial"/>
                <a:ea typeface="Arial"/>
                <a:cs typeface="Arial"/>
                <a:sym typeface="Arial"/>
              </a:rPr>
              <a:t> check—DOI doesn't resolve. Paper doesn't exist. AI fabricated it. Not malicious—pattern completed a plausible citation. This is terrifying for scientists. If you trusted without checking, you might cite non-existent paper. This is why understanding hallucinations is critical.</a:t>
            </a:r>
          </a:p>
          <a:p>
            <a:br>
              <a:rPr lang="en-GB" dirty="0"/>
            </a:br>
            <a:endParaRPr sz="1100" dirty="0"/>
          </a:p>
        </p:txBody>
      </p:sp>
      <p:sp>
        <p:nvSpPr>
          <p:cNvPr id="463" name="Google Shape;463;g3b9e8035fbc_2_391: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20</a:t>
            </a:fld>
            <a:endParaRPr sz="11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b9e8035fbc_4_0:notes"/>
          <p:cNvSpPr>
            <a:spLocks noGrp="1" noRot="1" noChangeAspect="1"/>
          </p:cNvSpPr>
          <p:nvPr>
            <p:ph type="sldImg" idx="2"/>
          </p:nvPr>
        </p:nvSpPr>
        <p:spPr>
          <a:xfrm>
            <a:off x="571500" y="714375"/>
            <a:ext cx="4572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9" name="Google Shape;479;g3b9e8035fbc_4_0: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endParaRPr sz="1100"/>
          </a:p>
        </p:txBody>
      </p:sp>
      <p:sp>
        <p:nvSpPr>
          <p:cNvPr id="480" name="Google Shape;480;g3b9e8035fbc_4_0: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21</a:t>
            </a:fld>
            <a:endParaRPr sz="11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b9e8035fbc_4_7: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g3b9e8035fbc_4_7: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Why this happens. When you ask for citations, AI recognizes the pattern and starts completing it. "Zhang"—high probability surname. "2021"—recent, plausible. Title—combines your keywords. Journal—real and relevant. DOI—correct format. Each piece is plausible based on training patterns. But—critical point—AI never checked if this combination exists. It stitched together probable components. Result: looks real, is fake. Pattern completion at its most dangerous.</a:t>
            </a:r>
          </a:p>
          <a:p>
            <a:br>
              <a:rPr lang="en-GB" dirty="0"/>
            </a:br>
            <a:endParaRPr sz="1100" dirty="0"/>
          </a:p>
        </p:txBody>
      </p:sp>
      <p:sp>
        <p:nvSpPr>
          <p:cNvPr id="487" name="Google Shape;487;g3b9e8035fbc_4_7: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22</a:t>
            </a:fld>
            <a:endParaRPr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b9e8035fbc_4_2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9" name="Google Shape;509;g3b9e8035fbc_4_29: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Good news: while you can't eliminate hallucinations—fundamental to LLMs—you can dramatically reduce them. Four core techniques: Explicit constraints—tell AI "if you don't know, say so." RAG—provide specific documents, force citations. Temperature—reduce randomness, be conservative. Chain-of-thought—force explicit reasoning, catch errors early. Let's explore each.</a:t>
            </a:r>
          </a:p>
          <a:p>
            <a:br>
              <a:rPr lang="en-GB" dirty="0"/>
            </a:br>
            <a:endParaRPr sz="1100" dirty="0"/>
          </a:p>
        </p:txBody>
      </p:sp>
      <p:sp>
        <p:nvSpPr>
          <p:cNvPr id="510" name="Google Shape;510;g3b9e8035fbc_4_29: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23</a:t>
            </a:fld>
            <a:endParaRPr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3b9e8035fbc_4_4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g3b9e8035fbc_4_49: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Technique 1: Explicit constraints. Simplest and most effective. Without constraints, AI generates plausible number even if uncertain. With constraints, you explicitly instruct: "If no value, say 'Not reported.' Don't estimate." Now AI admits ignorance. Magic phrase: "if unknown, state 'Not reported'—do not estimate or use external knowledge." Single sentence dramatically reduces hallucinations. Why it works: clear instructions for handling uncertainty. Without them, defaults to pattern completion.</a:t>
            </a:r>
          </a:p>
          <a:p>
            <a:br>
              <a:rPr lang="en-GB" dirty="0"/>
            </a:br>
            <a:endParaRPr sz="1100" dirty="0"/>
          </a:p>
        </p:txBody>
      </p:sp>
      <p:sp>
        <p:nvSpPr>
          <p:cNvPr id="530" name="Google Shape;530;g3b9e8035fbc_4_49: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24</a:t>
            </a:fld>
            <a:endParaRPr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b9e8035fbc_4_6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g3b9e8035fbc_4_63: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r>
              <a:rPr lang="en-GB" sz="1100" b="0" i="0" u="none" strike="noStrike" cap="none" dirty="0">
                <a:solidFill>
                  <a:srgbClr val="000000"/>
                </a:solidFill>
                <a:effectLst/>
                <a:latin typeface="Arial"/>
                <a:ea typeface="Arial"/>
                <a:cs typeface="Arial"/>
                <a:sym typeface="Arial"/>
              </a:rPr>
              <a:t>Technique 2: RAG—game-changer for document work. Problem: AI's knowledge froze at training. Can't access your latest papers, protocols, proprietary data. RAG gives AI real-time access to your documents. Upload documents, they're chunked and embedded. Your query finds relevant chunks. AI responds using only those chunks, citing specifically. Critically: grounded in text you provided, not pattern-matched from training. Huge reduction in hallucinations. Tools like </a:t>
            </a:r>
            <a:r>
              <a:rPr lang="en-GB" sz="1100" b="0" i="0" u="none" strike="noStrike" cap="none" dirty="0" err="1">
                <a:solidFill>
                  <a:srgbClr val="000000"/>
                </a:solidFill>
                <a:effectLst/>
                <a:latin typeface="Arial"/>
                <a:ea typeface="Arial"/>
                <a:cs typeface="Arial"/>
                <a:sym typeface="Arial"/>
              </a:rPr>
              <a:t>LlamaIndex</a:t>
            </a:r>
            <a:r>
              <a:rPr lang="en-GB" sz="1100" b="0" i="0" u="none" strike="noStrike" cap="none" dirty="0">
                <a:solidFill>
                  <a:srgbClr val="000000"/>
                </a:solidFill>
                <a:effectLst/>
                <a:latin typeface="Arial"/>
                <a:ea typeface="Arial"/>
                <a:cs typeface="Arial"/>
                <a:sym typeface="Arial"/>
              </a:rPr>
              <a:t>, </a:t>
            </a:r>
            <a:r>
              <a:rPr lang="en-GB" sz="1100" b="0" i="0" u="none" strike="noStrike" cap="none" dirty="0" err="1">
                <a:solidFill>
                  <a:srgbClr val="000000"/>
                </a:solidFill>
                <a:effectLst/>
                <a:latin typeface="Arial"/>
                <a:ea typeface="Arial"/>
                <a:cs typeface="Arial"/>
                <a:sym typeface="Arial"/>
              </a:rPr>
              <a:t>LangChain</a:t>
            </a:r>
            <a:r>
              <a:rPr lang="en-GB" sz="1100" b="0" i="0" u="none" strike="noStrike" cap="none" dirty="0">
                <a:solidFill>
                  <a:srgbClr val="000000"/>
                </a:solidFill>
                <a:effectLst/>
                <a:latin typeface="Arial"/>
                <a:ea typeface="Arial"/>
                <a:cs typeface="Arial"/>
                <a:sym typeface="Arial"/>
              </a:rPr>
              <a:t> make this easy.</a:t>
            </a:r>
          </a:p>
          <a:p>
            <a:br>
              <a:rPr lang="en-GB" dirty="0"/>
            </a:br>
            <a:endParaRPr sz="1100" dirty="0"/>
          </a:p>
        </p:txBody>
      </p:sp>
      <p:sp>
        <p:nvSpPr>
          <p:cNvPr id="545" name="Google Shape;545;g3b9e8035fbc_4_63: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25</a:t>
            </a:fld>
            <a:endParaRPr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b9e8035fbc_4_84: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g3b9e8035fbc_4_84: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Techniques 3 and 4 together. Temperature: controls randomness. Low temperature (0.1)—conservative, picks most probable token, fewer hallucinations. High (0.9)—creative, explores alternatives, more risk. For technical work, use low. For brainstorming, use high. Chain-of-thought: force explicit reasoning. Instead of quick answer, require step-by-step analysis. Catches nuance quick answers miss. Like peer review during writing, not after. Essential for complex assessments.</a:t>
            </a:r>
            <a:endParaRPr sz="1100" dirty="0"/>
          </a:p>
        </p:txBody>
      </p:sp>
      <p:sp>
        <p:nvSpPr>
          <p:cNvPr id="567" name="Google Shape;567;g3b9e8035fbc_4_84: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26</a:t>
            </a:fld>
            <a:endParaRPr sz="11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b9e8035fbc_4_100: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3" name="Google Shape;583;g3b9e8035fbc_4_100: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Practical checklist for verification. Six key checks before trusting output: citations real, numbers reasonable, units correct, methods exist, logic sound, sources primary. Apply risk-based approach: low risk (general knowledge)—quick check. Medium risk (specific claims)—verify citations. High risk (critical decisions, safety, IP)—full verification, cross-reference. This becomes second nature. AI is tool, not oracle. Your expertise is final arbiter.</a:t>
            </a:r>
            <a:endParaRPr sz="1100" dirty="0"/>
          </a:p>
        </p:txBody>
      </p:sp>
      <p:sp>
        <p:nvSpPr>
          <p:cNvPr id="584" name="Google Shape;584;g3b9e8035fbc_4_100: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28</a:t>
            </a:fld>
            <a:endParaRPr sz="11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b9e8035fbc_4_122:notes"/>
          <p:cNvSpPr>
            <a:spLocks noGrp="1" noRot="1" noChangeAspect="1"/>
          </p:cNvSpPr>
          <p:nvPr>
            <p:ph type="sldImg" idx="2"/>
          </p:nvPr>
        </p:nvSpPr>
        <p:spPr>
          <a:xfrm>
            <a:off x="571500" y="714375"/>
            <a:ext cx="4572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g3b9e8035fbc_4_122: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Red flags </a:t>
            </a:r>
            <a:r>
              <a:rPr lang="en-GB" sz="1100" b="0" i="0" u="none" strike="noStrike" cap="none" dirty="0" err="1">
                <a:solidFill>
                  <a:srgbClr val="000000"/>
                </a:solidFill>
                <a:effectLst/>
                <a:latin typeface="Arial"/>
                <a:ea typeface="Arial"/>
                <a:cs typeface="Arial"/>
                <a:sym typeface="Arial"/>
              </a:rPr>
              <a:t>signaling</a:t>
            </a:r>
            <a:r>
              <a:rPr lang="en-GB" sz="1100" b="0" i="0" u="none" strike="noStrike" cap="none" dirty="0">
                <a:solidFill>
                  <a:srgbClr val="000000"/>
                </a:solidFill>
                <a:effectLst/>
                <a:latin typeface="Arial"/>
                <a:ea typeface="Arial"/>
                <a:cs typeface="Arial"/>
                <a:sym typeface="Arial"/>
              </a:rPr>
              <a:t> heightened </a:t>
            </a:r>
            <a:r>
              <a:rPr lang="en-GB" sz="1100" b="0" i="0" u="none" strike="noStrike" cap="none" dirty="0" err="1">
                <a:solidFill>
                  <a:srgbClr val="000000"/>
                </a:solidFill>
                <a:effectLst/>
                <a:latin typeface="Arial"/>
                <a:ea typeface="Arial"/>
                <a:cs typeface="Arial"/>
                <a:sym typeface="Arial"/>
              </a:rPr>
              <a:t>skepticism</a:t>
            </a:r>
            <a:r>
              <a:rPr lang="en-GB" sz="1100" b="0" i="0" u="none" strike="noStrike" cap="none" dirty="0">
                <a:solidFill>
                  <a:srgbClr val="000000"/>
                </a:solidFill>
                <a:effectLst/>
                <a:latin typeface="Arial"/>
                <a:ea typeface="Arial"/>
                <a:cs typeface="Arial"/>
                <a:sym typeface="Arial"/>
              </a:rPr>
              <a:t>. Suspiciously round numbers—nature isn't that neat. Excessive precision beyond measurement capability—fabricated. Vague attributions—hallucination territory. Impossible combinations—rare, needs verification. </a:t>
            </a:r>
            <a:r>
              <a:rPr lang="en-GB" sz="1100" b="0" i="0" u="none" strike="noStrike" cap="none" dirty="0" err="1">
                <a:solidFill>
                  <a:srgbClr val="000000"/>
                </a:solidFill>
                <a:effectLst/>
                <a:latin typeface="Arial"/>
                <a:ea typeface="Arial"/>
                <a:cs typeface="Arial"/>
                <a:sym typeface="Arial"/>
              </a:rPr>
              <a:t>Nonexistent</a:t>
            </a:r>
            <a:r>
              <a:rPr lang="en-GB" sz="1100" b="0" i="0" u="none" strike="noStrike" cap="none" dirty="0">
                <a:solidFill>
                  <a:srgbClr val="000000"/>
                </a:solidFill>
                <a:effectLst/>
                <a:latin typeface="Arial"/>
                <a:ea typeface="Arial"/>
                <a:cs typeface="Arial"/>
                <a:sym typeface="Arial"/>
              </a:rPr>
              <a:t> techniques—quantum-resolution anything usually fake. Perfect results—not real science. Bottom line: if it sounds too good to be true, verify extensively. Your domain expertise is your best </a:t>
            </a:r>
            <a:r>
              <a:rPr lang="en-GB" sz="1100" b="0" i="0" u="none" strike="noStrike" cap="none" dirty="0" err="1">
                <a:solidFill>
                  <a:srgbClr val="000000"/>
                </a:solidFill>
                <a:effectLst/>
                <a:latin typeface="Arial"/>
                <a:ea typeface="Arial"/>
                <a:cs typeface="Arial"/>
                <a:sym typeface="Arial"/>
              </a:rPr>
              <a:t>defense</a:t>
            </a:r>
            <a:r>
              <a:rPr lang="en-GB" sz="1100" b="0" i="0" u="none" strike="noStrike" cap="none" dirty="0">
                <a:solidFill>
                  <a:srgbClr val="000000"/>
                </a:solidFill>
                <a:effectLst/>
                <a:latin typeface="Arial"/>
                <a:ea typeface="Arial"/>
                <a:cs typeface="Arial"/>
                <a:sym typeface="Arial"/>
              </a:rPr>
              <a:t>. Trust your instincts. If it feels wrong, it probably is.</a:t>
            </a:r>
            <a:endParaRPr sz="1100" dirty="0"/>
          </a:p>
        </p:txBody>
      </p:sp>
      <p:sp>
        <p:nvSpPr>
          <p:cNvPr id="607" name="Google Shape;607;g3b9e8035fbc_4_122: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29</a:t>
            </a:fld>
            <a:endParaRPr sz="11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3b9e8035fbc_4_15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8" name="Google Shape;638;g3b9e8035fbc_4_153:notes"/>
          <p:cNvSpPr txBox="1">
            <a:spLocks noGrp="1"/>
          </p:cNvSpPr>
          <p:nvPr>
            <p:ph type="body" idx="1"/>
          </p:nvPr>
        </p:nvSpPr>
        <p:spPr>
          <a:xfrm>
            <a:off x="571500" y="2750344"/>
            <a:ext cx="4572000" cy="2250281"/>
          </a:xfrm>
          <a:prstGeom prst="rect">
            <a:avLst/>
          </a:prstGeom>
          <a:noFill/>
          <a:ln>
            <a:noFill/>
          </a:ln>
        </p:spPr>
        <p:txBody>
          <a:bodyPr spcFirstLastPara="1" wrap="square" lIns="69850" tIns="34900" rIns="69850" bIns="34900" anchor="t" anchorCtr="0">
            <a:noAutofit/>
          </a:bodyPr>
          <a:lstStyle/>
          <a:p>
            <a:pPr marL="0" lvl="0" indent="0" algn="l" rtl="0">
              <a:spcBef>
                <a:spcPts val="0"/>
              </a:spcBef>
              <a:spcAft>
                <a:spcPts val="0"/>
              </a:spcAft>
              <a:buNone/>
            </a:pPr>
            <a:r>
              <a:rPr lang="en-GB" sz="1100" b="0" i="0" u="none" strike="noStrike" cap="none" dirty="0">
                <a:solidFill>
                  <a:srgbClr val="000000"/>
                </a:solidFill>
                <a:effectLst/>
                <a:latin typeface="Arial"/>
                <a:ea typeface="Arial"/>
                <a:cs typeface="Arial"/>
                <a:sym typeface="Arial"/>
              </a:rPr>
              <a:t>Day 3 complete. Part 1: Words become coordinates—semantic space parallel to property space. Part 2: Large models use attention for context—pattern matching, not knowledge. Part 3: AI prioritizes probability over truth—hallucinations predictable and preventable with grounding techniques. Practical takeaways: never trust citations without verification, use RAG for documents, low temperature for technical work, apply your expertise. You understand AI better than 95% of users. You know how it works, why it fails, how to prevent failures. Tomorrow: Green AI and advanced optimization. Excellent work!</a:t>
            </a:r>
            <a:endParaRPr sz="1100" dirty="0"/>
          </a:p>
        </p:txBody>
      </p:sp>
      <p:sp>
        <p:nvSpPr>
          <p:cNvPr id="639" name="Google Shape;639;g3b9e8035fbc_4_153:notes"/>
          <p:cNvSpPr txBox="1">
            <a:spLocks noGrp="1"/>
          </p:cNvSpPr>
          <p:nvPr>
            <p:ph type="sldNum" idx="12"/>
          </p:nvPr>
        </p:nvSpPr>
        <p:spPr>
          <a:xfrm>
            <a:off x="3237177" y="5428258"/>
            <a:ext cx="2476500" cy="286742"/>
          </a:xfrm>
          <a:prstGeom prst="rect">
            <a:avLst/>
          </a:prstGeom>
          <a:noFill/>
          <a:ln>
            <a:noFill/>
          </a:ln>
        </p:spPr>
        <p:txBody>
          <a:bodyPr spcFirstLastPara="1" wrap="square" lIns="69850" tIns="34900" rIns="69850" bIns="34900" anchor="b" anchorCtr="0">
            <a:noAutofit/>
          </a:bodyPr>
          <a:lstStyle/>
          <a:p>
            <a:pPr marL="0" lvl="0" indent="0" algn="r" rtl="0">
              <a:spcBef>
                <a:spcPts val="0"/>
              </a:spcBef>
              <a:spcAft>
                <a:spcPts val="0"/>
              </a:spcAft>
              <a:buNone/>
            </a:pPr>
            <a:fld id="{00000000-1234-1234-1234-123412341234}" type="slidenum">
              <a:rPr lang="en-GB" sz="1100"/>
              <a:t>30</a:t>
            </a:fld>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51"/>
        <p:cNvGrpSpPr/>
        <p:nvPr/>
      </p:nvGrpSpPr>
      <p:grpSpPr>
        <a:xfrm>
          <a:off x="0" y="0"/>
          <a:ext cx="0" cy="0"/>
          <a:chOff x="0" y="0"/>
          <a:chExt cx="0" cy="0"/>
        </a:xfrm>
      </p:grpSpPr>
      <p:sp>
        <p:nvSpPr>
          <p:cNvPr id="52" name="Google Shape;52;p14"/>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3" name="Google Shape;53;p14"/>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54"/>
        <p:cNvGrpSpPr/>
        <p:nvPr/>
      </p:nvGrpSpPr>
      <p:grpSpPr>
        <a:xfrm>
          <a:off x="0" y="0"/>
          <a:ext cx="0" cy="0"/>
          <a:chOff x="0" y="0"/>
          <a:chExt cx="0" cy="0"/>
        </a:xfrm>
      </p:grpSpPr>
      <p:sp>
        <p:nvSpPr>
          <p:cNvPr id="55" name="Google Shape;55;p15"/>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6" name="Google Shape;56;p15"/>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57"/>
        <p:cNvGrpSpPr/>
        <p:nvPr/>
      </p:nvGrpSpPr>
      <p:grpSpPr>
        <a:xfrm>
          <a:off x="0" y="0"/>
          <a:ext cx="0" cy="0"/>
          <a:chOff x="0" y="0"/>
          <a:chExt cx="0" cy="0"/>
        </a:xfrm>
      </p:grpSpPr>
      <p:sp>
        <p:nvSpPr>
          <p:cNvPr id="58" name="Google Shape;58;p16"/>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9" name="Google Shape;59;p16"/>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60"/>
        <p:cNvGrpSpPr/>
        <p:nvPr/>
      </p:nvGrpSpPr>
      <p:grpSpPr>
        <a:xfrm>
          <a:off x="0" y="0"/>
          <a:ext cx="0" cy="0"/>
          <a:chOff x="0" y="0"/>
          <a:chExt cx="0" cy="0"/>
        </a:xfrm>
      </p:grpSpPr>
      <p:sp>
        <p:nvSpPr>
          <p:cNvPr id="61" name="Google Shape;61;p17"/>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2" name="Google Shape;62;p17"/>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63"/>
        <p:cNvGrpSpPr/>
        <p:nvPr/>
      </p:nvGrpSpPr>
      <p:grpSpPr>
        <a:xfrm>
          <a:off x="0" y="0"/>
          <a:ext cx="0" cy="0"/>
          <a:chOff x="0" y="0"/>
          <a:chExt cx="0" cy="0"/>
        </a:xfrm>
      </p:grpSpPr>
      <p:sp>
        <p:nvSpPr>
          <p:cNvPr id="64" name="Google Shape;64;p18"/>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5" name="Google Shape;65;p18"/>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66"/>
        <p:cNvGrpSpPr/>
        <p:nvPr/>
      </p:nvGrpSpPr>
      <p:grpSpPr>
        <a:xfrm>
          <a:off x="0" y="0"/>
          <a:ext cx="0" cy="0"/>
          <a:chOff x="0" y="0"/>
          <a:chExt cx="0" cy="0"/>
        </a:xfrm>
      </p:grpSpPr>
      <p:sp>
        <p:nvSpPr>
          <p:cNvPr id="67" name="Google Shape;67;p19"/>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8" name="Google Shape;68;p19"/>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69"/>
        <p:cNvGrpSpPr/>
        <p:nvPr/>
      </p:nvGrpSpPr>
      <p:grpSpPr>
        <a:xfrm>
          <a:off x="0" y="0"/>
          <a:ext cx="0" cy="0"/>
          <a:chOff x="0" y="0"/>
          <a:chExt cx="0" cy="0"/>
        </a:xfrm>
      </p:grpSpPr>
      <p:sp>
        <p:nvSpPr>
          <p:cNvPr id="70" name="Google Shape;70;p20"/>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71" name="Google Shape;71;p20"/>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72"/>
        <p:cNvGrpSpPr/>
        <p:nvPr/>
      </p:nvGrpSpPr>
      <p:grpSpPr>
        <a:xfrm>
          <a:off x="0" y="0"/>
          <a:ext cx="0" cy="0"/>
          <a:chOff x="0" y="0"/>
          <a:chExt cx="0" cy="0"/>
        </a:xfrm>
      </p:grpSpPr>
      <p:sp>
        <p:nvSpPr>
          <p:cNvPr id="73" name="Google Shape;73;p21"/>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74" name="Google Shape;74;p21"/>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75"/>
        <p:cNvGrpSpPr/>
        <p:nvPr/>
      </p:nvGrpSpPr>
      <p:grpSpPr>
        <a:xfrm>
          <a:off x="0" y="0"/>
          <a:ext cx="0" cy="0"/>
          <a:chOff x="0" y="0"/>
          <a:chExt cx="0" cy="0"/>
        </a:xfrm>
      </p:grpSpPr>
      <p:sp>
        <p:nvSpPr>
          <p:cNvPr id="76" name="Google Shape;76;p22"/>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77" name="Google Shape;77;p22"/>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78"/>
        <p:cNvGrpSpPr/>
        <p:nvPr/>
      </p:nvGrpSpPr>
      <p:grpSpPr>
        <a:xfrm>
          <a:off x="0" y="0"/>
          <a:ext cx="0" cy="0"/>
          <a:chOff x="0" y="0"/>
          <a:chExt cx="0" cy="0"/>
        </a:xfrm>
      </p:grpSpPr>
      <p:sp>
        <p:nvSpPr>
          <p:cNvPr id="79" name="Google Shape;79;p23"/>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0" name="Google Shape;80;p23"/>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lide 11 master">
  <p:cSld name="Slide 11 master">
    <p:spTree>
      <p:nvGrpSpPr>
        <p:cNvPr id="1" name="Shape 81"/>
        <p:cNvGrpSpPr/>
        <p:nvPr/>
      </p:nvGrpSpPr>
      <p:grpSpPr>
        <a:xfrm>
          <a:off x="0" y="0"/>
          <a:ext cx="0" cy="0"/>
          <a:chOff x="0" y="0"/>
          <a:chExt cx="0" cy="0"/>
        </a:xfrm>
      </p:grpSpPr>
      <p:sp>
        <p:nvSpPr>
          <p:cNvPr id="82" name="Google Shape;82;p24"/>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3" name="Google Shape;83;p24"/>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lide 12 master">
  <p:cSld name="Slide 12 master">
    <p:spTree>
      <p:nvGrpSpPr>
        <p:cNvPr id="1" name="Shape 84"/>
        <p:cNvGrpSpPr/>
        <p:nvPr/>
      </p:nvGrpSpPr>
      <p:grpSpPr>
        <a:xfrm>
          <a:off x="0" y="0"/>
          <a:ext cx="0" cy="0"/>
          <a:chOff x="0" y="0"/>
          <a:chExt cx="0" cy="0"/>
        </a:xfrm>
      </p:grpSpPr>
      <p:sp>
        <p:nvSpPr>
          <p:cNvPr id="85" name="Google Shape;85;p25"/>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6" name="Google Shape;86;p25"/>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lide 13 master">
  <p:cSld name="Slide 13 master">
    <p:spTree>
      <p:nvGrpSpPr>
        <p:cNvPr id="1" name="Shape 87"/>
        <p:cNvGrpSpPr/>
        <p:nvPr/>
      </p:nvGrpSpPr>
      <p:grpSpPr>
        <a:xfrm>
          <a:off x="0" y="0"/>
          <a:ext cx="0" cy="0"/>
          <a:chOff x="0" y="0"/>
          <a:chExt cx="0" cy="0"/>
        </a:xfrm>
      </p:grpSpPr>
      <p:sp>
        <p:nvSpPr>
          <p:cNvPr id="88" name="Google Shape;88;p26"/>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89" name="Google Shape;89;p26"/>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lide 14 master">
  <p:cSld name="Slide 14 master">
    <p:spTree>
      <p:nvGrpSpPr>
        <p:cNvPr id="1" name="Shape 90"/>
        <p:cNvGrpSpPr/>
        <p:nvPr/>
      </p:nvGrpSpPr>
      <p:grpSpPr>
        <a:xfrm>
          <a:off x="0" y="0"/>
          <a:ext cx="0" cy="0"/>
          <a:chOff x="0" y="0"/>
          <a:chExt cx="0" cy="0"/>
        </a:xfrm>
      </p:grpSpPr>
      <p:sp>
        <p:nvSpPr>
          <p:cNvPr id="91" name="Google Shape;91;p27"/>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92" name="Google Shape;92;p27"/>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lide 15 master">
  <p:cSld name="Slide 15 master">
    <p:spTree>
      <p:nvGrpSpPr>
        <p:cNvPr id="1" name="Shape 93"/>
        <p:cNvGrpSpPr/>
        <p:nvPr/>
      </p:nvGrpSpPr>
      <p:grpSpPr>
        <a:xfrm>
          <a:off x="0" y="0"/>
          <a:ext cx="0" cy="0"/>
          <a:chOff x="0" y="0"/>
          <a:chExt cx="0" cy="0"/>
        </a:xfrm>
      </p:grpSpPr>
      <p:sp>
        <p:nvSpPr>
          <p:cNvPr id="94" name="Google Shape;94;p28"/>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95" name="Google Shape;95;p28"/>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lide 16 master">
  <p:cSld name="Slide 16 master">
    <p:spTree>
      <p:nvGrpSpPr>
        <p:cNvPr id="1" name="Shape 96"/>
        <p:cNvGrpSpPr/>
        <p:nvPr/>
      </p:nvGrpSpPr>
      <p:grpSpPr>
        <a:xfrm>
          <a:off x="0" y="0"/>
          <a:ext cx="0" cy="0"/>
          <a:chOff x="0" y="0"/>
          <a:chExt cx="0" cy="0"/>
        </a:xfrm>
      </p:grpSpPr>
      <p:sp>
        <p:nvSpPr>
          <p:cNvPr id="97" name="Google Shape;97;p29"/>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98" name="Google Shape;98;p29"/>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lide 17 master">
  <p:cSld name="Slide 17 master">
    <p:spTree>
      <p:nvGrpSpPr>
        <p:cNvPr id="1" name="Shape 99"/>
        <p:cNvGrpSpPr/>
        <p:nvPr/>
      </p:nvGrpSpPr>
      <p:grpSpPr>
        <a:xfrm>
          <a:off x="0" y="0"/>
          <a:ext cx="0" cy="0"/>
          <a:chOff x="0" y="0"/>
          <a:chExt cx="0" cy="0"/>
        </a:xfrm>
      </p:grpSpPr>
      <p:sp>
        <p:nvSpPr>
          <p:cNvPr id="100" name="Google Shape;100;p30"/>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1" name="Google Shape;101;p30"/>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lide 18 master">
  <p:cSld name="Slide 18 master">
    <p:spTree>
      <p:nvGrpSpPr>
        <p:cNvPr id="1" name="Shape 102"/>
        <p:cNvGrpSpPr/>
        <p:nvPr/>
      </p:nvGrpSpPr>
      <p:grpSpPr>
        <a:xfrm>
          <a:off x="0" y="0"/>
          <a:ext cx="0" cy="0"/>
          <a:chOff x="0" y="0"/>
          <a:chExt cx="0" cy="0"/>
        </a:xfrm>
      </p:grpSpPr>
      <p:sp>
        <p:nvSpPr>
          <p:cNvPr id="103" name="Google Shape;103;p31"/>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4" name="Google Shape;104;p31"/>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lide 19 master">
  <p:cSld name="Slide 19 master">
    <p:spTree>
      <p:nvGrpSpPr>
        <p:cNvPr id="1" name="Shape 105"/>
        <p:cNvGrpSpPr/>
        <p:nvPr/>
      </p:nvGrpSpPr>
      <p:grpSpPr>
        <a:xfrm>
          <a:off x="0" y="0"/>
          <a:ext cx="0" cy="0"/>
          <a:chOff x="0" y="0"/>
          <a:chExt cx="0" cy="0"/>
        </a:xfrm>
      </p:grpSpPr>
      <p:sp>
        <p:nvSpPr>
          <p:cNvPr id="106" name="Google Shape;106;p32"/>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07" name="Google Shape;107;p32"/>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lide 20 master">
  <p:cSld name="Slide 20 master">
    <p:spTree>
      <p:nvGrpSpPr>
        <p:cNvPr id="1" name="Shape 108"/>
        <p:cNvGrpSpPr/>
        <p:nvPr/>
      </p:nvGrpSpPr>
      <p:grpSpPr>
        <a:xfrm>
          <a:off x="0" y="0"/>
          <a:ext cx="0" cy="0"/>
          <a:chOff x="0" y="0"/>
          <a:chExt cx="0" cy="0"/>
        </a:xfrm>
      </p:grpSpPr>
      <p:sp>
        <p:nvSpPr>
          <p:cNvPr id="109" name="Google Shape;109;p33"/>
          <p:cNvSpPr/>
          <p:nvPr/>
        </p:nvSpPr>
        <p:spPr>
          <a:xfrm>
            <a:off x="0" y="0"/>
            <a:ext cx="9144000" cy="5143500"/>
          </a:xfrm>
          <a:prstGeom prst="rect">
            <a:avLst/>
          </a:prstGeom>
          <a:solidFill>
            <a:srgbClr val="EDF1F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10" name="Google Shape;110;p33"/>
          <p:cNvSpPr/>
          <p:nvPr/>
        </p:nvSpPr>
        <p:spPr>
          <a:xfrm>
            <a:off x="0" y="0"/>
            <a:ext cx="9144000" cy="5143500"/>
          </a:xfrm>
          <a:prstGeom prst="rect">
            <a:avLst/>
          </a:prstGeom>
          <a:solidFill>
            <a:srgbClr val="FBFCFE"/>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hyperlink" Target="https://platform.openai.com/tokenizer"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6.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35"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118" name="Google Shape;118;p35"/>
          <p:cNvSpPr/>
          <p:nvPr/>
        </p:nvSpPr>
        <p:spPr>
          <a:xfrm>
            <a:off x="237053" y="107104"/>
            <a:ext cx="4743600" cy="3594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2300"/>
              <a:buFont typeface="Roboto Slab"/>
              <a:buNone/>
            </a:pPr>
            <a:r>
              <a:rPr lang="en-GB" sz="2300" b="0" i="0" u="none" strike="noStrike" cap="none">
                <a:solidFill>
                  <a:srgbClr val="3257B8"/>
                </a:solidFill>
                <a:latin typeface="Roboto Slab"/>
                <a:ea typeface="Roboto Slab"/>
                <a:cs typeface="Roboto Slab"/>
                <a:sym typeface="Roboto Slab"/>
              </a:rPr>
              <a:t>AmaDema AI Training Programme</a:t>
            </a:r>
            <a:endParaRPr sz="2300" b="0" i="0" u="none" strike="noStrike" cap="none"/>
          </a:p>
        </p:txBody>
      </p:sp>
      <p:sp>
        <p:nvSpPr>
          <p:cNvPr id="119" name="Google Shape;119;p35"/>
          <p:cNvSpPr/>
          <p:nvPr/>
        </p:nvSpPr>
        <p:spPr>
          <a:xfrm>
            <a:off x="459953" y="1026542"/>
            <a:ext cx="4795093" cy="2874764"/>
          </a:xfrm>
          <a:prstGeom prst="rect">
            <a:avLst/>
          </a:prstGeom>
          <a:noFill/>
          <a:ln>
            <a:noFill/>
          </a:ln>
        </p:spPr>
        <p:txBody>
          <a:bodyPr spcFirstLastPara="1" wrap="square" lIns="0" tIns="0" rIns="0" bIns="0" anchor="t" anchorCtr="0">
            <a:noAutofit/>
          </a:bodyPr>
          <a:lstStyle/>
          <a:p>
            <a:pPr marL="0" marR="0" lvl="0" indent="0" algn="l" rtl="0">
              <a:lnSpc>
                <a:spcPct val="125694"/>
              </a:lnSpc>
              <a:spcBef>
                <a:spcPts val="0"/>
              </a:spcBef>
              <a:spcAft>
                <a:spcPts val="0"/>
              </a:spcAft>
              <a:buClr>
                <a:srgbClr val="3257B8"/>
              </a:buClr>
              <a:buSzPts val="4500"/>
              <a:buFont typeface="Roboto Slab"/>
              <a:buNone/>
            </a:pPr>
            <a:r>
              <a:rPr lang="en-GB" sz="4400" b="0" i="0" u="none" strike="noStrike" cap="none">
                <a:solidFill>
                  <a:srgbClr val="3257B8"/>
                </a:solidFill>
                <a:latin typeface="Roboto Slab"/>
                <a:ea typeface="Roboto Slab"/>
                <a:cs typeface="Roboto Slab"/>
                <a:sym typeface="Roboto Slab"/>
              </a:rPr>
              <a:t>Day 3: Understanding AI Under the Hood</a:t>
            </a:r>
            <a:endParaRPr sz="4400" b="0" i="0" u="none" strike="noStrike" cap="none"/>
          </a:p>
        </p:txBody>
      </p:sp>
      <p:sp>
        <p:nvSpPr>
          <p:cNvPr id="120" name="Google Shape;120;p35"/>
          <p:cNvSpPr/>
          <p:nvPr/>
        </p:nvSpPr>
        <p:spPr>
          <a:xfrm>
            <a:off x="459953" y="3727434"/>
            <a:ext cx="4795093" cy="574923"/>
          </a:xfrm>
          <a:prstGeom prst="rect">
            <a:avLst/>
          </a:prstGeom>
          <a:noFill/>
          <a:ln>
            <a:noFill/>
          </a:ln>
        </p:spPr>
        <p:txBody>
          <a:bodyPr spcFirstLastPara="1" wrap="square" lIns="0" tIns="0" rIns="0" bIns="0" anchor="t" anchorCtr="0">
            <a:noAutofit/>
          </a:bodyPr>
          <a:lstStyle/>
          <a:p>
            <a:pPr marL="0" marR="0" lvl="0" indent="0" algn="l" rtl="0">
              <a:lnSpc>
                <a:spcPct val="126315"/>
              </a:lnSpc>
              <a:spcBef>
                <a:spcPts val="0"/>
              </a:spcBef>
              <a:spcAft>
                <a:spcPts val="0"/>
              </a:spcAft>
              <a:buClr>
                <a:srgbClr val="3257B8"/>
              </a:buClr>
              <a:buSzPts val="1800"/>
              <a:buFont typeface="Roboto Slab"/>
              <a:buNone/>
            </a:pPr>
            <a:r>
              <a:rPr lang="en-GB" sz="2400" b="0" i="0" u="none" strike="noStrike" cap="none" dirty="0">
                <a:solidFill>
                  <a:srgbClr val="3257B8"/>
                </a:solidFill>
                <a:latin typeface="Roboto Slab"/>
                <a:ea typeface="Roboto Slab"/>
                <a:cs typeface="Roboto Slab"/>
                <a:sym typeface="Roboto Slab"/>
              </a:rPr>
              <a:t>How Computers Turn Words Into Predictions</a:t>
            </a:r>
            <a:endParaRPr sz="2400" b="0" i="0" u="none" strike="noStrike" cap="non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6"/>
          <p:cNvSpPr/>
          <p:nvPr/>
        </p:nvSpPr>
        <p:spPr>
          <a:xfrm>
            <a:off x="345918" y="276016"/>
            <a:ext cx="6564300" cy="358800"/>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3257B8"/>
              </a:buClr>
              <a:buSzPts val="1200"/>
              <a:buFont typeface="Roboto Slab"/>
              <a:buNone/>
            </a:pPr>
            <a:r>
              <a:rPr lang="en-GB" sz="2400" b="0" i="0" u="none" strike="noStrike" cap="none">
                <a:solidFill>
                  <a:srgbClr val="3257B8"/>
                </a:solidFill>
                <a:latin typeface="Roboto Slab"/>
                <a:ea typeface="Roboto Slab"/>
                <a:cs typeface="Roboto Slab"/>
                <a:sym typeface="Roboto Slab"/>
              </a:rPr>
              <a:t>Days 1-2: How to Use AI</a:t>
            </a:r>
            <a:endParaRPr sz="2400" b="0" i="0" u="none" strike="noStrike" cap="none"/>
          </a:p>
        </p:txBody>
      </p:sp>
      <p:sp>
        <p:nvSpPr>
          <p:cNvPr id="127" name="Google Shape;127;p36"/>
          <p:cNvSpPr/>
          <p:nvPr/>
        </p:nvSpPr>
        <p:spPr>
          <a:xfrm>
            <a:off x="387949" y="1168242"/>
            <a:ext cx="8264700" cy="310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3000" b="0" i="0" u="none" strike="noStrike" cap="none" dirty="0">
                <a:solidFill>
                  <a:srgbClr val="3257B8"/>
                </a:solidFill>
                <a:latin typeface="Roboto Slab"/>
                <a:ea typeface="Roboto Slab"/>
                <a:cs typeface="Roboto Slab"/>
                <a:sym typeface="Roboto Slab"/>
              </a:rPr>
              <a:t>From Application → Understanding</a:t>
            </a:r>
            <a:endParaRPr sz="3000" b="0" i="0" u="none" strike="noStrike" cap="none" dirty="0"/>
          </a:p>
        </p:txBody>
      </p:sp>
      <p:sp>
        <p:nvSpPr>
          <p:cNvPr id="128" name="Google Shape;128;p36"/>
          <p:cNvSpPr/>
          <p:nvPr/>
        </p:nvSpPr>
        <p:spPr>
          <a:xfrm>
            <a:off x="345918" y="2159392"/>
            <a:ext cx="3701100" cy="411000"/>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2000" b="0" i="0" u="none" strike="noStrike" cap="none" dirty="0">
                <a:solidFill>
                  <a:srgbClr val="3257B8"/>
                </a:solidFill>
                <a:latin typeface="Roboto Slab"/>
                <a:ea typeface="Roboto Slab"/>
                <a:cs typeface="Roboto Slab"/>
                <a:sym typeface="Roboto Slab"/>
              </a:rPr>
              <a:t>Days 1-2: How to Use AI</a:t>
            </a:r>
            <a:endParaRPr sz="2000" b="0" i="0" u="none" strike="noStrike" cap="none" dirty="0"/>
          </a:p>
        </p:txBody>
      </p:sp>
      <p:sp>
        <p:nvSpPr>
          <p:cNvPr id="132" name="Google Shape;132;p36"/>
          <p:cNvSpPr/>
          <p:nvPr/>
        </p:nvSpPr>
        <p:spPr>
          <a:xfrm>
            <a:off x="4195347" y="2195478"/>
            <a:ext cx="3924600" cy="411000"/>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2000" b="0" i="0" u="none" strike="noStrike" cap="none" dirty="0">
                <a:solidFill>
                  <a:srgbClr val="3257B8"/>
                </a:solidFill>
                <a:latin typeface="Roboto Slab"/>
                <a:ea typeface="Roboto Slab"/>
                <a:cs typeface="Roboto Slab"/>
                <a:sym typeface="Roboto Slab"/>
              </a:rPr>
              <a:t>Today: How AI Actually Works</a:t>
            </a:r>
            <a:endParaRPr sz="2000" b="0" i="0" u="none" strike="noStrike" cap="none" dirty="0"/>
          </a:p>
        </p:txBody>
      </p:sp>
      <p:grpSp>
        <p:nvGrpSpPr>
          <p:cNvPr id="2" name="Group 1">
            <a:extLst>
              <a:ext uri="{FF2B5EF4-FFF2-40B4-BE49-F238E27FC236}">
                <a16:creationId xmlns:a16="http://schemas.microsoft.com/office/drawing/2014/main" id="{4C7A78B5-4B54-AFDD-EC1C-04127791CFFE}"/>
              </a:ext>
            </a:extLst>
          </p:cNvPr>
          <p:cNvGrpSpPr/>
          <p:nvPr/>
        </p:nvGrpSpPr>
        <p:grpSpPr>
          <a:xfrm>
            <a:off x="200890" y="2711650"/>
            <a:ext cx="8693727" cy="1839568"/>
            <a:chOff x="496125" y="3120359"/>
            <a:chExt cx="8156528" cy="1205599"/>
          </a:xfrm>
        </p:grpSpPr>
        <p:sp>
          <p:nvSpPr>
            <p:cNvPr id="129" name="Google Shape;129;p36"/>
            <p:cNvSpPr/>
            <p:nvPr/>
          </p:nvSpPr>
          <p:spPr>
            <a:xfrm>
              <a:off x="496125" y="3120886"/>
              <a:ext cx="3924600" cy="350700"/>
            </a:xfrm>
            <a:prstGeom prst="rect">
              <a:avLst/>
            </a:prstGeom>
            <a:noFill/>
            <a:ln>
              <a:noFill/>
            </a:ln>
          </p:spPr>
          <p:txBody>
            <a:bodyPr spcFirstLastPara="1" wrap="square" lIns="0" tIns="0" rIns="0" bIns="0" anchor="t" anchorCtr="0">
              <a:noAutofit/>
            </a:bodyPr>
            <a:lstStyle/>
            <a:p>
              <a:pPr marL="215900" marR="0" lvl="0" indent="-247650" algn="l" rtl="0">
                <a:lnSpc>
                  <a:spcPct val="161290"/>
                </a:lnSpc>
                <a:spcBef>
                  <a:spcPts val="0"/>
                </a:spcBef>
                <a:spcAft>
                  <a:spcPts val="0"/>
                </a:spcAft>
                <a:buClr>
                  <a:srgbClr val="15213F"/>
                </a:buClr>
                <a:buSzPts val="1500"/>
                <a:buFont typeface="Roboto"/>
                <a:buChar char="•"/>
              </a:pPr>
              <a:r>
                <a:rPr lang="en-GB" sz="1800" b="0" i="0" u="none" strike="noStrike" cap="none" dirty="0">
                  <a:solidFill>
                    <a:srgbClr val="15213F"/>
                  </a:solidFill>
                  <a:latin typeface="Roboto"/>
                  <a:ea typeface="Roboto"/>
                  <a:cs typeface="Roboto"/>
                  <a:sym typeface="Roboto"/>
                </a:rPr>
                <a:t>AUTOMAT/CO-STAR frameworks</a:t>
              </a:r>
              <a:endParaRPr sz="1800" b="0" i="0" u="none" strike="noStrike" cap="none" dirty="0"/>
            </a:p>
          </p:txBody>
        </p:sp>
        <p:sp>
          <p:nvSpPr>
            <p:cNvPr id="130" name="Google Shape;130;p36"/>
            <p:cNvSpPr/>
            <p:nvPr/>
          </p:nvSpPr>
          <p:spPr>
            <a:xfrm>
              <a:off x="496125" y="3548336"/>
              <a:ext cx="3924600" cy="350700"/>
            </a:xfrm>
            <a:prstGeom prst="rect">
              <a:avLst/>
            </a:prstGeom>
            <a:noFill/>
            <a:ln>
              <a:noFill/>
            </a:ln>
          </p:spPr>
          <p:txBody>
            <a:bodyPr spcFirstLastPara="1" wrap="square" lIns="0" tIns="0" rIns="0" bIns="0" anchor="t" anchorCtr="0">
              <a:noAutofit/>
            </a:bodyPr>
            <a:lstStyle/>
            <a:p>
              <a:pPr marL="215900" marR="0" lvl="0" indent="-247650" algn="l" rtl="0">
                <a:lnSpc>
                  <a:spcPct val="161290"/>
                </a:lnSpc>
                <a:spcBef>
                  <a:spcPts val="0"/>
                </a:spcBef>
                <a:spcAft>
                  <a:spcPts val="0"/>
                </a:spcAft>
                <a:buClr>
                  <a:srgbClr val="15213F"/>
                </a:buClr>
                <a:buSzPts val="1500"/>
                <a:buFont typeface="Roboto"/>
                <a:buChar char="•"/>
              </a:pPr>
              <a:r>
                <a:rPr lang="en-GB" sz="1800" b="0" i="0" u="none" strike="noStrike" cap="none" dirty="0">
                  <a:solidFill>
                    <a:srgbClr val="15213F"/>
                  </a:solidFill>
                  <a:latin typeface="Roboto"/>
                  <a:ea typeface="Roboto"/>
                  <a:cs typeface="Roboto"/>
                  <a:sym typeface="Roboto"/>
                </a:rPr>
                <a:t>Red List &amp; IP protection</a:t>
              </a:r>
              <a:endParaRPr sz="1800" b="0" i="0" u="none" strike="noStrike" cap="none" dirty="0"/>
            </a:p>
          </p:txBody>
        </p:sp>
        <p:sp>
          <p:nvSpPr>
            <p:cNvPr id="131" name="Google Shape;131;p36"/>
            <p:cNvSpPr/>
            <p:nvPr/>
          </p:nvSpPr>
          <p:spPr>
            <a:xfrm>
              <a:off x="496125" y="3975258"/>
              <a:ext cx="3924600" cy="350700"/>
            </a:xfrm>
            <a:prstGeom prst="rect">
              <a:avLst/>
            </a:prstGeom>
            <a:noFill/>
            <a:ln>
              <a:noFill/>
            </a:ln>
          </p:spPr>
          <p:txBody>
            <a:bodyPr spcFirstLastPara="1" wrap="square" lIns="0" tIns="0" rIns="0" bIns="0" anchor="t" anchorCtr="0">
              <a:noAutofit/>
            </a:bodyPr>
            <a:lstStyle/>
            <a:p>
              <a:pPr marL="215900" marR="0" lvl="0" indent="-247650" algn="l" rtl="0">
                <a:lnSpc>
                  <a:spcPct val="161290"/>
                </a:lnSpc>
                <a:spcBef>
                  <a:spcPts val="0"/>
                </a:spcBef>
                <a:spcAft>
                  <a:spcPts val="0"/>
                </a:spcAft>
                <a:buClr>
                  <a:srgbClr val="15213F"/>
                </a:buClr>
                <a:buSzPts val="1500"/>
                <a:buFont typeface="Roboto"/>
                <a:buChar char="•"/>
              </a:pPr>
              <a:r>
                <a:rPr lang="en-GB" sz="1800" b="0" i="0" u="none" strike="noStrike" cap="none" dirty="0">
                  <a:solidFill>
                    <a:srgbClr val="15213F"/>
                  </a:solidFill>
                  <a:latin typeface="Roboto"/>
                  <a:ea typeface="Roboto"/>
                  <a:cs typeface="Roboto"/>
                  <a:sym typeface="Roboto"/>
                </a:rPr>
                <a:t>Verification basics</a:t>
              </a:r>
              <a:endParaRPr sz="1800" b="0" i="0" u="none" strike="noStrike" cap="none" dirty="0"/>
            </a:p>
          </p:txBody>
        </p:sp>
        <p:sp>
          <p:nvSpPr>
            <p:cNvPr id="133" name="Google Shape;133;p36"/>
            <p:cNvSpPr/>
            <p:nvPr/>
          </p:nvSpPr>
          <p:spPr>
            <a:xfrm>
              <a:off x="4155195" y="3120359"/>
              <a:ext cx="4497458" cy="350700"/>
            </a:xfrm>
            <a:prstGeom prst="rect">
              <a:avLst/>
            </a:prstGeom>
            <a:noFill/>
            <a:ln>
              <a:noFill/>
            </a:ln>
          </p:spPr>
          <p:txBody>
            <a:bodyPr spcFirstLastPara="1" wrap="square" lIns="0" tIns="0" rIns="0" bIns="0" anchor="t" anchorCtr="0">
              <a:noAutofit/>
            </a:bodyPr>
            <a:lstStyle/>
            <a:p>
              <a:pPr marL="215900" marR="0" lvl="0" indent="-247650" algn="l" rtl="0">
                <a:lnSpc>
                  <a:spcPct val="161290"/>
                </a:lnSpc>
                <a:spcBef>
                  <a:spcPts val="0"/>
                </a:spcBef>
                <a:spcAft>
                  <a:spcPts val="0"/>
                </a:spcAft>
                <a:buClr>
                  <a:srgbClr val="15213F"/>
                </a:buClr>
                <a:buSzPts val="1500"/>
                <a:buFont typeface="Roboto"/>
                <a:buChar char="•"/>
              </a:pPr>
              <a:r>
                <a:rPr lang="en-GB" sz="1800" b="0" i="0" u="none" strike="noStrike" cap="none" dirty="0">
                  <a:solidFill>
                    <a:srgbClr val="15213F"/>
                  </a:solidFill>
                  <a:latin typeface="Roboto"/>
                  <a:ea typeface="Roboto"/>
                  <a:cs typeface="Roboto"/>
                  <a:sym typeface="Roboto"/>
                </a:rPr>
                <a:t>Words become mathematical coordinates</a:t>
              </a:r>
              <a:endParaRPr sz="1800" b="0" i="0" u="none" strike="noStrike" cap="none" dirty="0"/>
            </a:p>
          </p:txBody>
        </p:sp>
        <p:sp>
          <p:nvSpPr>
            <p:cNvPr id="134" name="Google Shape;134;p36"/>
            <p:cNvSpPr/>
            <p:nvPr/>
          </p:nvSpPr>
          <p:spPr>
            <a:xfrm>
              <a:off x="4155194" y="3547809"/>
              <a:ext cx="4497458" cy="350700"/>
            </a:xfrm>
            <a:prstGeom prst="rect">
              <a:avLst/>
            </a:prstGeom>
            <a:noFill/>
            <a:ln>
              <a:noFill/>
            </a:ln>
          </p:spPr>
          <p:txBody>
            <a:bodyPr spcFirstLastPara="1" wrap="square" lIns="0" tIns="0" rIns="0" bIns="0" anchor="t" anchorCtr="0">
              <a:noAutofit/>
            </a:bodyPr>
            <a:lstStyle/>
            <a:p>
              <a:pPr marL="215900" marR="0" lvl="0" indent="-247650" algn="l" rtl="0">
                <a:lnSpc>
                  <a:spcPct val="161290"/>
                </a:lnSpc>
                <a:spcBef>
                  <a:spcPts val="0"/>
                </a:spcBef>
                <a:spcAft>
                  <a:spcPts val="0"/>
                </a:spcAft>
                <a:buClr>
                  <a:srgbClr val="15213F"/>
                </a:buClr>
                <a:buSzPts val="1500"/>
                <a:buFont typeface="Roboto"/>
                <a:buChar char="•"/>
              </a:pPr>
              <a:r>
                <a:rPr lang="en-GB" sz="1800" b="0" i="0" u="none" strike="noStrike" cap="none" dirty="0">
                  <a:solidFill>
                    <a:srgbClr val="15213F"/>
                  </a:solidFill>
                  <a:latin typeface="Roboto"/>
                  <a:ea typeface="Roboto"/>
                  <a:cs typeface="Roboto"/>
                  <a:sym typeface="Roboto"/>
                </a:rPr>
                <a:t>Why "Large" matters (attention + scale)</a:t>
              </a:r>
              <a:endParaRPr sz="1800" b="0" i="0" u="none" strike="noStrike" cap="none" dirty="0"/>
            </a:p>
          </p:txBody>
        </p:sp>
        <p:sp>
          <p:nvSpPr>
            <p:cNvPr id="135" name="Google Shape;135;p36"/>
            <p:cNvSpPr/>
            <p:nvPr/>
          </p:nvSpPr>
          <p:spPr>
            <a:xfrm>
              <a:off x="4243758" y="3975258"/>
              <a:ext cx="4408894" cy="350700"/>
            </a:xfrm>
            <a:prstGeom prst="rect">
              <a:avLst/>
            </a:prstGeom>
            <a:noFill/>
            <a:ln>
              <a:noFill/>
            </a:ln>
          </p:spPr>
          <p:txBody>
            <a:bodyPr spcFirstLastPara="1" wrap="square" lIns="0" tIns="0" rIns="0" bIns="0" anchor="t" anchorCtr="0">
              <a:noAutofit/>
            </a:bodyPr>
            <a:lstStyle/>
            <a:p>
              <a:pPr marL="215900" marR="0" lvl="0" indent="-247650" algn="l" rtl="0">
                <a:lnSpc>
                  <a:spcPct val="161290"/>
                </a:lnSpc>
                <a:spcBef>
                  <a:spcPts val="0"/>
                </a:spcBef>
                <a:spcAft>
                  <a:spcPts val="0"/>
                </a:spcAft>
                <a:buClr>
                  <a:srgbClr val="15213F"/>
                </a:buClr>
                <a:buSzPts val="1500"/>
                <a:buFont typeface="Roboto"/>
                <a:buChar char="•"/>
              </a:pPr>
              <a:r>
                <a:rPr lang="en-GB" sz="1800" b="0" i="0" u="none" strike="noStrike" cap="none" dirty="0">
                  <a:solidFill>
                    <a:srgbClr val="15213F"/>
                  </a:solidFill>
                  <a:latin typeface="Roboto"/>
                  <a:ea typeface="Roboto"/>
                  <a:cs typeface="Roboto"/>
                  <a:sym typeface="Roboto"/>
                </a:rPr>
                <a:t>Why AI hallucinates &amp; how to stop it</a:t>
              </a:r>
              <a:endParaRPr sz="1800" b="0" i="0" u="none" strike="noStrike" cap="none"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7"/>
          <p:cNvSpPr/>
          <p:nvPr/>
        </p:nvSpPr>
        <p:spPr>
          <a:xfrm>
            <a:off x="496119" y="438427"/>
            <a:ext cx="3101100" cy="387600"/>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Today's Journey</a:t>
            </a:r>
            <a:endParaRPr sz="2400" b="0" i="0" u="none" strike="noStrike" cap="none"/>
          </a:p>
        </p:txBody>
      </p:sp>
      <p:sp>
        <p:nvSpPr>
          <p:cNvPr id="142" name="Google Shape;142;p37"/>
          <p:cNvSpPr/>
          <p:nvPr/>
        </p:nvSpPr>
        <p:spPr>
          <a:xfrm>
            <a:off x="496119" y="1302327"/>
            <a:ext cx="2634556" cy="3519055"/>
          </a:xfrm>
          <a:prstGeom prst="roundRect">
            <a:avLst>
              <a:gd name="adj" fmla="val 1003"/>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3" name="Google Shape;143;p37"/>
          <p:cNvSpPr/>
          <p:nvPr/>
        </p:nvSpPr>
        <p:spPr>
          <a:xfrm>
            <a:off x="620092" y="1615272"/>
            <a:ext cx="2151757"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dirty="0">
                <a:solidFill>
                  <a:srgbClr val="15213F"/>
                </a:solidFill>
                <a:latin typeface="Roboto Slab"/>
                <a:ea typeface="Roboto Slab"/>
                <a:cs typeface="Roboto Slab"/>
                <a:sym typeface="Roboto Slab"/>
              </a:rPr>
              <a:t>Part 1: NLM Foundations</a:t>
            </a:r>
            <a:endParaRPr sz="1800" b="0" i="0" u="none" strike="noStrike" cap="none" dirty="0"/>
          </a:p>
        </p:txBody>
      </p:sp>
      <p:sp>
        <p:nvSpPr>
          <p:cNvPr id="144" name="Google Shape;144;p37"/>
          <p:cNvSpPr/>
          <p:nvPr/>
        </p:nvSpPr>
        <p:spPr>
          <a:xfrm>
            <a:off x="620092" y="2393305"/>
            <a:ext cx="238660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How words become coordinates in semantic space</a:t>
            </a:r>
            <a:endParaRPr sz="1600" b="0" i="0" u="none" strike="noStrike" cap="none" dirty="0"/>
          </a:p>
        </p:txBody>
      </p:sp>
      <p:sp>
        <p:nvSpPr>
          <p:cNvPr id="145" name="Google Shape;145;p37"/>
          <p:cNvSpPr/>
          <p:nvPr/>
        </p:nvSpPr>
        <p:spPr>
          <a:xfrm>
            <a:off x="3254648" y="1302327"/>
            <a:ext cx="2634630" cy="3519055"/>
          </a:xfrm>
          <a:prstGeom prst="roundRect">
            <a:avLst>
              <a:gd name="adj" fmla="val 1003"/>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46" name="Google Shape;146;p37"/>
          <p:cNvSpPr/>
          <p:nvPr/>
        </p:nvSpPr>
        <p:spPr>
          <a:xfrm>
            <a:off x="3378622" y="1615272"/>
            <a:ext cx="2290465"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a:solidFill>
                  <a:srgbClr val="15213F"/>
                </a:solidFill>
                <a:latin typeface="Roboto Slab"/>
                <a:ea typeface="Roboto Slab"/>
                <a:cs typeface="Roboto Slab"/>
                <a:sym typeface="Roboto Slab"/>
              </a:rPr>
              <a:t>Part 2: The "Large" in LLM</a:t>
            </a:r>
            <a:endParaRPr sz="1800" b="0" i="0" u="none" strike="noStrike" cap="none"/>
          </a:p>
        </p:txBody>
      </p:sp>
      <p:sp>
        <p:nvSpPr>
          <p:cNvPr id="147" name="Google Shape;147;p37"/>
          <p:cNvSpPr/>
          <p:nvPr/>
        </p:nvSpPr>
        <p:spPr>
          <a:xfrm>
            <a:off x="3378622" y="2393305"/>
            <a:ext cx="2386682"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Attention mechanism + scale = context understanding</a:t>
            </a:r>
            <a:endParaRPr sz="1600" b="0" i="0" u="none" strike="noStrike" cap="none" dirty="0"/>
          </a:p>
        </p:txBody>
      </p:sp>
      <p:sp>
        <p:nvSpPr>
          <p:cNvPr id="149" name="Google Shape;149;p37"/>
          <p:cNvSpPr/>
          <p:nvPr/>
        </p:nvSpPr>
        <p:spPr>
          <a:xfrm>
            <a:off x="6013252" y="1302327"/>
            <a:ext cx="2634556" cy="3519055"/>
          </a:xfrm>
          <a:prstGeom prst="roundRect">
            <a:avLst>
              <a:gd name="adj" fmla="val 1003"/>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150" name="Google Shape;150;p37"/>
          <p:cNvSpPr/>
          <p:nvPr/>
        </p:nvSpPr>
        <p:spPr>
          <a:xfrm>
            <a:off x="6137226" y="1615272"/>
            <a:ext cx="2386608" cy="465088"/>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a:solidFill>
                  <a:srgbClr val="15213F"/>
                </a:solidFill>
                <a:latin typeface="Roboto Slab"/>
                <a:ea typeface="Roboto Slab"/>
                <a:cs typeface="Roboto Slab"/>
                <a:sym typeface="Roboto Slab"/>
              </a:rPr>
              <a:t>Part 3: Truth vs. Probability</a:t>
            </a:r>
            <a:endParaRPr sz="1800" b="0" i="0" u="none" strike="noStrike" cap="none"/>
          </a:p>
        </p:txBody>
      </p:sp>
      <p:sp>
        <p:nvSpPr>
          <p:cNvPr id="151" name="Google Shape;151;p37"/>
          <p:cNvSpPr/>
          <p:nvPr/>
        </p:nvSpPr>
        <p:spPr>
          <a:xfrm>
            <a:off x="6137226" y="2625849"/>
            <a:ext cx="238660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a:solidFill>
                  <a:srgbClr val="15213F"/>
                </a:solidFill>
                <a:latin typeface="Roboto"/>
                <a:ea typeface="Roboto"/>
                <a:cs typeface="Roboto"/>
                <a:sym typeface="Roboto"/>
              </a:rPr>
              <a:t>Why models hallucinate &amp; grounding techniques</a:t>
            </a:r>
            <a:endParaRPr sz="1600" b="0" i="0" u="none" strike="noStrike" cap="non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8"/>
          <p:cNvSpPr/>
          <p:nvPr/>
        </p:nvSpPr>
        <p:spPr>
          <a:xfrm>
            <a:off x="473806" y="463116"/>
            <a:ext cx="8151763" cy="1162869"/>
          </a:xfrm>
          <a:prstGeom prst="rect">
            <a:avLst/>
          </a:prstGeom>
          <a:noFill/>
          <a:ln>
            <a:noFill/>
          </a:ln>
        </p:spPr>
        <p:txBody>
          <a:bodyPr spcFirstLastPara="1" wrap="square" lIns="0" tIns="0" rIns="0" bIns="0" anchor="t" anchorCtr="0">
            <a:noAutofit/>
          </a:bodyPr>
          <a:lstStyle/>
          <a:p>
            <a:pPr marL="0" marR="0" lvl="0" indent="0" algn="l" rtl="0">
              <a:lnSpc>
                <a:spcPct val="125213"/>
              </a:lnSpc>
              <a:spcBef>
                <a:spcPts val="0"/>
              </a:spcBef>
              <a:spcAft>
                <a:spcPts val="0"/>
              </a:spcAft>
              <a:buClr>
                <a:srgbClr val="3257B8"/>
              </a:buClr>
              <a:buSzPts val="7300"/>
              <a:buFont typeface="Roboto Slab"/>
              <a:buNone/>
            </a:pPr>
            <a:r>
              <a:rPr lang="en-GB" sz="5400" b="0" i="0" u="none" strike="noStrike" cap="none" dirty="0">
                <a:solidFill>
                  <a:srgbClr val="3257B8"/>
                </a:solidFill>
                <a:latin typeface="Roboto Slab"/>
                <a:ea typeface="Roboto Slab"/>
                <a:cs typeface="Roboto Slab"/>
                <a:sym typeface="Roboto Slab"/>
              </a:rPr>
              <a:t>PART 1</a:t>
            </a:r>
            <a:endParaRPr sz="5400" b="0" i="0" u="none" strike="noStrike" cap="none" dirty="0"/>
          </a:p>
        </p:txBody>
      </p:sp>
      <p:sp>
        <p:nvSpPr>
          <p:cNvPr id="159" name="Google Shape;159;p38"/>
          <p:cNvSpPr/>
          <p:nvPr/>
        </p:nvSpPr>
        <p:spPr>
          <a:xfrm>
            <a:off x="473805" y="1625985"/>
            <a:ext cx="8151763" cy="77524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4900"/>
              <a:buFont typeface="Roboto Slab"/>
              <a:buNone/>
            </a:pPr>
            <a:r>
              <a:rPr lang="en-GB" sz="4000" b="0" i="0" u="none" strike="noStrike" cap="none" dirty="0">
                <a:solidFill>
                  <a:srgbClr val="3257B8"/>
                </a:solidFill>
                <a:latin typeface="Roboto Slab"/>
                <a:ea typeface="Roboto Slab"/>
                <a:cs typeface="Roboto Slab"/>
                <a:sym typeface="Roboto Slab"/>
              </a:rPr>
              <a:t>Neural Language Models FOUNDATIONS</a:t>
            </a:r>
            <a:endParaRPr sz="4000" b="0" i="0" u="none" strike="noStrike" cap="none" dirty="0"/>
          </a:p>
        </p:txBody>
      </p:sp>
      <p:sp>
        <p:nvSpPr>
          <p:cNvPr id="160" name="Google Shape;160;p38"/>
          <p:cNvSpPr/>
          <p:nvPr/>
        </p:nvSpPr>
        <p:spPr>
          <a:xfrm>
            <a:off x="473806" y="3354725"/>
            <a:ext cx="7579200" cy="3102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2400" b="0" i="0" u="none" strike="noStrike" cap="none">
                <a:solidFill>
                  <a:srgbClr val="3257B8"/>
                </a:solidFill>
                <a:latin typeface="Roboto Slab"/>
                <a:ea typeface="Roboto Slab"/>
                <a:cs typeface="Roboto Slab"/>
                <a:sym typeface="Roboto Slab"/>
              </a:rPr>
              <a:t>How Words Become Coordinates</a:t>
            </a:r>
            <a:endParaRPr sz="2400" b="0" i="0" u="none" strike="noStrike" cap="none"/>
          </a:p>
        </p:txBody>
      </p:sp>
      <p:sp>
        <p:nvSpPr>
          <p:cNvPr id="161" name="Google Shape;161;p38"/>
          <p:cNvSpPr/>
          <p:nvPr/>
        </p:nvSpPr>
        <p:spPr>
          <a:xfrm>
            <a:off x="496119" y="3850853"/>
            <a:ext cx="8151763" cy="77524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2000" b="0" i="0" u="none" strike="noStrike" cap="none" dirty="0">
                <a:solidFill>
                  <a:srgbClr val="15213F"/>
                </a:solidFill>
                <a:latin typeface="Roboto"/>
                <a:ea typeface="Roboto"/>
                <a:cs typeface="Roboto"/>
                <a:sym typeface="Roboto"/>
              </a:rPr>
              <a:t>The foundation of all AI language processing</a:t>
            </a:r>
            <a:endParaRPr sz="2000" b="0" i="0" u="none" strike="noStrike" cap="none"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9"/>
          <p:cNvSpPr/>
          <p:nvPr/>
        </p:nvSpPr>
        <p:spPr>
          <a:xfrm>
            <a:off x="496119" y="237690"/>
            <a:ext cx="4804693"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dirty="0">
                <a:solidFill>
                  <a:srgbClr val="3257B8"/>
                </a:solidFill>
                <a:latin typeface="Roboto Slab"/>
                <a:ea typeface="Roboto Slab"/>
                <a:cs typeface="Roboto Slab"/>
                <a:sym typeface="Roboto Slab"/>
              </a:rPr>
              <a:t>You Already Know This Concept!</a:t>
            </a:r>
            <a:endParaRPr sz="2400" b="0" i="0" u="none" strike="noStrike" cap="none" dirty="0"/>
          </a:p>
        </p:txBody>
      </p:sp>
      <p:sp>
        <p:nvSpPr>
          <p:cNvPr id="168" name="Google Shape;168;p39"/>
          <p:cNvSpPr/>
          <p:nvPr/>
        </p:nvSpPr>
        <p:spPr>
          <a:xfrm>
            <a:off x="541627" y="821388"/>
            <a:ext cx="2202805"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400" b="0" i="0" u="none" strike="noStrike" cap="none" dirty="0">
                <a:solidFill>
                  <a:srgbClr val="3257B8"/>
                </a:solidFill>
                <a:latin typeface="Roboto Slab"/>
                <a:ea typeface="Roboto Slab"/>
                <a:cs typeface="Roboto Slab"/>
                <a:sym typeface="Roboto Slab"/>
              </a:rPr>
              <a:t>Materials Property Space</a:t>
            </a:r>
            <a:endParaRPr sz="1400" b="0" i="0" u="none" strike="noStrike" cap="none" dirty="0"/>
          </a:p>
        </p:txBody>
      </p:sp>
      <p:sp>
        <p:nvSpPr>
          <p:cNvPr id="169" name="Google Shape;169;p39"/>
          <p:cNvSpPr/>
          <p:nvPr/>
        </p:nvSpPr>
        <p:spPr>
          <a:xfrm>
            <a:off x="496119" y="1715170"/>
            <a:ext cx="8151763" cy="1793602"/>
          </a:xfrm>
          <a:prstGeom prst="roundRect">
            <a:avLst>
              <a:gd name="adj" fmla="val 1037"/>
            </a:avLst>
          </a:prstGeom>
          <a:noFill/>
          <a:ln w="9525" cap="flat" cmpd="sng">
            <a:solidFill>
              <a:srgbClr val="000000">
                <a:alpha val="7843"/>
              </a:srgbClr>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sz="1800"/>
          </a:p>
        </p:txBody>
      </p:sp>
      <p:sp>
        <p:nvSpPr>
          <p:cNvPr id="170" name="Google Shape;170;p39"/>
          <p:cNvSpPr/>
          <p:nvPr/>
        </p:nvSpPr>
        <p:spPr>
          <a:xfrm>
            <a:off x="584102" y="1442292"/>
            <a:ext cx="8142238" cy="356816"/>
          </a:xfrm>
          <a:prstGeom prst="rect">
            <a:avLst/>
          </a:prstGeom>
          <a:solidFill>
            <a:srgbClr val="FFFFFF">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2400"/>
          </a:p>
        </p:txBody>
      </p:sp>
      <p:sp>
        <p:nvSpPr>
          <p:cNvPr id="171" name="Google Shape;171;p39"/>
          <p:cNvSpPr/>
          <p:nvPr/>
        </p:nvSpPr>
        <p:spPr>
          <a:xfrm>
            <a:off x="625004" y="1799109"/>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1" i="0" u="none" strike="noStrike" cap="none" dirty="0">
                <a:solidFill>
                  <a:srgbClr val="15213F"/>
                </a:solidFill>
                <a:latin typeface="Roboto"/>
                <a:ea typeface="Roboto"/>
                <a:cs typeface="Roboto"/>
                <a:sym typeface="Roboto"/>
              </a:rPr>
              <a:t>Material</a:t>
            </a:r>
            <a:endParaRPr b="0" i="0" u="none" strike="noStrike" cap="none" dirty="0"/>
          </a:p>
        </p:txBody>
      </p:sp>
      <p:sp>
        <p:nvSpPr>
          <p:cNvPr id="172" name="Google Shape;172;p39"/>
          <p:cNvSpPr/>
          <p:nvPr/>
        </p:nvSpPr>
        <p:spPr>
          <a:xfrm>
            <a:off x="2662907" y="1799109"/>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1" i="0" u="none" strike="noStrike" cap="none" dirty="0">
                <a:solidFill>
                  <a:srgbClr val="15213F"/>
                </a:solidFill>
                <a:latin typeface="Roboto"/>
                <a:ea typeface="Roboto"/>
                <a:cs typeface="Roboto"/>
                <a:sym typeface="Roboto"/>
              </a:rPr>
              <a:t>Density</a:t>
            </a:r>
            <a:endParaRPr b="0" i="0" u="none" strike="noStrike" cap="none" dirty="0"/>
          </a:p>
        </p:txBody>
      </p:sp>
      <p:sp>
        <p:nvSpPr>
          <p:cNvPr id="173" name="Google Shape;173;p39"/>
          <p:cNvSpPr/>
          <p:nvPr/>
        </p:nvSpPr>
        <p:spPr>
          <a:xfrm>
            <a:off x="4698429" y="1799109"/>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1" i="0" u="none" strike="noStrike" cap="none">
                <a:solidFill>
                  <a:srgbClr val="15213F"/>
                </a:solidFill>
                <a:latin typeface="Roboto"/>
                <a:ea typeface="Roboto"/>
                <a:cs typeface="Roboto"/>
                <a:sym typeface="Roboto"/>
              </a:rPr>
              <a:t>Strength</a:t>
            </a:r>
            <a:endParaRPr b="0" i="0" u="none" strike="noStrike" cap="none"/>
          </a:p>
        </p:txBody>
      </p:sp>
      <p:sp>
        <p:nvSpPr>
          <p:cNvPr id="174" name="Google Shape;174;p39"/>
          <p:cNvSpPr/>
          <p:nvPr/>
        </p:nvSpPr>
        <p:spPr>
          <a:xfrm>
            <a:off x="6733952" y="1799109"/>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1" i="0" u="none" strike="noStrike" cap="none">
                <a:solidFill>
                  <a:srgbClr val="15213F"/>
                </a:solidFill>
                <a:latin typeface="Roboto"/>
                <a:ea typeface="Roboto"/>
                <a:cs typeface="Roboto"/>
                <a:sym typeface="Roboto"/>
              </a:rPr>
              <a:t>Conductivity</a:t>
            </a:r>
            <a:endParaRPr b="0" i="0" u="none" strike="noStrike" cap="none"/>
          </a:p>
        </p:txBody>
      </p:sp>
      <p:sp>
        <p:nvSpPr>
          <p:cNvPr id="175" name="Google Shape;175;p39"/>
          <p:cNvSpPr/>
          <p:nvPr/>
        </p:nvSpPr>
        <p:spPr>
          <a:xfrm>
            <a:off x="500881" y="2076748"/>
            <a:ext cx="8142238" cy="356816"/>
          </a:xfrm>
          <a:prstGeom prst="rect">
            <a:avLst/>
          </a:prstGeom>
          <a:solidFill>
            <a:srgbClr val="000000">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4000"/>
          </a:p>
        </p:txBody>
      </p:sp>
      <p:sp>
        <p:nvSpPr>
          <p:cNvPr id="176" name="Google Shape;176;p39"/>
          <p:cNvSpPr/>
          <p:nvPr/>
        </p:nvSpPr>
        <p:spPr>
          <a:xfrm>
            <a:off x="625004" y="2155924"/>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Steel</a:t>
            </a:r>
            <a:endParaRPr b="0" i="0" u="none" strike="noStrike" cap="none"/>
          </a:p>
        </p:txBody>
      </p:sp>
      <p:sp>
        <p:nvSpPr>
          <p:cNvPr id="177" name="Google Shape;177;p39"/>
          <p:cNvSpPr/>
          <p:nvPr/>
        </p:nvSpPr>
        <p:spPr>
          <a:xfrm>
            <a:off x="2662907" y="2155924"/>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7.85</a:t>
            </a:r>
            <a:endParaRPr b="0" i="0" u="none" strike="noStrike" cap="none"/>
          </a:p>
        </p:txBody>
      </p:sp>
      <p:sp>
        <p:nvSpPr>
          <p:cNvPr id="178" name="Google Shape;178;p39"/>
          <p:cNvSpPr/>
          <p:nvPr/>
        </p:nvSpPr>
        <p:spPr>
          <a:xfrm>
            <a:off x="4698429" y="2155924"/>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400-550</a:t>
            </a:r>
            <a:endParaRPr b="0" i="0" u="none" strike="noStrike" cap="none"/>
          </a:p>
        </p:txBody>
      </p:sp>
      <p:sp>
        <p:nvSpPr>
          <p:cNvPr id="179" name="Google Shape;179;p39"/>
          <p:cNvSpPr/>
          <p:nvPr/>
        </p:nvSpPr>
        <p:spPr>
          <a:xfrm>
            <a:off x="6733952" y="2155924"/>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50</a:t>
            </a:r>
            <a:endParaRPr b="0" i="0" u="none" strike="noStrike" cap="none"/>
          </a:p>
        </p:txBody>
      </p:sp>
      <p:sp>
        <p:nvSpPr>
          <p:cNvPr id="180" name="Google Shape;180;p39"/>
          <p:cNvSpPr/>
          <p:nvPr/>
        </p:nvSpPr>
        <p:spPr>
          <a:xfrm>
            <a:off x="500881" y="2433563"/>
            <a:ext cx="8142238" cy="356816"/>
          </a:xfrm>
          <a:prstGeom prst="rect">
            <a:avLst/>
          </a:prstGeom>
          <a:solidFill>
            <a:srgbClr val="FFFFFF">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2400"/>
          </a:p>
        </p:txBody>
      </p:sp>
      <p:sp>
        <p:nvSpPr>
          <p:cNvPr id="181" name="Google Shape;181;p39"/>
          <p:cNvSpPr/>
          <p:nvPr/>
        </p:nvSpPr>
        <p:spPr>
          <a:xfrm>
            <a:off x="625004" y="2512739"/>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Aluminium</a:t>
            </a:r>
            <a:endParaRPr b="0" i="0" u="none" strike="noStrike" cap="none"/>
          </a:p>
        </p:txBody>
      </p:sp>
      <p:sp>
        <p:nvSpPr>
          <p:cNvPr id="182" name="Google Shape;182;p39"/>
          <p:cNvSpPr/>
          <p:nvPr/>
        </p:nvSpPr>
        <p:spPr>
          <a:xfrm>
            <a:off x="2662907" y="2512739"/>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2.70</a:t>
            </a:r>
            <a:endParaRPr b="0" i="0" u="none" strike="noStrike" cap="none"/>
          </a:p>
        </p:txBody>
      </p:sp>
      <p:sp>
        <p:nvSpPr>
          <p:cNvPr id="183" name="Google Shape;183;p39"/>
          <p:cNvSpPr/>
          <p:nvPr/>
        </p:nvSpPr>
        <p:spPr>
          <a:xfrm>
            <a:off x="4698429" y="2512739"/>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47-70</a:t>
            </a:r>
            <a:endParaRPr b="0" i="0" u="none" strike="noStrike" cap="none"/>
          </a:p>
        </p:txBody>
      </p:sp>
      <p:sp>
        <p:nvSpPr>
          <p:cNvPr id="184" name="Google Shape;184;p39"/>
          <p:cNvSpPr/>
          <p:nvPr/>
        </p:nvSpPr>
        <p:spPr>
          <a:xfrm>
            <a:off x="6733952" y="2512739"/>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237</a:t>
            </a:r>
            <a:endParaRPr b="0" i="0" u="none" strike="noStrike" cap="none"/>
          </a:p>
        </p:txBody>
      </p:sp>
      <p:sp>
        <p:nvSpPr>
          <p:cNvPr id="185" name="Google Shape;185;p39"/>
          <p:cNvSpPr/>
          <p:nvPr/>
        </p:nvSpPr>
        <p:spPr>
          <a:xfrm>
            <a:off x="500881" y="2790379"/>
            <a:ext cx="8142238" cy="356816"/>
          </a:xfrm>
          <a:prstGeom prst="rect">
            <a:avLst/>
          </a:prstGeom>
          <a:solidFill>
            <a:srgbClr val="000000">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4000"/>
          </a:p>
        </p:txBody>
      </p:sp>
      <p:sp>
        <p:nvSpPr>
          <p:cNvPr id="186" name="Google Shape;186;p39"/>
          <p:cNvSpPr/>
          <p:nvPr/>
        </p:nvSpPr>
        <p:spPr>
          <a:xfrm>
            <a:off x="625004" y="2869555"/>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Titanium</a:t>
            </a:r>
            <a:endParaRPr b="0" i="0" u="none" strike="noStrike" cap="none"/>
          </a:p>
        </p:txBody>
      </p:sp>
      <p:sp>
        <p:nvSpPr>
          <p:cNvPr id="187" name="Google Shape;187;p39"/>
          <p:cNvSpPr/>
          <p:nvPr/>
        </p:nvSpPr>
        <p:spPr>
          <a:xfrm>
            <a:off x="2662907" y="2869555"/>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4.51</a:t>
            </a:r>
            <a:endParaRPr b="0" i="0" u="none" strike="noStrike" cap="none"/>
          </a:p>
        </p:txBody>
      </p:sp>
      <p:sp>
        <p:nvSpPr>
          <p:cNvPr id="188" name="Google Shape;188;p39"/>
          <p:cNvSpPr/>
          <p:nvPr/>
        </p:nvSpPr>
        <p:spPr>
          <a:xfrm>
            <a:off x="4698429" y="2869555"/>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293</a:t>
            </a:r>
            <a:endParaRPr b="0" i="0" u="none" strike="noStrike" cap="none"/>
          </a:p>
        </p:txBody>
      </p:sp>
      <p:sp>
        <p:nvSpPr>
          <p:cNvPr id="189" name="Google Shape;189;p39"/>
          <p:cNvSpPr/>
          <p:nvPr/>
        </p:nvSpPr>
        <p:spPr>
          <a:xfrm>
            <a:off x="6733952" y="2869555"/>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22</a:t>
            </a:r>
            <a:endParaRPr b="0" i="0" u="none" strike="noStrike" cap="none"/>
          </a:p>
        </p:txBody>
      </p:sp>
      <p:sp>
        <p:nvSpPr>
          <p:cNvPr id="190" name="Google Shape;190;p39"/>
          <p:cNvSpPr/>
          <p:nvPr/>
        </p:nvSpPr>
        <p:spPr>
          <a:xfrm>
            <a:off x="500881" y="3147194"/>
            <a:ext cx="8142238" cy="356816"/>
          </a:xfrm>
          <a:prstGeom prst="rect">
            <a:avLst/>
          </a:prstGeom>
          <a:solidFill>
            <a:srgbClr val="FFFFFF">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2400"/>
          </a:p>
        </p:txBody>
      </p:sp>
      <p:sp>
        <p:nvSpPr>
          <p:cNvPr id="191" name="Google Shape;191;p39"/>
          <p:cNvSpPr/>
          <p:nvPr/>
        </p:nvSpPr>
        <p:spPr>
          <a:xfrm>
            <a:off x="625004" y="3226371"/>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PTFE</a:t>
            </a:r>
            <a:endParaRPr b="0" i="0" u="none" strike="noStrike" cap="none"/>
          </a:p>
        </p:txBody>
      </p:sp>
      <p:sp>
        <p:nvSpPr>
          <p:cNvPr id="192" name="Google Shape;192;p39"/>
          <p:cNvSpPr/>
          <p:nvPr/>
        </p:nvSpPr>
        <p:spPr>
          <a:xfrm>
            <a:off x="2662907" y="3226371"/>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2.1-2.2</a:t>
            </a:r>
            <a:endParaRPr b="0" i="0" u="none" strike="noStrike" cap="none"/>
          </a:p>
        </p:txBody>
      </p:sp>
      <p:sp>
        <p:nvSpPr>
          <p:cNvPr id="193" name="Google Shape;193;p39"/>
          <p:cNvSpPr/>
          <p:nvPr/>
        </p:nvSpPr>
        <p:spPr>
          <a:xfrm>
            <a:off x="4698429" y="3226371"/>
            <a:ext cx="178281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13-30</a:t>
            </a:r>
            <a:endParaRPr b="0" i="0" u="none" strike="noStrike" cap="none"/>
          </a:p>
        </p:txBody>
      </p:sp>
      <p:sp>
        <p:nvSpPr>
          <p:cNvPr id="194" name="Google Shape;194;p39"/>
          <p:cNvSpPr/>
          <p:nvPr/>
        </p:nvSpPr>
        <p:spPr>
          <a:xfrm>
            <a:off x="6733952" y="3226371"/>
            <a:ext cx="17851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b="0" i="0" u="none" strike="noStrike" cap="none">
                <a:solidFill>
                  <a:srgbClr val="15213F"/>
                </a:solidFill>
                <a:latin typeface="Roboto"/>
                <a:ea typeface="Roboto"/>
                <a:cs typeface="Roboto"/>
                <a:sym typeface="Roboto"/>
              </a:rPr>
              <a:t>0.25</a:t>
            </a:r>
            <a:endParaRPr b="0" i="0" u="none" strike="noStrike" cap="none"/>
          </a:p>
        </p:txBody>
      </p:sp>
      <p:sp>
        <p:nvSpPr>
          <p:cNvPr id="195" name="Google Shape;195;p39"/>
          <p:cNvSpPr/>
          <p:nvPr/>
        </p:nvSpPr>
        <p:spPr>
          <a:xfrm>
            <a:off x="496119" y="3648298"/>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dirty="0">
                <a:solidFill>
                  <a:srgbClr val="15213F"/>
                </a:solidFill>
                <a:latin typeface="Roboto"/>
                <a:ea typeface="Roboto"/>
                <a:cs typeface="Roboto"/>
                <a:sym typeface="Roboto"/>
              </a:rPr>
              <a:t>Each material = Point in property space</a:t>
            </a:r>
            <a:endParaRPr sz="1600" b="0" i="0" u="none" strike="noStrike" cap="none" dirty="0"/>
          </a:p>
        </p:txBody>
      </p:sp>
      <p:sp>
        <p:nvSpPr>
          <p:cNvPr id="196" name="Google Shape;196;p39"/>
          <p:cNvSpPr/>
          <p:nvPr/>
        </p:nvSpPr>
        <p:spPr>
          <a:xfrm>
            <a:off x="496119" y="4035921"/>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1" i="0" u="none" strike="noStrike" cap="none" dirty="0">
                <a:solidFill>
                  <a:srgbClr val="15213F"/>
                </a:solidFill>
                <a:latin typeface="Roboto"/>
                <a:ea typeface="Roboto"/>
                <a:cs typeface="Roboto"/>
                <a:sym typeface="Roboto"/>
              </a:rPr>
              <a:t>Similar properties = Close together</a:t>
            </a:r>
            <a:endParaRPr sz="1800" b="0" i="0" u="none" strike="noStrike" cap="non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40"/>
          <p:cNvSpPr/>
          <p:nvPr/>
        </p:nvSpPr>
        <p:spPr>
          <a:xfrm>
            <a:off x="496119" y="1095226"/>
            <a:ext cx="4328815"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AI Does the Same with Words</a:t>
            </a:r>
            <a:endParaRPr sz="2400" b="0" i="0" u="none" strike="noStrike" cap="none"/>
          </a:p>
        </p:txBody>
      </p:sp>
      <p:sp>
        <p:nvSpPr>
          <p:cNvPr id="203" name="Google Shape;203;p40"/>
          <p:cNvSpPr/>
          <p:nvPr/>
        </p:nvSpPr>
        <p:spPr>
          <a:xfrm>
            <a:off x="496119" y="1532334"/>
            <a:ext cx="3460924"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400" b="0" i="0" u="none" strike="noStrike" cap="none">
                <a:solidFill>
                  <a:srgbClr val="3257B8"/>
                </a:solidFill>
                <a:latin typeface="Roboto Slab"/>
                <a:ea typeface="Roboto Slab"/>
                <a:cs typeface="Roboto Slab"/>
                <a:sym typeface="Roboto Slab"/>
              </a:rPr>
              <a:t>Semantic Space - Words as Coordinates</a:t>
            </a:r>
            <a:endParaRPr sz="1400" b="0" i="0" u="none" strike="noStrike" cap="none"/>
          </a:p>
        </p:txBody>
      </p:sp>
      <p:sp>
        <p:nvSpPr>
          <p:cNvPr id="204" name="Google Shape;204;p40"/>
          <p:cNvSpPr/>
          <p:nvPr/>
        </p:nvSpPr>
        <p:spPr>
          <a:xfrm>
            <a:off x="496119" y="1950914"/>
            <a:ext cx="4013894" cy="792882"/>
          </a:xfrm>
          <a:prstGeom prst="roundRect">
            <a:avLst>
              <a:gd name="adj" fmla="val 2347"/>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05" name="Google Shape;205;p40"/>
          <p:cNvSpPr/>
          <p:nvPr/>
        </p:nvSpPr>
        <p:spPr>
          <a:xfrm>
            <a:off x="634380" y="2089175"/>
            <a:ext cx="1550566" cy="193849"/>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5213F"/>
              </a:buClr>
              <a:buSzPts val="1200"/>
              <a:buFont typeface="Roboto Slab"/>
              <a:buNone/>
            </a:pPr>
            <a:r>
              <a:rPr lang="en-GB" sz="1200" b="0" i="0" u="none" strike="noStrike" cap="none">
                <a:solidFill>
                  <a:srgbClr val="15213F"/>
                </a:solidFill>
                <a:latin typeface="Roboto Slab"/>
                <a:ea typeface="Roboto Slab"/>
                <a:cs typeface="Roboto Slab"/>
                <a:sym typeface="Roboto Slab"/>
              </a:rPr>
              <a:t>'Steel' →</a:t>
            </a:r>
            <a:endParaRPr sz="1200" b="0" i="0" u="none" strike="noStrike" cap="none"/>
          </a:p>
        </p:txBody>
      </p:sp>
      <p:sp>
        <p:nvSpPr>
          <p:cNvPr id="206" name="Google Shape;206;p40"/>
          <p:cNvSpPr/>
          <p:nvPr/>
        </p:nvSpPr>
        <p:spPr>
          <a:xfrm>
            <a:off x="634380" y="2357438"/>
            <a:ext cx="3737372"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[0.12, -0.98, 0.45, ...] (768 numbers)</a:t>
            </a:r>
            <a:endParaRPr sz="1200" b="0" i="0" u="none" strike="noStrike" cap="none"/>
          </a:p>
        </p:txBody>
      </p:sp>
      <p:sp>
        <p:nvSpPr>
          <p:cNvPr id="207" name="Google Shape;207;p40"/>
          <p:cNvSpPr/>
          <p:nvPr/>
        </p:nvSpPr>
        <p:spPr>
          <a:xfrm>
            <a:off x="4633987" y="1950914"/>
            <a:ext cx="4013894" cy="792882"/>
          </a:xfrm>
          <a:prstGeom prst="roundRect">
            <a:avLst>
              <a:gd name="adj" fmla="val 2347"/>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08" name="Google Shape;208;p40"/>
          <p:cNvSpPr/>
          <p:nvPr/>
        </p:nvSpPr>
        <p:spPr>
          <a:xfrm>
            <a:off x="4772248" y="2089175"/>
            <a:ext cx="1550566" cy="193849"/>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5213F"/>
              </a:buClr>
              <a:buSzPts val="1200"/>
              <a:buFont typeface="Roboto Slab"/>
              <a:buNone/>
            </a:pPr>
            <a:r>
              <a:rPr lang="en-GB" sz="1200" b="0" i="0" u="none" strike="noStrike" cap="none">
                <a:solidFill>
                  <a:srgbClr val="15213F"/>
                </a:solidFill>
                <a:latin typeface="Roboto Slab"/>
                <a:ea typeface="Roboto Slab"/>
                <a:cs typeface="Roboto Slab"/>
                <a:sym typeface="Roboto Slab"/>
              </a:rPr>
              <a:t>'Iron' →</a:t>
            </a:r>
            <a:endParaRPr sz="1200" b="0" i="0" u="none" strike="noStrike" cap="none"/>
          </a:p>
        </p:txBody>
      </p:sp>
      <p:sp>
        <p:nvSpPr>
          <p:cNvPr id="209" name="Google Shape;209;p40"/>
          <p:cNvSpPr/>
          <p:nvPr/>
        </p:nvSpPr>
        <p:spPr>
          <a:xfrm>
            <a:off x="4772248" y="2357438"/>
            <a:ext cx="3737372"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[0.15, -0.95, 0.42, ...] (768 numbers)</a:t>
            </a:r>
            <a:endParaRPr sz="1200" b="0" i="0" u="none" strike="noStrike" cap="none"/>
          </a:p>
        </p:txBody>
      </p:sp>
      <p:sp>
        <p:nvSpPr>
          <p:cNvPr id="210" name="Google Shape;210;p40"/>
          <p:cNvSpPr/>
          <p:nvPr/>
        </p:nvSpPr>
        <p:spPr>
          <a:xfrm>
            <a:off x="496119" y="2867769"/>
            <a:ext cx="4013894" cy="792882"/>
          </a:xfrm>
          <a:prstGeom prst="roundRect">
            <a:avLst>
              <a:gd name="adj" fmla="val 2347"/>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11" name="Google Shape;211;p40"/>
          <p:cNvSpPr/>
          <p:nvPr/>
        </p:nvSpPr>
        <p:spPr>
          <a:xfrm>
            <a:off x="634380" y="3006031"/>
            <a:ext cx="1550566" cy="193849"/>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5213F"/>
              </a:buClr>
              <a:buSzPts val="1200"/>
              <a:buFont typeface="Roboto Slab"/>
              <a:buNone/>
            </a:pPr>
            <a:r>
              <a:rPr lang="en-GB" sz="1200" b="0" i="0" u="none" strike="noStrike" cap="none" dirty="0">
                <a:solidFill>
                  <a:srgbClr val="15213F"/>
                </a:solidFill>
                <a:latin typeface="Roboto Slab"/>
                <a:ea typeface="Roboto Slab"/>
                <a:cs typeface="Roboto Slab"/>
                <a:sym typeface="Roboto Slab"/>
              </a:rPr>
              <a:t>'PTFE' →</a:t>
            </a:r>
            <a:endParaRPr sz="1200" b="0" i="0" u="none" strike="noStrike" cap="none" dirty="0"/>
          </a:p>
        </p:txBody>
      </p:sp>
      <p:sp>
        <p:nvSpPr>
          <p:cNvPr id="212" name="Google Shape;212;p40"/>
          <p:cNvSpPr/>
          <p:nvPr/>
        </p:nvSpPr>
        <p:spPr>
          <a:xfrm>
            <a:off x="634380" y="3274293"/>
            <a:ext cx="3737372"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[-0.45, 0.23, -0.67, ...] (768 numbers)</a:t>
            </a:r>
            <a:endParaRPr sz="1200" b="0" i="0" u="none" strike="noStrike" cap="none"/>
          </a:p>
        </p:txBody>
      </p:sp>
      <p:sp>
        <p:nvSpPr>
          <p:cNvPr id="213" name="Google Shape;213;p40"/>
          <p:cNvSpPr/>
          <p:nvPr/>
        </p:nvSpPr>
        <p:spPr>
          <a:xfrm>
            <a:off x="4633987" y="2867769"/>
            <a:ext cx="4013894" cy="792882"/>
          </a:xfrm>
          <a:prstGeom prst="roundRect">
            <a:avLst>
              <a:gd name="adj" fmla="val 2347"/>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14" name="Google Shape;214;p40"/>
          <p:cNvSpPr/>
          <p:nvPr/>
        </p:nvSpPr>
        <p:spPr>
          <a:xfrm>
            <a:off x="4772248" y="3006031"/>
            <a:ext cx="1550566" cy="193849"/>
          </a:xfrm>
          <a:prstGeom prst="rect">
            <a:avLst/>
          </a:prstGeom>
          <a:noFill/>
          <a:ln>
            <a:noFill/>
          </a:ln>
        </p:spPr>
        <p:txBody>
          <a:bodyPr spcFirstLastPara="1" wrap="square" lIns="0" tIns="0" rIns="0" bIns="0" anchor="t" anchorCtr="0">
            <a:noAutofit/>
          </a:bodyPr>
          <a:lstStyle/>
          <a:p>
            <a:pPr marL="0" marR="0" lvl="0" indent="0" algn="l" rtl="0">
              <a:lnSpc>
                <a:spcPct val="123076"/>
              </a:lnSpc>
              <a:spcBef>
                <a:spcPts val="0"/>
              </a:spcBef>
              <a:spcAft>
                <a:spcPts val="0"/>
              </a:spcAft>
              <a:buClr>
                <a:srgbClr val="15213F"/>
              </a:buClr>
              <a:buSzPts val="1200"/>
              <a:buFont typeface="Roboto Slab"/>
              <a:buNone/>
            </a:pPr>
            <a:r>
              <a:rPr lang="en-GB" sz="1200" b="0" i="0" u="none" strike="noStrike" cap="none">
                <a:solidFill>
                  <a:srgbClr val="15213F"/>
                </a:solidFill>
                <a:latin typeface="Roboto Slab"/>
                <a:ea typeface="Roboto Slab"/>
                <a:cs typeface="Roboto Slab"/>
                <a:sym typeface="Roboto Slab"/>
              </a:rPr>
              <a:t>'Banana' →</a:t>
            </a:r>
            <a:endParaRPr sz="1200" b="0" i="0" u="none" strike="noStrike" cap="none"/>
          </a:p>
        </p:txBody>
      </p:sp>
      <p:sp>
        <p:nvSpPr>
          <p:cNvPr id="215" name="Google Shape;215;p40"/>
          <p:cNvSpPr/>
          <p:nvPr/>
        </p:nvSpPr>
        <p:spPr>
          <a:xfrm>
            <a:off x="4772248" y="3274293"/>
            <a:ext cx="3737372"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[0.88, 0.34, -0.12, ...] (768 numbers)</a:t>
            </a:r>
            <a:endParaRPr sz="1200" b="0" i="0" u="none" strike="noStrike" cap="none"/>
          </a:p>
        </p:txBody>
      </p:sp>
      <p:sp>
        <p:nvSpPr>
          <p:cNvPr id="216" name="Google Shape;216;p40"/>
          <p:cNvSpPr/>
          <p:nvPr/>
        </p:nvSpPr>
        <p:spPr>
          <a:xfrm>
            <a:off x="496119" y="3800177"/>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3257B8"/>
              </a:buClr>
              <a:buSzPts val="1200"/>
              <a:buFont typeface="Roboto"/>
              <a:buNone/>
            </a:pPr>
            <a:r>
              <a:rPr lang="en-GB" sz="1200" b="1" i="0" u="none" strike="noStrike" cap="none" dirty="0">
                <a:solidFill>
                  <a:srgbClr val="3257B8"/>
                </a:solidFill>
                <a:latin typeface="Roboto"/>
                <a:ea typeface="Roboto"/>
                <a:cs typeface="Roboto"/>
                <a:sym typeface="Roboto"/>
              </a:rPr>
              <a:t>Words with similar meanings → Similar vectors → Close together in "semantic space"</a:t>
            </a:r>
            <a:endParaRPr sz="1200" b="0" i="0" u="none" strike="noStrike" cap="none" dirty="0"/>
          </a:p>
        </p:txBody>
      </p:sp>
      <p:sp>
        <p:nvSpPr>
          <p:cNvPr id="249" name="Google Shape;249;p42"/>
          <p:cNvSpPr txBox="1"/>
          <p:nvPr/>
        </p:nvSpPr>
        <p:spPr>
          <a:xfrm>
            <a:off x="430648" y="4522736"/>
            <a:ext cx="434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dirty="0"/>
              <a:t>https://projector.tensorflow.org/</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1"/>
          <p:cNvSpPr/>
          <p:nvPr/>
        </p:nvSpPr>
        <p:spPr>
          <a:xfrm>
            <a:off x="496119" y="742355"/>
            <a:ext cx="4621188"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From Text → Math: Three Steps</a:t>
            </a:r>
            <a:endParaRPr sz="2400" b="0" i="0" u="none" strike="noStrike" cap="none"/>
          </a:p>
        </p:txBody>
      </p:sp>
      <p:sp>
        <p:nvSpPr>
          <p:cNvPr id="223" name="Google Shape;223;p41"/>
          <p:cNvSpPr/>
          <p:nvPr/>
        </p:nvSpPr>
        <p:spPr>
          <a:xfrm>
            <a:off x="496119" y="1179463"/>
            <a:ext cx="5951860"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400" b="0" i="0" u="none" strike="noStrike" cap="none" dirty="0">
                <a:solidFill>
                  <a:srgbClr val="3257B8"/>
                </a:solidFill>
                <a:latin typeface="Roboto Slab"/>
                <a:ea typeface="Roboto Slab"/>
                <a:cs typeface="Roboto Slab"/>
                <a:sym typeface="Roboto Slab"/>
              </a:rPr>
              <a:t>Example: "Electrospinning PLA nanofibers requires voltage control."</a:t>
            </a:r>
            <a:endParaRPr sz="1400" b="0" i="0" u="none" strike="noStrike" cap="none" dirty="0"/>
          </a:p>
        </p:txBody>
      </p:sp>
      <p:pic>
        <p:nvPicPr>
          <p:cNvPr id="224" name="Google Shape;224;p41" descr="preencoded.png"/>
          <p:cNvPicPr preferRelativeResize="0"/>
          <p:nvPr/>
        </p:nvPicPr>
        <p:blipFill rotWithShape="1">
          <a:blip r:embed="rId3">
            <a:alphaModFix/>
          </a:blip>
          <a:srcRect/>
          <a:stretch/>
        </p:blipFill>
        <p:spPr>
          <a:xfrm>
            <a:off x="496119" y="1598042"/>
            <a:ext cx="2717229" cy="496119"/>
          </a:xfrm>
          <a:prstGeom prst="rect">
            <a:avLst/>
          </a:prstGeom>
          <a:noFill/>
          <a:ln>
            <a:noFill/>
          </a:ln>
        </p:spPr>
      </p:pic>
      <p:sp>
        <p:nvSpPr>
          <p:cNvPr id="225" name="Google Shape;225;p41"/>
          <p:cNvSpPr/>
          <p:nvPr/>
        </p:nvSpPr>
        <p:spPr>
          <a:xfrm>
            <a:off x="620092" y="2218134"/>
            <a:ext cx="1979786"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Step 1: TOKENIZATION</a:t>
            </a:r>
            <a:endParaRPr sz="1400" b="0" i="0" u="none" strike="noStrike" cap="none"/>
          </a:p>
        </p:txBody>
      </p:sp>
      <p:sp>
        <p:nvSpPr>
          <p:cNvPr id="226" name="Google Shape;226;p41"/>
          <p:cNvSpPr/>
          <p:nvPr/>
        </p:nvSpPr>
        <p:spPr>
          <a:xfrm>
            <a:off x="620092" y="2525093"/>
            <a:ext cx="2469282"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["Electro", "spinning", " PLA", " nan", "of", "ibers", ...]</a:t>
            </a:r>
            <a:endParaRPr sz="1200" b="0" i="0" u="none" strike="noStrike" cap="none"/>
          </a:p>
        </p:txBody>
      </p:sp>
      <p:pic>
        <p:nvPicPr>
          <p:cNvPr id="227" name="Google Shape;227;p41" descr="preencoded.png"/>
          <p:cNvPicPr preferRelativeResize="0"/>
          <p:nvPr/>
        </p:nvPicPr>
        <p:blipFill rotWithShape="1">
          <a:blip r:embed="rId4">
            <a:alphaModFix/>
          </a:blip>
          <a:srcRect/>
          <a:stretch/>
        </p:blipFill>
        <p:spPr>
          <a:xfrm>
            <a:off x="3213348" y="1598042"/>
            <a:ext cx="2717229" cy="496119"/>
          </a:xfrm>
          <a:prstGeom prst="rect">
            <a:avLst/>
          </a:prstGeom>
          <a:noFill/>
          <a:ln>
            <a:noFill/>
          </a:ln>
        </p:spPr>
      </p:pic>
      <p:sp>
        <p:nvSpPr>
          <p:cNvPr id="228" name="Google Shape;228;p41"/>
          <p:cNvSpPr/>
          <p:nvPr/>
        </p:nvSpPr>
        <p:spPr>
          <a:xfrm>
            <a:off x="3337322" y="2218134"/>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Step 2: EMBEDDINGS</a:t>
            </a:r>
            <a:endParaRPr sz="1400" b="0" i="0" u="none" strike="noStrike" cap="none"/>
          </a:p>
        </p:txBody>
      </p:sp>
      <p:sp>
        <p:nvSpPr>
          <p:cNvPr id="229" name="Google Shape;229;p41"/>
          <p:cNvSpPr/>
          <p:nvPr/>
        </p:nvSpPr>
        <p:spPr>
          <a:xfrm>
            <a:off x="3337322" y="2525093"/>
            <a:ext cx="2469282"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Each token → 768-dimensional vector</a:t>
            </a:r>
            <a:endParaRPr sz="1200" b="0" i="0" u="none" strike="noStrike" cap="none"/>
          </a:p>
        </p:txBody>
      </p:sp>
      <p:pic>
        <p:nvPicPr>
          <p:cNvPr id="230" name="Google Shape;230;p41" descr="preencoded.png"/>
          <p:cNvPicPr preferRelativeResize="0"/>
          <p:nvPr/>
        </p:nvPicPr>
        <p:blipFill rotWithShape="1">
          <a:blip r:embed="rId5">
            <a:alphaModFix/>
          </a:blip>
          <a:srcRect/>
          <a:stretch/>
        </p:blipFill>
        <p:spPr>
          <a:xfrm>
            <a:off x="5930577" y="1598042"/>
            <a:ext cx="2717229" cy="496119"/>
          </a:xfrm>
          <a:prstGeom prst="rect">
            <a:avLst/>
          </a:prstGeom>
          <a:noFill/>
          <a:ln>
            <a:noFill/>
          </a:ln>
        </p:spPr>
      </p:pic>
      <p:sp>
        <p:nvSpPr>
          <p:cNvPr id="231" name="Google Shape;231;p41"/>
          <p:cNvSpPr/>
          <p:nvPr/>
        </p:nvSpPr>
        <p:spPr>
          <a:xfrm>
            <a:off x="6054551" y="2218134"/>
            <a:ext cx="2230636"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Step 3: SEMANTIC SPACE</a:t>
            </a:r>
            <a:endParaRPr sz="1400" b="0" i="0" u="none" strike="noStrike" cap="none"/>
          </a:p>
        </p:txBody>
      </p:sp>
      <p:sp>
        <p:nvSpPr>
          <p:cNvPr id="232" name="Google Shape;232;p41"/>
          <p:cNvSpPr/>
          <p:nvPr/>
        </p:nvSpPr>
        <p:spPr>
          <a:xfrm>
            <a:off x="6054551" y="2525093"/>
            <a:ext cx="2469282"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All words plotted in meaning-space</a:t>
            </a:r>
            <a:endParaRPr sz="1200" b="0" i="0" u="none" strike="noStrike" cap="none"/>
          </a:p>
        </p:txBody>
      </p:sp>
      <p:sp>
        <p:nvSpPr>
          <p:cNvPr id="233" name="Google Shape;233;p41"/>
          <p:cNvSpPr/>
          <p:nvPr/>
        </p:nvSpPr>
        <p:spPr>
          <a:xfrm>
            <a:off x="496119" y="3331294"/>
            <a:ext cx="8151763" cy="1069776"/>
          </a:xfrm>
          <a:prstGeom prst="rect">
            <a:avLst/>
          </a:prstGeom>
          <a:noFill/>
          <a:ln>
            <a:noFill/>
          </a:ln>
        </p:spPr>
        <p:txBody>
          <a:bodyPr spcFirstLastPara="1" wrap="square" lIns="0" tIns="0" rIns="0" bIns="0" anchor="t" anchorCtr="0">
            <a:noAutofit/>
          </a:bodyPr>
          <a:lstStyle/>
          <a:p>
            <a:pPr marL="0" marR="0" lvl="0" indent="0" algn="l" rtl="0">
              <a:lnSpc>
                <a:spcPct val="125233"/>
              </a:lnSpc>
              <a:spcBef>
                <a:spcPts val="0"/>
              </a:spcBef>
              <a:spcAft>
                <a:spcPts val="0"/>
              </a:spcAft>
              <a:buClr>
                <a:srgbClr val="3257B8"/>
              </a:buClr>
              <a:buSzPts val="3300"/>
              <a:buFont typeface="Roboto Slab"/>
              <a:buNone/>
            </a:pPr>
            <a:r>
              <a:rPr lang="en-GB" sz="3000" b="0" i="0" u="none" strike="noStrike" cap="none" dirty="0">
                <a:solidFill>
                  <a:srgbClr val="3257B8"/>
                </a:solidFill>
                <a:latin typeface="Roboto Slab"/>
                <a:ea typeface="Roboto Slab"/>
                <a:cs typeface="Roboto Slab"/>
                <a:sym typeface="Roboto Slab"/>
              </a:rPr>
              <a:t>Result: Computer sees NUMBERS, not words</a:t>
            </a:r>
            <a:endParaRPr sz="3000" b="0" i="0" u="none" strike="noStrike" cap="none" dirty="0"/>
          </a:p>
        </p:txBody>
      </p:sp>
      <p:sp>
        <p:nvSpPr>
          <p:cNvPr id="3" name="TextBox 2">
            <a:extLst>
              <a:ext uri="{FF2B5EF4-FFF2-40B4-BE49-F238E27FC236}">
                <a16:creationId xmlns:a16="http://schemas.microsoft.com/office/drawing/2014/main" id="{ED2F1426-2F46-F2BC-EB5A-F19BCBB3CA75}"/>
              </a:ext>
            </a:extLst>
          </p:cNvPr>
          <p:cNvSpPr txBox="1"/>
          <p:nvPr/>
        </p:nvSpPr>
        <p:spPr>
          <a:xfrm>
            <a:off x="496118" y="4221929"/>
            <a:ext cx="4572000" cy="307777"/>
          </a:xfrm>
          <a:prstGeom prst="rect">
            <a:avLst/>
          </a:prstGeom>
          <a:noFill/>
        </p:spPr>
        <p:txBody>
          <a:bodyPr wrap="square">
            <a:spAutoFit/>
          </a:bodyPr>
          <a:lstStyle/>
          <a:p>
            <a:r>
              <a:rPr lang="en-US" dirty="0">
                <a:hlinkClick r:id="rId6"/>
              </a:rPr>
              <a:t>Tokenizer - OpenAI API</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42"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240" name="Google Shape;240;p42"/>
          <p:cNvSpPr/>
          <p:nvPr/>
        </p:nvSpPr>
        <p:spPr>
          <a:xfrm>
            <a:off x="3929881" y="385280"/>
            <a:ext cx="4722763" cy="775097"/>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dirty="0">
                <a:solidFill>
                  <a:srgbClr val="3257B8"/>
                </a:solidFill>
                <a:latin typeface="Roboto Slab"/>
                <a:ea typeface="Roboto Slab"/>
                <a:cs typeface="Roboto Slab"/>
                <a:sym typeface="Roboto Slab"/>
              </a:rPr>
              <a:t>AI Doesn't "Understand"—It Measures Similarity</a:t>
            </a:r>
            <a:endParaRPr sz="2400" b="0" i="0" u="none" strike="noStrike" cap="none" dirty="0"/>
          </a:p>
        </p:txBody>
      </p:sp>
      <p:sp>
        <p:nvSpPr>
          <p:cNvPr id="241" name="Google Shape;241;p42"/>
          <p:cNvSpPr/>
          <p:nvPr/>
        </p:nvSpPr>
        <p:spPr>
          <a:xfrm>
            <a:off x="3925119" y="1646786"/>
            <a:ext cx="2210098" cy="465088"/>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800" b="0" i="0" u="none" strike="noStrike" cap="none" dirty="0">
                <a:solidFill>
                  <a:srgbClr val="3257B8"/>
                </a:solidFill>
                <a:latin typeface="Roboto Slab"/>
                <a:ea typeface="Roboto Slab"/>
                <a:cs typeface="Roboto Slab"/>
                <a:sym typeface="Roboto Slab"/>
              </a:rPr>
              <a:t>You ask: "What's similar to steel?"</a:t>
            </a:r>
            <a:endParaRPr sz="1800" b="0" i="0" u="none" strike="noStrike" cap="none" dirty="0"/>
          </a:p>
        </p:txBody>
      </p:sp>
      <p:sp>
        <p:nvSpPr>
          <p:cNvPr id="242" name="Google Shape;242;p42"/>
          <p:cNvSpPr/>
          <p:nvPr/>
        </p:nvSpPr>
        <p:spPr>
          <a:xfrm>
            <a:off x="3925119" y="2469858"/>
            <a:ext cx="221009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AI doesn't think "metals with high strength"</a:t>
            </a:r>
            <a:endParaRPr sz="1600" b="0" i="0" u="none" strike="noStrike" cap="none" dirty="0"/>
          </a:p>
        </p:txBody>
      </p:sp>
      <p:sp>
        <p:nvSpPr>
          <p:cNvPr id="243" name="Google Shape;243;p42"/>
          <p:cNvSpPr/>
          <p:nvPr/>
        </p:nvSpPr>
        <p:spPr>
          <a:xfrm>
            <a:off x="3925119" y="3338922"/>
            <a:ext cx="221009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dirty="0">
                <a:solidFill>
                  <a:srgbClr val="15213F"/>
                </a:solidFill>
                <a:latin typeface="Roboto"/>
                <a:ea typeface="Roboto"/>
                <a:cs typeface="Roboto"/>
                <a:sym typeface="Roboto"/>
              </a:rPr>
              <a:t>AI finds words with vectors close to steel's vector</a:t>
            </a:r>
            <a:endParaRPr sz="1600" b="0" i="0" u="none" strike="noStrike" cap="none" dirty="0"/>
          </a:p>
        </p:txBody>
      </p:sp>
      <p:sp>
        <p:nvSpPr>
          <p:cNvPr id="244" name="Google Shape;244;p42"/>
          <p:cNvSpPr/>
          <p:nvPr/>
        </p:nvSpPr>
        <p:spPr>
          <a:xfrm>
            <a:off x="6442546" y="1686167"/>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800" b="0" i="0" u="none" strike="noStrike" cap="none" dirty="0">
                <a:solidFill>
                  <a:srgbClr val="3257B8"/>
                </a:solidFill>
                <a:latin typeface="Roboto Slab"/>
                <a:ea typeface="Roboto Slab"/>
                <a:cs typeface="Roboto Slab"/>
                <a:sym typeface="Roboto Slab"/>
              </a:rPr>
              <a:t>Often correct:</a:t>
            </a:r>
            <a:endParaRPr sz="1800" b="0" i="0" u="none" strike="noStrike" cap="none" dirty="0"/>
          </a:p>
        </p:txBody>
      </p:sp>
      <p:sp>
        <p:nvSpPr>
          <p:cNvPr id="245" name="Google Shape;245;p42"/>
          <p:cNvSpPr/>
          <p:nvPr/>
        </p:nvSpPr>
        <p:spPr>
          <a:xfrm>
            <a:off x="6442546" y="2444502"/>
            <a:ext cx="22100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Iron, Aluminium</a:t>
            </a:r>
            <a:endParaRPr sz="1800" b="0" i="0" u="none" strike="noStrike" cap="none" dirty="0"/>
          </a:p>
        </p:txBody>
      </p:sp>
      <p:sp>
        <p:nvSpPr>
          <p:cNvPr id="247" name="Google Shape;247;p42"/>
          <p:cNvSpPr/>
          <p:nvPr/>
        </p:nvSpPr>
        <p:spPr>
          <a:xfrm>
            <a:off x="6442546" y="3424386"/>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800" b="0" i="0" u="none" strike="noStrike" cap="none" dirty="0">
                <a:solidFill>
                  <a:srgbClr val="3257B8"/>
                </a:solidFill>
                <a:latin typeface="Roboto Slab"/>
                <a:ea typeface="Roboto Slab"/>
                <a:cs typeface="Roboto Slab"/>
                <a:sym typeface="Roboto Slab"/>
              </a:rPr>
              <a:t>Sometimes</a:t>
            </a:r>
            <a:r>
              <a:rPr lang="en-GB" sz="1400" b="0" i="0" u="none" strike="noStrike" cap="none" dirty="0">
                <a:solidFill>
                  <a:srgbClr val="3257B8"/>
                </a:solidFill>
                <a:latin typeface="Roboto Slab"/>
                <a:ea typeface="Roboto Slab"/>
                <a:cs typeface="Roboto Slab"/>
                <a:sym typeface="Roboto Slab"/>
              </a:rPr>
              <a:t> wrong:</a:t>
            </a:r>
            <a:endParaRPr sz="1400" b="0" i="0" u="none" strike="noStrike" cap="none" dirty="0"/>
          </a:p>
        </p:txBody>
      </p:sp>
      <p:sp>
        <p:nvSpPr>
          <p:cNvPr id="248" name="Google Shape;248;p42"/>
          <p:cNvSpPr/>
          <p:nvPr/>
        </p:nvSpPr>
        <p:spPr>
          <a:xfrm>
            <a:off x="6442546" y="3780904"/>
            <a:ext cx="22100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If training data has biases/gaps</a:t>
            </a:r>
            <a:endParaRPr sz="1600" b="0" i="0" u="none" strike="noStrike" cap="non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3"/>
          <p:cNvSpPr/>
          <p:nvPr/>
        </p:nvSpPr>
        <p:spPr>
          <a:xfrm>
            <a:off x="386391" y="346184"/>
            <a:ext cx="7782249"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2000" b="0" i="0" u="none" strike="noStrike" cap="none" dirty="0">
                <a:solidFill>
                  <a:srgbClr val="3257B8"/>
                </a:solidFill>
                <a:latin typeface="Roboto Slab"/>
                <a:ea typeface="Roboto Slab"/>
                <a:cs typeface="Roboto Slab"/>
                <a:sym typeface="Roboto Slab"/>
              </a:rPr>
              <a:t>Section 1 Summary: Words → Coordinates</a:t>
            </a:r>
            <a:endParaRPr sz="2000" b="0" i="0" u="none" strike="noStrike" cap="none" dirty="0"/>
          </a:p>
        </p:txBody>
      </p:sp>
      <p:sp>
        <p:nvSpPr>
          <p:cNvPr id="256" name="Google Shape;256;p43"/>
          <p:cNvSpPr/>
          <p:nvPr/>
        </p:nvSpPr>
        <p:spPr>
          <a:xfrm>
            <a:off x="386391" y="950830"/>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2000" b="0" i="0" u="none" strike="noStrike" cap="none" dirty="0">
                <a:solidFill>
                  <a:srgbClr val="3257B8"/>
                </a:solidFill>
                <a:latin typeface="Roboto Slab"/>
                <a:ea typeface="Roboto Slab"/>
                <a:cs typeface="Roboto Slab"/>
                <a:sym typeface="Roboto Slab"/>
              </a:rPr>
              <a:t>Key Concepts:</a:t>
            </a:r>
            <a:endParaRPr sz="2000" b="0" i="0" u="none" strike="noStrike" cap="none" dirty="0"/>
          </a:p>
        </p:txBody>
      </p:sp>
      <p:sp>
        <p:nvSpPr>
          <p:cNvPr id="257" name="Google Shape;257;p43"/>
          <p:cNvSpPr/>
          <p:nvPr/>
        </p:nvSpPr>
        <p:spPr>
          <a:xfrm>
            <a:off x="544289" y="1637358"/>
            <a:ext cx="279052"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1100"/>
          </a:p>
        </p:txBody>
      </p:sp>
      <p:sp>
        <p:nvSpPr>
          <p:cNvPr id="258" name="Google Shape;258;p43"/>
          <p:cNvSpPr/>
          <p:nvPr/>
        </p:nvSpPr>
        <p:spPr>
          <a:xfrm>
            <a:off x="589136" y="1656206"/>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b="0" i="0" u="none" strike="noStrike" cap="none" dirty="0">
                <a:solidFill>
                  <a:srgbClr val="15213F"/>
                </a:solidFill>
                <a:latin typeface="Roboto Slab"/>
                <a:ea typeface="Roboto Slab"/>
                <a:cs typeface="Roboto Slab"/>
                <a:sym typeface="Roboto Slab"/>
              </a:rPr>
              <a:t>1</a:t>
            </a:r>
            <a:endParaRPr sz="2000" b="0" i="0" u="none" strike="noStrike" cap="none" dirty="0"/>
          </a:p>
        </p:txBody>
      </p:sp>
      <p:sp>
        <p:nvSpPr>
          <p:cNvPr id="259" name="Google Shape;259;p43"/>
          <p:cNvSpPr/>
          <p:nvPr/>
        </p:nvSpPr>
        <p:spPr>
          <a:xfrm>
            <a:off x="899145" y="1446875"/>
            <a:ext cx="3595316"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Words are tokenized (broken into chunks)</a:t>
            </a:r>
            <a:endParaRPr sz="1800" b="0" i="0" u="none" strike="noStrike" cap="none" dirty="0"/>
          </a:p>
        </p:txBody>
      </p:sp>
      <p:sp>
        <p:nvSpPr>
          <p:cNvPr id="260" name="Google Shape;260;p43"/>
          <p:cNvSpPr/>
          <p:nvPr/>
        </p:nvSpPr>
        <p:spPr>
          <a:xfrm>
            <a:off x="4634808" y="1609697"/>
            <a:ext cx="279053"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61" name="Google Shape;261;p43"/>
          <p:cNvSpPr/>
          <p:nvPr/>
        </p:nvSpPr>
        <p:spPr>
          <a:xfrm>
            <a:off x="4680459" y="1611832"/>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2000" b="0" i="0" u="none" strike="noStrike" cap="none" dirty="0">
                <a:solidFill>
                  <a:srgbClr val="15213F"/>
                </a:solidFill>
                <a:latin typeface="Roboto Slab"/>
                <a:ea typeface="Roboto Slab"/>
                <a:cs typeface="Roboto Slab"/>
                <a:sym typeface="Roboto Slab"/>
              </a:rPr>
              <a:t>2</a:t>
            </a:r>
            <a:endParaRPr sz="2000" b="0" i="0" u="none" strike="noStrike" cap="none" dirty="0"/>
          </a:p>
        </p:txBody>
      </p:sp>
      <p:sp>
        <p:nvSpPr>
          <p:cNvPr id="262" name="Google Shape;262;p43"/>
          <p:cNvSpPr/>
          <p:nvPr/>
        </p:nvSpPr>
        <p:spPr>
          <a:xfrm>
            <a:off x="5052492" y="1480008"/>
            <a:ext cx="3595390"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Each token gets 768-number embedding (vector)</a:t>
            </a:r>
            <a:endParaRPr sz="1800" b="0" i="0" u="none" strike="noStrike" cap="none" dirty="0"/>
          </a:p>
        </p:txBody>
      </p:sp>
      <p:sp>
        <p:nvSpPr>
          <p:cNvPr id="263" name="Google Shape;263;p43"/>
          <p:cNvSpPr/>
          <p:nvPr/>
        </p:nvSpPr>
        <p:spPr>
          <a:xfrm>
            <a:off x="496119" y="2470101"/>
            <a:ext cx="279052"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64" name="Google Shape;264;p43"/>
          <p:cNvSpPr/>
          <p:nvPr/>
        </p:nvSpPr>
        <p:spPr>
          <a:xfrm>
            <a:off x="542628" y="2493355"/>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3</a:t>
            </a:r>
            <a:endParaRPr sz="1400" b="0" i="0" u="none" strike="noStrike" cap="none"/>
          </a:p>
        </p:txBody>
      </p:sp>
      <p:sp>
        <p:nvSpPr>
          <p:cNvPr id="265" name="Google Shape;265;p43"/>
          <p:cNvSpPr/>
          <p:nvPr/>
        </p:nvSpPr>
        <p:spPr>
          <a:xfrm>
            <a:off x="899145" y="2245258"/>
            <a:ext cx="3595316"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Similar meanings → Similar vectors in semantic space</a:t>
            </a:r>
            <a:endParaRPr sz="1800" b="0" i="0" u="none" strike="noStrike" cap="none" dirty="0"/>
          </a:p>
        </p:txBody>
      </p:sp>
      <p:sp>
        <p:nvSpPr>
          <p:cNvPr id="266" name="Google Shape;266;p43"/>
          <p:cNvSpPr/>
          <p:nvPr/>
        </p:nvSpPr>
        <p:spPr>
          <a:xfrm>
            <a:off x="4649465" y="2470101"/>
            <a:ext cx="279053"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67" name="Google Shape;267;p43"/>
          <p:cNvSpPr/>
          <p:nvPr/>
        </p:nvSpPr>
        <p:spPr>
          <a:xfrm>
            <a:off x="4695974" y="2493355"/>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dirty="0">
                <a:solidFill>
                  <a:srgbClr val="15213F"/>
                </a:solidFill>
                <a:latin typeface="Roboto Slab"/>
                <a:ea typeface="Roboto Slab"/>
                <a:cs typeface="Roboto Slab"/>
                <a:sym typeface="Roboto Slab"/>
              </a:rPr>
              <a:t>4</a:t>
            </a:r>
            <a:endParaRPr sz="1400" b="0" i="0" u="none" strike="noStrike" cap="none" dirty="0"/>
          </a:p>
        </p:txBody>
      </p:sp>
      <p:sp>
        <p:nvSpPr>
          <p:cNvPr id="268" name="Google Shape;268;p43"/>
          <p:cNvSpPr/>
          <p:nvPr/>
        </p:nvSpPr>
        <p:spPr>
          <a:xfrm>
            <a:off x="5083522" y="2301743"/>
            <a:ext cx="3595390"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AI operates in math space, not language space</a:t>
            </a:r>
            <a:endParaRPr sz="1800" b="0" i="0" u="none" strike="noStrike" cap="none" dirty="0"/>
          </a:p>
        </p:txBody>
      </p:sp>
      <p:sp>
        <p:nvSpPr>
          <p:cNvPr id="269" name="Google Shape;269;p43"/>
          <p:cNvSpPr/>
          <p:nvPr/>
        </p:nvSpPr>
        <p:spPr>
          <a:xfrm>
            <a:off x="496119" y="3183266"/>
            <a:ext cx="8151763" cy="20241"/>
          </a:xfrm>
          <a:prstGeom prst="rect">
            <a:avLst/>
          </a:prstGeom>
          <a:solidFill>
            <a:srgbClr val="15213F">
              <a:alpha val="49803"/>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2000"/>
          </a:p>
        </p:txBody>
      </p:sp>
      <p:sp>
        <p:nvSpPr>
          <p:cNvPr id="270" name="Google Shape;270;p43"/>
          <p:cNvSpPr/>
          <p:nvPr/>
        </p:nvSpPr>
        <p:spPr>
          <a:xfrm>
            <a:off x="496119" y="3342977"/>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1" i="0" u="none" strike="noStrike" cap="none" dirty="0">
                <a:solidFill>
                  <a:srgbClr val="15213F"/>
                </a:solidFill>
                <a:latin typeface="Roboto"/>
                <a:ea typeface="Roboto"/>
                <a:cs typeface="Roboto"/>
                <a:sym typeface="Roboto"/>
              </a:rPr>
              <a:t>Materials Science Parallel:</a:t>
            </a:r>
            <a:r>
              <a:rPr lang="en-GB" sz="1800" b="0" i="0" u="none" strike="noStrike" cap="none" dirty="0">
                <a:solidFill>
                  <a:srgbClr val="15213F"/>
                </a:solidFill>
                <a:latin typeface="Roboto"/>
                <a:ea typeface="Roboto"/>
                <a:cs typeface="Roboto"/>
                <a:sym typeface="Roboto"/>
              </a:rPr>
              <a:t> </a:t>
            </a:r>
          </a:p>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Property space (materials) = Semantic space (words)</a:t>
            </a:r>
            <a:endParaRPr sz="1800" b="0" i="0" u="none" strike="noStrike" cap="non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4"/>
          <p:cNvSpPr/>
          <p:nvPr/>
        </p:nvSpPr>
        <p:spPr>
          <a:xfrm>
            <a:off x="496119" y="1044550"/>
            <a:ext cx="8151763" cy="1162869"/>
          </a:xfrm>
          <a:prstGeom prst="rect">
            <a:avLst/>
          </a:prstGeom>
          <a:noFill/>
          <a:ln>
            <a:noFill/>
          </a:ln>
        </p:spPr>
        <p:txBody>
          <a:bodyPr spcFirstLastPara="1" wrap="square" lIns="0" tIns="0" rIns="0" bIns="0" anchor="t" anchorCtr="0">
            <a:noAutofit/>
          </a:bodyPr>
          <a:lstStyle/>
          <a:p>
            <a:pPr marL="0" marR="0" lvl="0" indent="0" algn="l" rtl="0">
              <a:lnSpc>
                <a:spcPct val="125213"/>
              </a:lnSpc>
              <a:spcBef>
                <a:spcPts val="0"/>
              </a:spcBef>
              <a:spcAft>
                <a:spcPts val="0"/>
              </a:spcAft>
              <a:buClr>
                <a:srgbClr val="3257B8"/>
              </a:buClr>
              <a:buSzPts val="7300"/>
              <a:buFont typeface="Roboto Slab"/>
              <a:buNone/>
            </a:pPr>
            <a:r>
              <a:rPr lang="en-GB" sz="4800" b="0" i="0" u="none" strike="noStrike" cap="none" dirty="0">
                <a:solidFill>
                  <a:srgbClr val="3257B8"/>
                </a:solidFill>
                <a:latin typeface="Roboto Slab"/>
                <a:ea typeface="Roboto Slab"/>
                <a:cs typeface="Roboto Slab"/>
                <a:sym typeface="Roboto Slab"/>
              </a:rPr>
              <a:t>PART 2</a:t>
            </a:r>
            <a:endParaRPr sz="4800" b="0" i="0" u="none" strike="noStrike" cap="none" dirty="0"/>
          </a:p>
        </p:txBody>
      </p:sp>
      <p:sp>
        <p:nvSpPr>
          <p:cNvPr id="278" name="Google Shape;278;p44"/>
          <p:cNvSpPr/>
          <p:nvPr/>
        </p:nvSpPr>
        <p:spPr>
          <a:xfrm>
            <a:off x="496119" y="2393454"/>
            <a:ext cx="6309196" cy="77524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4900"/>
              <a:buFont typeface="Roboto Slab"/>
              <a:buNone/>
            </a:pPr>
            <a:r>
              <a:rPr lang="en-GB" sz="3600" b="0" i="0" u="none" strike="noStrike" cap="none">
                <a:solidFill>
                  <a:srgbClr val="3257B8"/>
                </a:solidFill>
                <a:latin typeface="Roboto Slab"/>
                <a:ea typeface="Roboto Slab"/>
                <a:cs typeface="Roboto Slab"/>
                <a:sym typeface="Roboto Slab"/>
              </a:rPr>
              <a:t>THE "LARGE" IN LLM</a:t>
            </a:r>
            <a:endParaRPr sz="3600" b="0" i="0" u="none" strike="noStrike" cap="none"/>
          </a:p>
        </p:txBody>
      </p:sp>
      <p:sp>
        <p:nvSpPr>
          <p:cNvPr id="279" name="Google Shape;279;p44"/>
          <p:cNvSpPr/>
          <p:nvPr/>
        </p:nvSpPr>
        <p:spPr>
          <a:xfrm>
            <a:off x="496119" y="3354735"/>
            <a:ext cx="4963864"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a:solidFill>
                  <a:srgbClr val="3257B8"/>
                </a:solidFill>
                <a:latin typeface="Roboto Slab"/>
                <a:ea typeface="Roboto Slab"/>
                <a:cs typeface="Roboto Slab"/>
                <a:sym typeface="Roboto Slab"/>
              </a:rPr>
              <a:t>Scale + Attention = Context Understanding</a:t>
            </a:r>
            <a:endParaRPr sz="1900" b="0" i="0" u="none" strike="noStrike" cap="none"/>
          </a:p>
        </p:txBody>
      </p:sp>
      <p:sp>
        <p:nvSpPr>
          <p:cNvPr id="280" name="Google Shape;280;p44"/>
          <p:cNvSpPr/>
          <p:nvPr/>
        </p:nvSpPr>
        <p:spPr>
          <a:xfrm>
            <a:off x="496119" y="3850853"/>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How AI learned to disambiguate meaning</a:t>
            </a:r>
            <a:endParaRPr sz="1800" b="0" i="0" u="none" strike="noStrike" cap="non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5"/>
          <p:cNvSpPr/>
          <p:nvPr/>
        </p:nvSpPr>
        <p:spPr>
          <a:xfrm>
            <a:off x="252353" y="112732"/>
            <a:ext cx="2819177" cy="352425"/>
          </a:xfrm>
          <a:prstGeom prst="rect">
            <a:avLst/>
          </a:prstGeom>
          <a:noFill/>
          <a:ln>
            <a:noFill/>
          </a:ln>
        </p:spPr>
        <p:txBody>
          <a:bodyPr spcFirstLastPara="1" wrap="square" lIns="0" tIns="0" rIns="0" bIns="0" anchor="t" anchorCtr="0">
            <a:noAutofit/>
          </a:bodyPr>
          <a:lstStyle/>
          <a:p>
            <a:pPr marL="0" marR="0" lvl="0" indent="0" algn="l" rtl="0">
              <a:lnSpc>
                <a:spcPct val="123943"/>
              </a:lnSpc>
              <a:spcBef>
                <a:spcPts val="0"/>
              </a:spcBef>
              <a:spcAft>
                <a:spcPts val="0"/>
              </a:spcAft>
              <a:buClr>
                <a:srgbClr val="3257B8"/>
              </a:buClr>
              <a:buSzPts val="2200"/>
              <a:buFont typeface="Roboto Slab"/>
              <a:buNone/>
            </a:pPr>
            <a:r>
              <a:rPr lang="en-GB" sz="2200" b="0" i="0" u="none" strike="noStrike" cap="none" dirty="0">
                <a:solidFill>
                  <a:srgbClr val="3257B8"/>
                </a:solidFill>
                <a:latin typeface="Roboto Slab"/>
                <a:ea typeface="Roboto Slab"/>
                <a:cs typeface="Roboto Slab"/>
                <a:sym typeface="Roboto Slab"/>
              </a:rPr>
              <a:t>The Context Problem</a:t>
            </a:r>
            <a:endParaRPr sz="2200" b="0" i="0" u="none" strike="noStrike" cap="none" dirty="0"/>
          </a:p>
        </p:txBody>
      </p:sp>
      <p:sp>
        <p:nvSpPr>
          <p:cNvPr id="287" name="Google Shape;287;p45"/>
          <p:cNvSpPr/>
          <p:nvPr/>
        </p:nvSpPr>
        <p:spPr>
          <a:xfrm>
            <a:off x="362081" y="642925"/>
            <a:ext cx="1691506" cy="211411"/>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3257B8"/>
              </a:buClr>
              <a:buSzPts val="1300"/>
              <a:buFont typeface="Roboto Slab"/>
              <a:buNone/>
            </a:pPr>
            <a:r>
              <a:rPr lang="en-GB" sz="1800" b="0" i="0" u="none" strike="noStrike" cap="none" dirty="0">
                <a:solidFill>
                  <a:srgbClr val="3257B8"/>
                </a:solidFill>
                <a:latin typeface="Roboto Slab"/>
                <a:ea typeface="Roboto Slab"/>
                <a:cs typeface="Roboto Slab"/>
                <a:sym typeface="Roboto Slab"/>
              </a:rPr>
              <a:t>Sentence 1:</a:t>
            </a:r>
            <a:endParaRPr sz="1800" b="0" i="0" u="none" strike="noStrike" cap="none" dirty="0"/>
          </a:p>
        </p:txBody>
      </p:sp>
      <p:sp>
        <p:nvSpPr>
          <p:cNvPr id="288" name="Google Shape;288;p45"/>
          <p:cNvSpPr/>
          <p:nvPr/>
        </p:nvSpPr>
        <p:spPr>
          <a:xfrm>
            <a:off x="252353" y="1128341"/>
            <a:ext cx="3938290" cy="225474"/>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15213F"/>
              </a:buClr>
              <a:buSzPts val="1100"/>
              <a:buFont typeface="Roboto"/>
              <a:buNone/>
            </a:pPr>
            <a:r>
              <a:rPr lang="en-GB" sz="1600" b="0" i="0" u="none" strike="noStrike" cap="none" dirty="0">
                <a:solidFill>
                  <a:srgbClr val="15213F"/>
                </a:solidFill>
                <a:latin typeface="Roboto"/>
                <a:ea typeface="Roboto"/>
                <a:cs typeface="Roboto"/>
                <a:sym typeface="Roboto"/>
              </a:rPr>
              <a:t>"The </a:t>
            </a:r>
            <a:r>
              <a:rPr lang="en-GB" sz="1600" b="1" i="0" u="none" strike="noStrike" cap="none" dirty="0">
                <a:solidFill>
                  <a:srgbClr val="3257B8"/>
                </a:solidFill>
                <a:latin typeface="Roboto"/>
                <a:ea typeface="Roboto"/>
                <a:cs typeface="Roboto"/>
                <a:sym typeface="Roboto"/>
              </a:rPr>
              <a:t>lead</a:t>
            </a:r>
            <a:r>
              <a:rPr lang="en-GB" sz="1600" b="0" i="0" u="none" strike="noStrike" cap="none" dirty="0">
                <a:solidFill>
                  <a:srgbClr val="15213F"/>
                </a:solidFill>
                <a:latin typeface="Roboto"/>
                <a:ea typeface="Roboto"/>
                <a:cs typeface="Roboto"/>
                <a:sym typeface="Roboto"/>
              </a:rPr>
              <a:t> shielding protected the sensor from radiation."</a:t>
            </a:r>
            <a:endParaRPr sz="1600" b="0" i="0" u="none" strike="noStrike" cap="none" dirty="0"/>
          </a:p>
        </p:txBody>
      </p:sp>
      <p:sp>
        <p:nvSpPr>
          <p:cNvPr id="289" name="Google Shape;289;p45"/>
          <p:cNvSpPr/>
          <p:nvPr/>
        </p:nvSpPr>
        <p:spPr>
          <a:xfrm>
            <a:off x="252353" y="1912397"/>
            <a:ext cx="3938290" cy="225474"/>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15213F"/>
              </a:buClr>
              <a:buSzPts val="1100"/>
              <a:buFont typeface="Roboto"/>
              <a:buNone/>
            </a:pPr>
            <a:r>
              <a:rPr lang="en-GB" sz="1100" b="1" i="0" u="none" strike="noStrike" cap="none" dirty="0">
                <a:solidFill>
                  <a:srgbClr val="15213F"/>
                </a:solidFill>
                <a:latin typeface="Roboto"/>
                <a:ea typeface="Roboto"/>
                <a:cs typeface="Roboto"/>
                <a:sym typeface="Roboto"/>
              </a:rPr>
              <a:t>Meaning: Metal (Pb)</a:t>
            </a:r>
            <a:endParaRPr sz="1100" b="0" i="0" u="none" strike="noStrike" cap="none" dirty="0"/>
          </a:p>
        </p:txBody>
      </p:sp>
      <p:sp>
        <p:nvSpPr>
          <p:cNvPr id="290" name="Google Shape;290;p45"/>
          <p:cNvSpPr/>
          <p:nvPr/>
        </p:nvSpPr>
        <p:spPr>
          <a:xfrm>
            <a:off x="4572000" y="556831"/>
            <a:ext cx="1691506" cy="211411"/>
          </a:xfrm>
          <a:prstGeom prst="rect">
            <a:avLst/>
          </a:prstGeom>
          <a:noFill/>
          <a:ln>
            <a:noFill/>
          </a:ln>
        </p:spPr>
        <p:txBody>
          <a:bodyPr spcFirstLastPara="1" wrap="square" lIns="0" tIns="0" rIns="0" bIns="0" anchor="t" anchorCtr="0">
            <a:noAutofit/>
          </a:bodyPr>
          <a:lstStyle/>
          <a:p>
            <a:pPr marL="0" marR="0" lvl="0" indent="0" algn="l" rtl="0">
              <a:lnSpc>
                <a:spcPct val="126190"/>
              </a:lnSpc>
              <a:spcBef>
                <a:spcPts val="0"/>
              </a:spcBef>
              <a:spcAft>
                <a:spcPts val="0"/>
              </a:spcAft>
              <a:buClr>
                <a:srgbClr val="3257B8"/>
              </a:buClr>
              <a:buSzPts val="1300"/>
              <a:buFont typeface="Roboto Slab"/>
              <a:buNone/>
            </a:pPr>
            <a:r>
              <a:rPr lang="en-GB" sz="1800" b="0" i="0" u="none" strike="noStrike" cap="none" dirty="0">
                <a:solidFill>
                  <a:srgbClr val="3257B8"/>
                </a:solidFill>
                <a:latin typeface="Roboto Slab"/>
                <a:ea typeface="Roboto Slab"/>
                <a:cs typeface="Roboto Slab"/>
                <a:sym typeface="Roboto Slab"/>
              </a:rPr>
              <a:t>Sentence 2:</a:t>
            </a:r>
            <a:endParaRPr sz="1800" b="0" i="0" u="none" strike="noStrike" cap="none" dirty="0"/>
          </a:p>
        </p:txBody>
      </p:sp>
      <p:sp>
        <p:nvSpPr>
          <p:cNvPr id="291" name="Google Shape;291;p45"/>
          <p:cNvSpPr/>
          <p:nvPr/>
        </p:nvSpPr>
        <p:spPr>
          <a:xfrm>
            <a:off x="4453058" y="1140084"/>
            <a:ext cx="3938290" cy="225474"/>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15213F"/>
              </a:buClr>
              <a:buSzPts val="1100"/>
              <a:buFont typeface="Roboto"/>
              <a:buNone/>
            </a:pPr>
            <a:r>
              <a:rPr lang="en-GB" sz="1600" b="0" i="0" u="none" strike="noStrike" cap="none" dirty="0">
                <a:solidFill>
                  <a:srgbClr val="15213F"/>
                </a:solidFill>
                <a:latin typeface="Roboto"/>
                <a:ea typeface="Roboto"/>
                <a:cs typeface="Roboto"/>
                <a:sym typeface="Roboto"/>
              </a:rPr>
              <a:t>"The </a:t>
            </a:r>
            <a:r>
              <a:rPr lang="en-GB" sz="1600" b="1" i="0" u="none" strike="noStrike" cap="none" dirty="0">
                <a:solidFill>
                  <a:srgbClr val="3257B8"/>
                </a:solidFill>
                <a:latin typeface="Roboto"/>
                <a:ea typeface="Roboto"/>
                <a:cs typeface="Roboto"/>
                <a:sym typeface="Roboto"/>
              </a:rPr>
              <a:t>lead</a:t>
            </a:r>
            <a:r>
              <a:rPr lang="en-GB" sz="1600" b="0" i="0" u="none" strike="noStrike" cap="none" dirty="0">
                <a:solidFill>
                  <a:srgbClr val="15213F"/>
                </a:solidFill>
                <a:latin typeface="Roboto"/>
                <a:ea typeface="Roboto"/>
                <a:cs typeface="Roboto"/>
                <a:sym typeface="Roboto"/>
              </a:rPr>
              <a:t> investigator supervised the electrospinning trials."</a:t>
            </a:r>
            <a:endParaRPr sz="1600" b="0" i="0" u="none" strike="noStrike" cap="none" dirty="0"/>
          </a:p>
        </p:txBody>
      </p:sp>
      <p:sp>
        <p:nvSpPr>
          <p:cNvPr id="292" name="Google Shape;292;p45"/>
          <p:cNvSpPr/>
          <p:nvPr/>
        </p:nvSpPr>
        <p:spPr>
          <a:xfrm>
            <a:off x="4386709" y="1932646"/>
            <a:ext cx="3938290" cy="225474"/>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15213F"/>
              </a:buClr>
              <a:buSzPts val="1100"/>
              <a:buFont typeface="Roboto"/>
              <a:buNone/>
            </a:pPr>
            <a:r>
              <a:rPr lang="en-GB" sz="1100" b="1" i="0" u="none" strike="noStrike" cap="none" dirty="0">
                <a:solidFill>
                  <a:srgbClr val="15213F"/>
                </a:solidFill>
                <a:latin typeface="Roboto"/>
                <a:ea typeface="Roboto"/>
                <a:cs typeface="Roboto"/>
                <a:sym typeface="Roboto"/>
              </a:rPr>
              <a:t>Meaning: Leadership</a:t>
            </a:r>
            <a:endParaRPr sz="1100" b="0" i="0" u="none" strike="noStrike" cap="none" dirty="0"/>
          </a:p>
        </p:txBody>
      </p:sp>
      <p:sp>
        <p:nvSpPr>
          <p:cNvPr id="293" name="Google Shape;293;p45"/>
          <p:cNvSpPr/>
          <p:nvPr/>
        </p:nvSpPr>
        <p:spPr>
          <a:xfrm>
            <a:off x="496193" y="2218273"/>
            <a:ext cx="8151614" cy="18827"/>
          </a:xfrm>
          <a:prstGeom prst="rect">
            <a:avLst/>
          </a:prstGeom>
          <a:solidFill>
            <a:srgbClr val="15213F">
              <a:alpha val="49803"/>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294" name="Google Shape;294;p45"/>
          <p:cNvSpPr/>
          <p:nvPr/>
        </p:nvSpPr>
        <p:spPr>
          <a:xfrm>
            <a:off x="252353" y="2406179"/>
            <a:ext cx="4134356" cy="486296"/>
          </a:xfrm>
          <a:prstGeom prst="rect">
            <a:avLst/>
          </a:prstGeom>
          <a:noFill/>
          <a:ln>
            <a:noFill/>
          </a:ln>
        </p:spPr>
        <p:txBody>
          <a:bodyPr spcFirstLastPara="1" wrap="square" lIns="0" tIns="0" rIns="0" bIns="0" anchor="t" anchorCtr="0">
            <a:noAutofit/>
          </a:bodyPr>
          <a:lstStyle/>
          <a:p>
            <a:pPr marL="0" marR="0" lvl="0" indent="0" algn="l" rtl="0">
              <a:lnSpc>
                <a:spcPct val="124489"/>
              </a:lnSpc>
              <a:spcBef>
                <a:spcPts val="0"/>
              </a:spcBef>
              <a:spcAft>
                <a:spcPts val="0"/>
              </a:spcAft>
              <a:buClr>
                <a:srgbClr val="3257B8"/>
              </a:buClr>
              <a:buSzPts val="3100"/>
              <a:buFont typeface="Roboto Slab"/>
              <a:buNone/>
            </a:pPr>
            <a:r>
              <a:rPr lang="en-GB" sz="2400" b="0" i="0" u="none" strike="noStrike" cap="none" dirty="0">
                <a:solidFill>
                  <a:srgbClr val="3257B8"/>
                </a:solidFill>
                <a:latin typeface="Roboto Slab"/>
                <a:ea typeface="Roboto Slab"/>
                <a:cs typeface="Roboto Slab"/>
                <a:sym typeface="Roboto Slab"/>
              </a:rPr>
              <a:t>Same word: "lead"</a:t>
            </a:r>
            <a:endParaRPr sz="2400" b="0" i="0" u="none" strike="noStrike" cap="none" dirty="0"/>
          </a:p>
        </p:txBody>
      </p:sp>
      <p:sp>
        <p:nvSpPr>
          <p:cNvPr id="295" name="Google Shape;295;p45"/>
          <p:cNvSpPr/>
          <p:nvPr/>
        </p:nvSpPr>
        <p:spPr>
          <a:xfrm>
            <a:off x="3472495" y="2328602"/>
            <a:ext cx="3890516" cy="486296"/>
          </a:xfrm>
          <a:prstGeom prst="rect">
            <a:avLst/>
          </a:prstGeom>
          <a:noFill/>
          <a:ln>
            <a:noFill/>
          </a:ln>
        </p:spPr>
        <p:txBody>
          <a:bodyPr spcFirstLastPara="1" wrap="square" lIns="0" tIns="0" rIns="0" bIns="0" anchor="t" anchorCtr="0">
            <a:noAutofit/>
          </a:bodyPr>
          <a:lstStyle/>
          <a:p>
            <a:pPr marL="0" marR="0" lvl="0" indent="0" algn="l" rtl="0">
              <a:lnSpc>
                <a:spcPct val="124489"/>
              </a:lnSpc>
              <a:spcBef>
                <a:spcPts val="0"/>
              </a:spcBef>
              <a:spcAft>
                <a:spcPts val="0"/>
              </a:spcAft>
              <a:buClr>
                <a:srgbClr val="3257B8"/>
              </a:buClr>
              <a:buSzPts val="3100"/>
              <a:buFont typeface="Roboto Slab"/>
              <a:buNone/>
            </a:pPr>
            <a:r>
              <a:rPr lang="en-GB" sz="2400" b="0" i="0" u="none" strike="noStrike" cap="none" dirty="0">
                <a:solidFill>
                  <a:srgbClr val="3257B8"/>
                </a:solidFill>
                <a:latin typeface="Roboto Slab"/>
                <a:ea typeface="Roboto Slab"/>
                <a:cs typeface="Roboto Slab"/>
                <a:sym typeface="Roboto Slab"/>
              </a:rPr>
              <a:t>Different meanings</a:t>
            </a:r>
            <a:endParaRPr sz="2400" b="0" i="0" u="none" strike="noStrike" cap="none" dirty="0"/>
          </a:p>
        </p:txBody>
      </p:sp>
      <p:sp>
        <p:nvSpPr>
          <p:cNvPr id="296" name="Google Shape;296;p45"/>
          <p:cNvSpPr/>
          <p:nvPr/>
        </p:nvSpPr>
        <p:spPr>
          <a:xfrm>
            <a:off x="316364" y="3173010"/>
            <a:ext cx="8151614" cy="225474"/>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15213F"/>
              </a:buClr>
              <a:buSzPts val="1100"/>
              <a:buFont typeface="Roboto"/>
              <a:buNone/>
            </a:pPr>
            <a:r>
              <a:rPr lang="en-GB" sz="1800" b="0" i="0" u="none" strike="noStrike" cap="none" dirty="0">
                <a:solidFill>
                  <a:srgbClr val="15213F"/>
                </a:solidFill>
                <a:latin typeface="Roboto"/>
                <a:ea typeface="Roboto"/>
                <a:cs typeface="Roboto"/>
                <a:sym typeface="Roboto"/>
              </a:rPr>
              <a:t>At NLM stage: ONE embedding for "lead"</a:t>
            </a:r>
            <a:endParaRPr sz="1800" b="0" i="0" u="none" strike="noStrike" cap="none" dirty="0"/>
          </a:p>
        </p:txBody>
      </p:sp>
      <p:sp>
        <p:nvSpPr>
          <p:cNvPr id="297" name="Google Shape;297;p45"/>
          <p:cNvSpPr/>
          <p:nvPr/>
        </p:nvSpPr>
        <p:spPr>
          <a:xfrm>
            <a:off x="316364" y="3791641"/>
            <a:ext cx="6747600" cy="282000"/>
          </a:xfrm>
          <a:prstGeom prst="rect">
            <a:avLst/>
          </a:prstGeom>
          <a:noFill/>
          <a:ln>
            <a:noFill/>
          </a:ln>
        </p:spPr>
        <p:txBody>
          <a:bodyPr spcFirstLastPara="1" wrap="square" lIns="0" tIns="0" rIns="0" bIns="0" anchor="t" anchorCtr="0">
            <a:noAutofit/>
          </a:bodyPr>
          <a:lstStyle/>
          <a:p>
            <a:pPr marL="0" marR="0" lvl="0" indent="0" algn="l" rtl="0">
              <a:lnSpc>
                <a:spcPct val="126785"/>
              </a:lnSpc>
              <a:spcBef>
                <a:spcPts val="0"/>
              </a:spcBef>
              <a:spcAft>
                <a:spcPts val="0"/>
              </a:spcAft>
              <a:buClr>
                <a:srgbClr val="3257B8"/>
              </a:buClr>
              <a:buSzPts val="1800"/>
              <a:buFont typeface="Roboto Slab"/>
              <a:buNone/>
            </a:pPr>
            <a:r>
              <a:rPr lang="en-GB" sz="1800" b="0" i="0" u="none" strike="noStrike" cap="none" dirty="0">
                <a:solidFill>
                  <a:srgbClr val="3257B8"/>
                </a:solidFill>
                <a:latin typeface="Roboto Slab"/>
                <a:ea typeface="Roboto Slab"/>
                <a:cs typeface="Roboto Slab"/>
                <a:sym typeface="Roboto Slab"/>
              </a:rPr>
              <a:t>How does AI know which meaning?</a:t>
            </a:r>
            <a:endParaRPr sz="1800" b="0" i="0" u="none" strike="noStrike" cap="none" dirty="0"/>
          </a:p>
        </p:txBody>
      </p:sp>
      <p:sp>
        <p:nvSpPr>
          <p:cNvPr id="298" name="Google Shape;298;p45"/>
          <p:cNvSpPr/>
          <p:nvPr/>
        </p:nvSpPr>
        <p:spPr>
          <a:xfrm>
            <a:off x="316364" y="4325798"/>
            <a:ext cx="7913700" cy="282000"/>
          </a:xfrm>
          <a:prstGeom prst="rect">
            <a:avLst/>
          </a:prstGeom>
          <a:noFill/>
          <a:ln>
            <a:noFill/>
          </a:ln>
        </p:spPr>
        <p:txBody>
          <a:bodyPr spcFirstLastPara="1" wrap="square" lIns="0" tIns="0" rIns="0" bIns="0" anchor="t" anchorCtr="0">
            <a:noAutofit/>
          </a:bodyPr>
          <a:lstStyle/>
          <a:p>
            <a:pPr marL="0" marR="0" lvl="0" indent="0" algn="l" rtl="0">
              <a:lnSpc>
                <a:spcPct val="126785"/>
              </a:lnSpc>
              <a:spcBef>
                <a:spcPts val="0"/>
              </a:spcBef>
              <a:spcAft>
                <a:spcPts val="0"/>
              </a:spcAft>
              <a:buClr>
                <a:srgbClr val="3257B8"/>
              </a:buClr>
              <a:buSzPts val="1800"/>
              <a:buFont typeface="Roboto Slab"/>
              <a:buNone/>
            </a:pPr>
            <a:r>
              <a:rPr lang="en-GB" sz="1800" b="0" i="0" u="none" strike="noStrike" cap="none" dirty="0">
                <a:solidFill>
                  <a:srgbClr val="3257B8"/>
                </a:solidFill>
                <a:latin typeface="Roboto Slab"/>
                <a:ea typeface="Roboto Slab"/>
                <a:cs typeface="Roboto Slab"/>
                <a:sym typeface="Roboto Slab"/>
              </a:rPr>
              <a:t>Answer: CONTEXT + ATTENTION</a:t>
            </a:r>
            <a:endParaRPr sz="1800" b="0" i="0" u="none" strike="noStrike" cap="non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46" descr="preencoded.png"/>
          <p:cNvPicPr preferRelativeResize="0"/>
          <p:nvPr/>
        </p:nvPicPr>
        <p:blipFill rotWithShape="1">
          <a:blip r:embed="rId3">
            <a:alphaModFix/>
          </a:blip>
          <a:srcRect/>
          <a:stretch/>
        </p:blipFill>
        <p:spPr>
          <a:xfrm>
            <a:off x="0" y="0"/>
            <a:ext cx="9144000" cy="1360364"/>
          </a:xfrm>
          <a:prstGeom prst="rect">
            <a:avLst/>
          </a:prstGeom>
          <a:noFill/>
          <a:ln>
            <a:noFill/>
          </a:ln>
        </p:spPr>
      </p:pic>
      <p:sp>
        <p:nvSpPr>
          <p:cNvPr id="305" name="Google Shape;305;p46"/>
          <p:cNvSpPr/>
          <p:nvPr/>
        </p:nvSpPr>
        <p:spPr>
          <a:xfrm>
            <a:off x="638547" y="1660103"/>
            <a:ext cx="5498902" cy="340072"/>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2100"/>
              <a:buFont typeface="Roboto Slab"/>
              <a:buNone/>
            </a:pPr>
            <a:r>
              <a:rPr lang="en-GB" sz="2100" b="0" i="0" u="none" strike="noStrike" cap="none">
                <a:solidFill>
                  <a:srgbClr val="3257B8"/>
                </a:solidFill>
                <a:latin typeface="Roboto Slab"/>
                <a:ea typeface="Roboto Slab"/>
                <a:cs typeface="Roboto Slab"/>
                <a:sym typeface="Roboto Slab"/>
              </a:rPr>
              <a:t>Engineering Analogy: Composite Materials</a:t>
            </a:r>
            <a:endParaRPr sz="2100" b="0" i="0" u="none" strike="noStrike" cap="none"/>
          </a:p>
        </p:txBody>
      </p:sp>
      <p:sp>
        <p:nvSpPr>
          <p:cNvPr id="306" name="Google Shape;306;p46"/>
          <p:cNvSpPr/>
          <p:nvPr/>
        </p:nvSpPr>
        <p:spPr>
          <a:xfrm>
            <a:off x="638556" y="2043625"/>
            <a:ext cx="6550500" cy="204000"/>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3257B8"/>
              </a:buClr>
              <a:buSzPts val="1300"/>
              <a:buFont typeface="Roboto Slab"/>
              <a:buNone/>
            </a:pPr>
            <a:r>
              <a:rPr lang="en-GB" sz="1300" b="0" i="0" u="none" strike="noStrike" cap="none">
                <a:solidFill>
                  <a:srgbClr val="3257B8"/>
                </a:solidFill>
                <a:latin typeface="Roboto Slab"/>
                <a:ea typeface="Roboto Slab"/>
                <a:cs typeface="Roboto Slab"/>
                <a:sym typeface="Roboto Slab"/>
              </a:rPr>
              <a:t>In fiber-reinforced composites:</a:t>
            </a:r>
            <a:endParaRPr sz="1300" b="0" i="0" u="none" strike="noStrike" cap="none"/>
          </a:p>
        </p:txBody>
      </p:sp>
      <p:grpSp>
        <p:nvGrpSpPr>
          <p:cNvPr id="2" name="Group 1">
            <a:extLst>
              <a:ext uri="{FF2B5EF4-FFF2-40B4-BE49-F238E27FC236}">
                <a16:creationId xmlns:a16="http://schemas.microsoft.com/office/drawing/2014/main" id="{57868A66-13FF-7839-7456-F613B03C05DD}"/>
              </a:ext>
            </a:extLst>
          </p:cNvPr>
          <p:cNvGrpSpPr/>
          <p:nvPr/>
        </p:nvGrpSpPr>
        <p:grpSpPr>
          <a:xfrm>
            <a:off x="638547" y="2247625"/>
            <a:ext cx="7866831" cy="1763543"/>
            <a:chOff x="638547" y="2410867"/>
            <a:chExt cx="7866831" cy="1365051"/>
          </a:xfrm>
        </p:grpSpPr>
        <p:sp>
          <p:nvSpPr>
            <p:cNvPr id="307" name="Google Shape;307;p46"/>
            <p:cNvSpPr/>
            <p:nvPr/>
          </p:nvSpPr>
          <p:spPr>
            <a:xfrm>
              <a:off x="638547" y="2410867"/>
              <a:ext cx="7866831" cy="217587"/>
            </a:xfrm>
            <a:prstGeom prst="rect">
              <a:avLst/>
            </a:prstGeom>
            <a:noFill/>
            <a:ln>
              <a:noFill/>
            </a:ln>
          </p:spPr>
          <p:txBody>
            <a:bodyPr spcFirstLastPara="1" wrap="square" lIns="0" tIns="0" rIns="0" bIns="0" anchor="t" anchorCtr="0">
              <a:noAutofit/>
            </a:bodyPr>
            <a:lstStyle/>
            <a:p>
              <a:pPr marL="215900" marR="0" lvl="0" indent="-215900" algn="l" rtl="0">
                <a:lnSpc>
                  <a:spcPct val="159259"/>
                </a:lnSpc>
                <a:spcBef>
                  <a:spcPts val="0"/>
                </a:spcBef>
                <a:spcAft>
                  <a:spcPts val="0"/>
                </a:spcAft>
                <a:buClr>
                  <a:srgbClr val="15213F"/>
                </a:buClr>
                <a:buSzPts val="800"/>
                <a:buFont typeface="Roboto"/>
                <a:buChar char="•"/>
              </a:pPr>
              <a:r>
                <a:rPr lang="en-GB" sz="1800" b="0" i="0" u="none" strike="noStrike" cap="none" dirty="0">
                  <a:solidFill>
                    <a:srgbClr val="15213F"/>
                  </a:solidFill>
                  <a:latin typeface="Roboto"/>
                  <a:ea typeface="Roboto"/>
                  <a:cs typeface="Roboto"/>
                  <a:sym typeface="Roboto"/>
                </a:rPr>
                <a:t>Matrix and </a:t>
              </a:r>
              <a:r>
                <a:rPr lang="en-GB" sz="1800" b="0" i="0" u="none" strike="noStrike" cap="none" dirty="0" err="1">
                  <a:solidFill>
                    <a:srgbClr val="15213F"/>
                  </a:solidFill>
                  <a:latin typeface="Roboto"/>
                  <a:ea typeface="Roboto"/>
                  <a:cs typeface="Roboto"/>
                  <a:sym typeface="Roboto"/>
                </a:rPr>
                <a:t>fibers</a:t>
              </a:r>
              <a:r>
                <a:rPr lang="en-GB" sz="1800" b="0" i="0" u="none" strike="noStrike" cap="none" dirty="0">
                  <a:solidFill>
                    <a:srgbClr val="15213F"/>
                  </a:solidFill>
                  <a:latin typeface="Roboto"/>
                  <a:ea typeface="Roboto"/>
                  <a:cs typeface="Roboto"/>
                  <a:sym typeface="Roboto"/>
                </a:rPr>
                <a:t> INTERACT</a:t>
              </a:r>
              <a:endParaRPr sz="1800" b="0" i="0" u="none" strike="noStrike" cap="none" dirty="0"/>
            </a:p>
          </p:txBody>
        </p:sp>
        <p:sp>
          <p:nvSpPr>
            <p:cNvPr id="308" name="Google Shape;308;p46"/>
            <p:cNvSpPr/>
            <p:nvPr/>
          </p:nvSpPr>
          <p:spPr>
            <a:xfrm>
              <a:off x="638547" y="2666479"/>
              <a:ext cx="7866831" cy="217587"/>
            </a:xfrm>
            <a:prstGeom prst="rect">
              <a:avLst/>
            </a:prstGeom>
            <a:noFill/>
            <a:ln>
              <a:noFill/>
            </a:ln>
          </p:spPr>
          <p:txBody>
            <a:bodyPr spcFirstLastPara="1" wrap="square" lIns="0" tIns="0" rIns="0" bIns="0" anchor="t" anchorCtr="0">
              <a:noAutofit/>
            </a:bodyPr>
            <a:lstStyle/>
            <a:p>
              <a:pPr marL="215900" marR="0" lvl="0" indent="-215900" algn="l" rtl="0">
                <a:lnSpc>
                  <a:spcPct val="159259"/>
                </a:lnSpc>
                <a:spcBef>
                  <a:spcPts val="0"/>
                </a:spcBef>
                <a:spcAft>
                  <a:spcPts val="0"/>
                </a:spcAft>
                <a:buClr>
                  <a:srgbClr val="15213F"/>
                </a:buClr>
                <a:buSzPts val="800"/>
                <a:buFont typeface="Roboto"/>
                <a:buChar char="•"/>
              </a:pPr>
              <a:r>
                <a:rPr lang="en-GB" sz="1800" b="0" i="0" u="none" strike="noStrike" cap="none" dirty="0">
                  <a:solidFill>
                    <a:srgbClr val="15213F"/>
                  </a:solidFill>
                  <a:latin typeface="Roboto"/>
                  <a:ea typeface="Roboto"/>
                  <a:cs typeface="Roboto"/>
                  <a:sym typeface="Roboto"/>
                </a:rPr>
                <a:t>Properties don't just add linearly</a:t>
              </a:r>
              <a:endParaRPr sz="1800" b="0" i="0" u="none" strike="noStrike" cap="none" dirty="0"/>
            </a:p>
          </p:txBody>
        </p:sp>
        <p:sp>
          <p:nvSpPr>
            <p:cNvPr id="309" name="Google Shape;309;p46"/>
            <p:cNvSpPr/>
            <p:nvPr/>
          </p:nvSpPr>
          <p:spPr>
            <a:xfrm>
              <a:off x="638547" y="2922091"/>
              <a:ext cx="7866831" cy="217587"/>
            </a:xfrm>
            <a:prstGeom prst="rect">
              <a:avLst/>
            </a:prstGeom>
            <a:noFill/>
            <a:ln>
              <a:noFill/>
            </a:ln>
          </p:spPr>
          <p:txBody>
            <a:bodyPr spcFirstLastPara="1" wrap="square" lIns="0" tIns="0" rIns="0" bIns="0" anchor="t" anchorCtr="0">
              <a:noAutofit/>
            </a:bodyPr>
            <a:lstStyle/>
            <a:p>
              <a:pPr marL="215900" marR="0" lvl="0" indent="-215900" algn="l" rtl="0">
                <a:lnSpc>
                  <a:spcPct val="159259"/>
                </a:lnSpc>
                <a:spcBef>
                  <a:spcPts val="0"/>
                </a:spcBef>
                <a:spcAft>
                  <a:spcPts val="0"/>
                </a:spcAft>
                <a:buClr>
                  <a:srgbClr val="15213F"/>
                </a:buClr>
                <a:buSzPts val="800"/>
                <a:buFont typeface="Roboto"/>
                <a:buChar char="•"/>
              </a:pPr>
              <a:r>
                <a:rPr lang="en-GB" sz="1800" b="0" i="0" u="none" strike="noStrike" cap="none">
                  <a:solidFill>
                    <a:srgbClr val="15213F"/>
                  </a:solidFill>
                  <a:latin typeface="Roboto"/>
                  <a:ea typeface="Roboto"/>
                  <a:cs typeface="Roboto"/>
                  <a:sym typeface="Roboto"/>
                </a:rPr>
                <a:t>Each component's contribution depends on:</a:t>
              </a:r>
              <a:endParaRPr sz="1800" b="0" i="0" u="none" strike="noStrike" cap="none"/>
            </a:p>
          </p:txBody>
        </p:sp>
        <p:sp>
          <p:nvSpPr>
            <p:cNvPr id="310" name="Google Shape;310;p46"/>
            <p:cNvSpPr/>
            <p:nvPr/>
          </p:nvSpPr>
          <p:spPr>
            <a:xfrm>
              <a:off x="638547" y="3177704"/>
              <a:ext cx="7866831" cy="174054"/>
            </a:xfrm>
            <a:prstGeom prst="rect">
              <a:avLst/>
            </a:prstGeom>
            <a:noFill/>
            <a:ln>
              <a:noFill/>
            </a:ln>
          </p:spPr>
          <p:txBody>
            <a:bodyPr spcFirstLastPara="1" wrap="square" lIns="0" tIns="0" rIns="0" bIns="0" anchor="t" anchorCtr="0">
              <a:noAutofit/>
            </a:bodyPr>
            <a:lstStyle/>
            <a:p>
              <a:pPr marL="431800" marR="0" lvl="1" indent="-215900" algn="l" rtl="0">
                <a:lnSpc>
                  <a:spcPct val="159259"/>
                </a:lnSpc>
                <a:spcBef>
                  <a:spcPts val="0"/>
                </a:spcBef>
                <a:spcAft>
                  <a:spcPts val="0"/>
                </a:spcAft>
                <a:buClr>
                  <a:srgbClr val="15213F"/>
                </a:buClr>
                <a:buSzPts val="800"/>
                <a:buFont typeface="Roboto"/>
                <a:buChar char="•"/>
              </a:pPr>
              <a:r>
                <a:rPr lang="en-GB" sz="1800" b="0" i="0" u="none" strike="noStrike" cap="none">
                  <a:solidFill>
                    <a:srgbClr val="15213F"/>
                  </a:solidFill>
                  <a:latin typeface="Roboto"/>
                  <a:ea typeface="Roboto"/>
                  <a:cs typeface="Roboto"/>
                  <a:sym typeface="Roboto"/>
                </a:rPr>
                <a:t>Interface bonding</a:t>
              </a:r>
              <a:endParaRPr sz="1800" b="0" i="0" u="none" strike="noStrike" cap="none"/>
            </a:p>
          </p:txBody>
        </p:sp>
        <p:sp>
          <p:nvSpPr>
            <p:cNvPr id="311" name="Google Shape;311;p46"/>
            <p:cNvSpPr/>
            <p:nvPr/>
          </p:nvSpPr>
          <p:spPr>
            <a:xfrm>
              <a:off x="638547" y="3389784"/>
              <a:ext cx="7866831" cy="174054"/>
            </a:xfrm>
            <a:prstGeom prst="rect">
              <a:avLst/>
            </a:prstGeom>
            <a:noFill/>
            <a:ln>
              <a:noFill/>
            </a:ln>
          </p:spPr>
          <p:txBody>
            <a:bodyPr spcFirstLastPara="1" wrap="square" lIns="0" tIns="0" rIns="0" bIns="0" anchor="t" anchorCtr="0">
              <a:noAutofit/>
            </a:bodyPr>
            <a:lstStyle/>
            <a:p>
              <a:pPr marL="431800" marR="0" lvl="1" indent="-215900" algn="l" rtl="0">
                <a:lnSpc>
                  <a:spcPct val="159259"/>
                </a:lnSpc>
                <a:spcBef>
                  <a:spcPts val="0"/>
                </a:spcBef>
                <a:spcAft>
                  <a:spcPts val="0"/>
                </a:spcAft>
                <a:buClr>
                  <a:srgbClr val="15213F"/>
                </a:buClr>
                <a:buSzPts val="800"/>
                <a:buFont typeface="Roboto"/>
                <a:buChar char="•"/>
              </a:pPr>
              <a:r>
                <a:rPr lang="en-GB" sz="1800" b="0" i="0" u="none" strike="noStrike" cap="none">
                  <a:solidFill>
                    <a:srgbClr val="15213F"/>
                  </a:solidFill>
                  <a:latin typeface="Roboto"/>
                  <a:ea typeface="Roboto"/>
                  <a:cs typeface="Roboto"/>
                  <a:sym typeface="Roboto"/>
                </a:rPr>
                <a:t>Load transfer</a:t>
              </a:r>
              <a:endParaRPr sz="1800" b="0" i="0" u="none" strike="noStrike" cap="none"/>
            </a:p>
          </p:txBody>
        </p:sp>
        <p:sp>
          <p:nvSpPr>
            <p:cNvPr id="312" name="Google Shape;312;p46"/>
            <p:cNvSpPr/>
            <p:nvPr/>
          </p:nvSpPr>
          <p:spPr>
            <a:xfrm>
              <a:off x="638547" y="3601864"/>
              <a:ext cx="7866831" cy="174054"/>
            </a:xfrm>
            <a:prstGeom prst="rect">
              <a:avLst/>
            </a:prstGeom>
            <a:noFill/>
            <a:ln>
              <a:noFill/>
            </a:ln>
          </p:spPr>
          <p:txBody>
            <a:bodyPr spcFirstLastPara="1" wrap="square" lIns="0" tIns="0" rIns="0" bIns="0" anchor="t" anchorCtr="0">
              <a:noAutofit/>
            </a:bodyPr>
            <a:lstStyle/>
            <a:p>
              <a:pPr marL="431800" marR="0" lvl="1" indent="-215900" algn="l" rtl="0">
                <a:lnSpc>
                  <a:spcPct val="159259"/>
                </a:lnSpc>
                <a:spcBef>
                  <a:spcPts val="0"/>
                </a:spcBef>
                <a:spcAft>
                  <a:spcPts val="0"/>
                </a:spcAft>
                <a:buClr>
                  <a:srgbClr val="15213F"/>
                </a:buClr>
                <a:buSzPts val="800"/>
                <a:buFont typeface="Roboto"/>
                <a:buChar char="•"/>
              </a:pPr>
              <a:r>
                <a:rPr lang="en-GB" sz="1800" b="0" i="0" u="none" strike="noStrike" cap="none">
                  <a:solidFill>
                    <a:srgbClr val="15213F"/>
                  </a:solidFill>
                  <a:latin typeface="Roboto"/>
                  <a:ea typeface="Roboto"/>
                  <a:cs typeface="Roboto"/>
                  <a:sym typeface="Roboto"/>
                </a:rPr>
                <a:t>Spatial arrangement</a:t>
              </a:r>
              <a:endParaRPr sz="1800" b="0" i="0" u="none" strike="noStrike" cap="none"/>
            </a:p>
          </p:txBody>
        </p:sp>
      </p:grpSp>
      <p:sp>
        <p:nvSpPr>
          <p:cNvPr id="313" name="Google Shape;313;p46"/>
          <p:cNvSpPr/>
          <p:nvPr/>
        </p:nvSpPr>
        <p:spPr>
          <a:xfrm>
            <a:off x="391119" y="4102299"/>
            <a:ext cx="7045374" cy="469329"/>
          </a:xfrm>
          <a:prstGeom prst="rect">
            <a:avLst/>
          </a:prstGeom>
          <a:noFill/>
          <a:ln>
            <a:noFill/>
          </a:ln>
        </p:spPr>
        <p:txBody>
          <a:bodyPr spcFirstLastPara="1" wrap="square" lIns="0" tIns="0" rIns="0" bIns="0" anchor="t" anchorCtr="0">
            <a:noAutofit/>
          </a:bodyPr>
          <a:lstStyle/>
          <a:p>
            <a:pPr marL="0" marR="0" lvl="0" indent="0" algn="l" rtl="0">
              <a:lnSpc>
                <a:spcPct val="125531"/>
              </a:lnSpc>
              <a:spcBef>
                <a:spcPts val="0"/>
              </a:spcBef>
              <a:spcAft>
                <a:spcPts val="0"/>
              </a:spcAft>
              <a:buClr>
                <a:srgbClr val="3257B8"/>
              </a:buClr>
              <a:buSzPts val="2900"/>
              <a:buFont typeface="Roboto Slab"/>
              <a:buNone/>
            </a:pPr>
            <a:r>
              <a:rPr lang="en-GB" sz="2000" b="0" i="0" u="none" strike="noStrike" cap="none" dirty="0">
                <a:solidFill>
                  <a:srgbClr val="3257B8"/>
                </a:solidFill>
                <a:latin typeface="Roboto Slab"/>
                <a:ea typeface="Roboto Slab"/>
                <a:cs typeface="Roboto Slab"/>
                <a:sym typeface="Roboto Slab"/>
              </a:rPr>
              <a:t>→ Dynamic weighting based on context</a:t>
            </a:r>
            <a:endParaRPr sz="2000" b="0" i="0" u="none" strike="noStrike" cap="none" dirty="0"/>
          </a:p>
        </p:txBody>
      </p:sp>
      <p:sp>
        <p:nvSpPr>
          <p:cNvPr id="314" name="Google Shape;314;p46"/>
          <p:cNvSpPr/>
          <p:nvPr/>
        </p:nvSpPr>
        <p:spPr>
          <a:xfrm>
            <a:off x="638547" y="4571628"/>
            <a:ext cx="3572173" cy="272058"/>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3257B8"/>
              </a:buClr>
              <a:buSzPts val="1700"/>
              <a:buFont typeface="Roboto Slab"/>
              <a:buNone/>
            </a:pPr>
            <a:r>
              <a:rPr lang="en-GB" sz="1700" b="0" i="0" u="none" strike="noStrike" cap="none">
                <a:solidFill>
                  <a:srgbClr val="3257B8"/>
                </a:solidFill>
                <a:latin typeface="Roboto Slab"/>
                <a:ea typeface="Roboto Slab"/>
                <a:cs typeface="Roboto Slab"/>
                <a:sym typeface="Roboto Slab"/>
              </a:rPr>
              <a:t>Attention Does the Same for Words</a:t>
            </a:r>
            <a:endParaRPr sz="1700" b="0" i="0" u="none" strike="noStrike" cap="non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7"/>
          <p:cNvSpPr/>
          <p:nvPr/>
        </p:nvSpPr>
        <p:spPr>
          <a:xfrm>
            <a:off x="530424" y="200844"/>
            <a:ext cx="3101132"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dirty="0">
                <a:solidFill>
                  <a:srgbClr val="3257B8"/>
                </a:solidFill>
                <a:latin typeface="Roboto Slab"/>
                <a:ea typeface="Roboto Slab"/>
                <a:cs typeface="Roboto Slab"/>
                <a:sym typeface="Roboto Slab"/>
              </a:rPr>
              <a:t>Attention in Action</a:t>
            </a:r>
            <a:endParaRPr sz="2400" b="0" i="0" u="none" strike="noStrike" cap="none" dirty="0"/>
          </a:p>
        </p:txBody>
      </p:sp>
      <p:sp>
        <p:nvSpPr>
          <p:cNvPr id="321" name="Google Shape;321;p47"/>
          <p:cNvSpPr/>
          <p:nvPr/>
        </p:nvSpPr>
        <p:spPr>
          <a:xfrm>
            <a:off x="496119" y="805683"/>
            <a:ext cx="8023026" cy="279052"/>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2000" b="0" i="0" u="none" strike="noStrike" cap="none" dirty="0">
                <a:solidFill>
                  <a:srgbClr val="3257B8"/>
                </a:solidFill>
                <a:latin typeface="Roboto Slab"/>
                <a:ea typeface="Roboto Slab"/>
                <a:cs typeface="Roboto Slab"/>
                <a:sym typeface="Roboto Slab"/>
              </a:rPr>
              <a:t>Sentence: "The lead shielding protected the sensor"</a:t>
            </a:r>
            <a:endParaRPr sz="2000" b="0" i="0" u="none" strike="noStrike" cap="none" dirty="0"/>
          </a:p>
        </p:txBody>
      </p:sp>
      <p:sp>
        <p:nvSpPr>
          <p:cNvPr id="322" name="Google Shape;322;p47"/>
          <p:cNvSpPr/>
          <p:nvPr/>
        </p:nvSpPr>
        <p:spPr>
          <a:xfrm>
            <a:off x="491356" y="1281150"/>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When processing "lead":</a:t>
            </a:r>
            <a:endParaRPr sz="1800" b="0" i="0" u="none" strike="noStrike" cap="none" dirty="0"/>
          </a:p>
        </p:txBody>
      </p:sp>
      <p:sp>
        <p:nvSpPr>
          <p:cNvPr id="323" name="Google Shape;323;p47"/>
          <p:cNvSpPr/>
          <p:nvPr/>
        </p:nvSpPr>
        <p:spPr>
          <a:xfrm>
            <a:off x="496119" y="1831702"/>
            <a:ext cx="8151763" cy="1079971"/>
          </a:xfrm>
          <a:prstGeom prst="roundRect">
            <a:avLst>
              <a:gd name="adj" fmla="val 1723"/>
            </a:avLst>
          </a:prstGeom>
          <a:noFill/>
          <a:ln w="9525" cap="flat" cmpd="sng">
            <a:solidFill>
              <a:srgbClr val="000000">
                <a:alpha val="7843"/>
              </a:srgbClr>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24" name="Google Shape;324;p47"/>
          <p:cNvSpPr/>
          <p:nvPr/>
        </p:nvSpPr>
        <p:spPr>
          <a:xfrm>
            <a:off x="500881" y="1836464"/>
            <a:ext cx="8142238" cy="356816"/>
          </a:xfrm>
          <a:prstGeom prst="rect">
            <a:avLst/>
          </a:prstGeom>
          <a:solidFill>
            <a:srgbClr val="FFFFFF">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25" name="Google Shape;325;p47"/>
          <p:cNvSpPr/>
          <p:nvPr/>
        </p:nvSpPr>
        <p:spPr>
          <a:xfrm>
            <a:off x="625078" y="1915641"/>
            <a:ext cx="1378074"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1" i="0" u="none" strike="noStrike" cap="none">
                <a:solidFill>
                  <a:srgbClr val="15213F"/>
                </a:solidFill>
                <a:latin typeface="Roboto"/>
                <a:ea typeface="Roboto"/>
                <a:cs typeface="Roboto"/>
                <a:sym typeface="Roboto"/>
              </a:rPr>
              <a:t>The</a:t>
            </a:r>
            <a:endParaRPr sz="1000" b="0" i="0" u="none" strike="noStrike" cap="none"/>
          </a:p>
        </p:txBody>
      </p:sp>
      <p:sp>
        <p:nvSpPr>
          <p:cNvPr id="326" name="Google Shape;326;p47"/>
          <p:cNvSpPr/>
          <p:nvPr/>
        </p:nvSpPr>
        <p:spPr>
          <a:xfrm>
            <a:off x="2255863" y="1915641"/>
            <a:ext cx="13756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257B8"/>
              </a:buClr>
              <a:buSzPts val="1000"/>
              <a:buFont typeface="Roboto"/>
              <a:buNone/>
            </a:pPr>
            <a:r>
              <a:rPr lang="en-GB" sz="1000" b="1" i="0" u="none" strike="noStrike" cap="none">
                <a:solidFill>
                  <a:srgbClr val="3257B8"/>
                </a:solidFill>
                <a:latin typeface="Roboto"/>
                <a:ea typeface="Roboto"/>
                <a:cs typeface="Roboto"/>
                <a:sym typeface="Roboto"/>
              </a:rPr>
              <a:t>lead</a:t>
            </a:r>
            <a:endParaRPr sz="1000" b="0" i="0" u="none" strike="noStrike" cap="none"/>
          </a:p>
        </p:txBody>
      </p:sp>
      <p:sp>
        <p:nvSpPr>
          <p:cNvPr id="327" name="Google Shape;327;p47"/>
          <p:cNvSpPr/>
          <p:nvPr/>
        </p:nvSpPr>
        <p:spPr>
          <a:xfrm>
            <a:off x="3884265" y="1915641"/>
            <a:ext cx="13756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1" i="0" u="none" strike="noStrike" cap="none">
                <a:solidFill>
                  <a:srgbClr val="15213F"/>
                </a:solidFill>
                <a:latin typeface="Roboto"/>
                <a:ea typeface="Roboto"/>
                <a:cs typeface="Roboto"/>
                <a:sym typeface="Roboto"/>
              </a:rPr>
              <a:t>shielding</a:t>
            </a:r>
            <a:endParaRPr sz="1000" b="0" i="0" u="none" strike="noStrike" cap="none"/>
          </a:p>
        </p:txBody>
      </p:sp>
      <p:sp>
        <p:nvSpPr>
          <p:cNvPr id="328" name="Google Shape;328;p47"/>
          <p:cNvSpPr/>
          <p:nvPr/>
        </p:nvSpPr>
        <p:spPr>
          <a:xfrm>
            <a:off x="5512668" y="1915641"/>
            <a:ext cx="137569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1" i="0" u="none" strike="noStrike" cap="none">
                <a:solidFill>
                  <a:srgbClr val="15213F"/>
                </a:solidFill>
                <a:latin typeface="Roboto"/>
                <a:ea typeface="Roboto"/>
                <a:cs typeface="Roboto"/>
                <a:sym typeface="Roboto"/>
              </a:rPr>
              <a:t>protected</a:t>
            </a:r>
            <a:endParaRPr sz="1000" b="0" i="0" u="none" strike="noStrike" cap="none"/>
          </a:p>
        </p:txBody>
      </p:sp>
      <p:sp>
        <p:nvSpPr>
          <p:cNvPr id="329" name="Google Shape;329;p47"/>
          <p:cNvSpPr/>
          <p:nvPr/>
        </p:nvSpPr>
        <p:spPr>
          <a:xfrm>
            <a:off x="7141071" y="1915641"/>
            <a:ext cx="1378074"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1" i="0" u="none" strike="noStrike" cap="none">
                <a:solidFill>
                  <a:srgbClr val="15213F"/>
                </a:solidFill>
                <a:latin typeface="Roboto"/>
                <a:ea typeface="Roboto"/>
                <a:cs typeface="Roboto"/>
                <a:sym typeface="Roboto"/>
              </a:rPr>
              <a:t>sensor</a:t>
            </a:r>
            <a:endParaRPr sz="1000" b="0" i="0" u="none" strike="noStrike" cap="none"/>
          </a:p>
        </p:txBody>
      </p:sp>
      <p:sp>
        <p:nvSpPr>
          <p:cNvPr id="330" name="Google Shape;330;p47"/>
          <p:cNvSpPr/>
          <p:nvPr/>
        </p:nvSpPr>
        <p:spPr>
          <a:xfrm>
            <a:off x="500881" y="2193280"/>
            <a:ext cx="8142238" cy="356816"/>
          </a:xfrm>
          <a:prstGeom prst="rect">
            <a:avLst/>
          </a:prstGeom>
          <a:solidFill>
            <a:srgbClr val="000000">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1" name="Google Shape;331;p47"/>
          <p:cNvSpPr/>
          <p:nvPr/>
        </p:nvSpPr>
        <p:spPr>
          <a:xfrm>
            <a:off x="625078" y="2272457"/>
            <a:ext cx="1378074"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a:t>
            </a:r>
            <a:endParaRPr sz="1000" b="0" i="0" u="none" strike="noStrike" cap="none"/>
          </a:p>
        </p:txBody>
      </p:sp>
      <p:sp>
        <p:nvSpPr>
          <p:cNvPr id="332" name="Google Shape;332;p47"/>
          <p:cNvSpPr/>
          <p:nvPr/>
        </p:nvSpPr>
        <p:spPr>
          <a:xfrm>
            <a:off x="2255863" y="2272457"/>
            <a:ext cx="13756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a:t>
            </a:r>
            <a:endParaRPr sz="1000" b="0" i="0" u="none" strike="noStrike" cap="none"/>
          </a:p>
        </p:txBody>
      </p:sp>
      <p:sp>
        <p:nvSpPr>
          <p:cNvPr id="333" name="Google Shape;333;p47"/>
          <p:cNvSpPr/>
          <p:nvPr/>
        </p:nvSpPr>
        <p:spPr>
          <a:xfrm>
            <a:off x="3884265" y="2272457"/>
            <a:ext cx="13756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a:t>
            </a:r>
            <a:endParaRPr sz="1000" b="0" i="0" u="none" strike="noStrike" cap="none"/>
          </a:p>
        </p:txBody>
      </p:sp>
      <p:sp>
        <p:nvSpPr>
          <p:cNvPr id="334" name="Google Shape;334;p47"/>
          <p:cNvSpPr/>
          <p:nvPr/>
        </p:nvSpPr>
        <p:spPr>
          <a:xfrm>
            <a:off x="5512668" y="2272457"/>
            <a:ext cx="137569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a:t>
            </a:r>
            <a:endParaRPr sz="1000" b="0" i="0" u="none" strike="noStrike" cap="none"/>
          </a:p>
        </p:txBody>
      </p:sp>
      <p:sp>
        <p:nvSpPr>
          <p:cNvPr id="335" name="Google Shape;335;p47"/>
          <p:cNvSpPr/>
          <p:nvPr/>
        </p:nvSpPr>
        <p:spPr>
          <a:xfrm>
            <a:off x="7141071" y="2272457"/>
            <a:ext cx="1378074"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a:t>
            </a:r>
            <a:endParaRPr sz="1000" b="0" i="0" u="none" strike="noStrike" cap="none"/>
          </a:p>
        </p:txBody>
      </p:sp>
      <p:sp>
        <p:nvSpPr>
          <p:cNvPr id="336" name="Google Shape;336;p47"/>
          <p:cNvSpPr/>
          <p:nvPr/>
        </p:nvSpPr>
        <p:spPr>
          <a:xfrm>
            <a:off x="500881" y="2550096"/>
            <a:ext cx="8142238" cy="356816"/>
          </a:xfrm>
          <a:prstGeom prst="rect">
            <a:avLst/>
          </a:prstGeom>
          <a:solidFill>
            <a:srgbClr val="FFFFFF">
              <a:alpha val="3921"/>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337" name="Google Shape;337;p47"/>
          <p:cNvSpPr/>
          <p:nvPr/>
        </p:nvSpPr>
        <p:spPr>
          <a:xfrm>
            <a:off x="625078" y="2629272"/>
            <a:ext cx="1378074"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dirty="0">
                <a:solidFill>
                  <a:srgbClr val="15213F"/>
                </a:solidFill>
                <a:latin typeface="Roboto"/>
                <a:ea typeface="Roboto"/>
                <a:cs typeface="Roboto"/>
                <a:sym typeface="Roboto"/>
              </a:rPr>
              <a:t>Weight: 0.05</a:t>
            </a:r>
            <a:endParaRPr sz="1000" b="0" i="0" u="none" strike="noStrike" cap="none" dirty="0"/>
          </a:p>
        </p:txBody>
      </p:sp>
      <p:sp>
        <p:nvSpPr>
          <p:cNvPr id="338" name="Google Shape;338;p47"/>
          <p:cNvSpPr/>
          <p:nvPr/>
        </p:nvSpPr>
        <p:spPr>
          <a:xfrm>
            <a:off x="2255863" y="2629272"/>
            <a:ext cx="13756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Weight: 1.0</a:t>
            </a:r>
            <a:endParaRPr sz="1000" b="0" i="0" u="none" strike="noStrike" cap="none"/>
          </a:p>
        </p:txBody>
      </p:sp>
      <p:sp>
        <p:nvSpPr>
          <p:cNvPr id="339" name="Google Shape;339;p47"/>
          <p:cNvSpPr/>
          <p:nvPr/>
        </p:nvSpPr>
        <p:spPr>
          <a:xfrm>
            <a:off x="3884265" y="2629272"/>
            <a:ext cx="1375693"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257B8"/>
              </a:buClr>
              <a:buSzPts val="1000"/>
              <a:buFont typeface="Roboto"/>
              <a:buNone/>
            </a:pPr>
            <a:r>
              <a:rPr lang="en-GB" sz="1000" b="0" i="0" u="none" strike="noStrike" cap="none">
                <a:solidFill>
                  <a:srgbClr val="3257B8"/>
                </a:solidFill>
                <a:latin typeface="Roboto"/>
                <a:ea typeface="Roboto"/>
                <a:cs typeface="Roboto"/>
                <a:sym typeface="Roboto"/>
              </a:rPr>
              <a:t>Weight: 0.85</a:t>
            </a:r>
            <a:endParaRPr sz="1000" b="0" i="0" u="none" strike="noStrike" cap="none"/>
          </a:p>
        </p:txBody>
      </p:sp>
      <p:sp>
        <p:nvSpPr>
          <p:cNvPr id="340" name="Google Shape;340;p47"/>
          <p:cNvSpPr/>
          <p:nvPr/>
        </p:nvSpPr>
        <p:spPr>
          <a:xfrm>
            <a:off x="5512668" y="2629272"/>
            <a:ext cx="137569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Weight: 0.60</a:t>
            </a:r>
            <a:endParaRPr sz="1000" b="0" i="0" u="none" strike="noStrike" cap="none"/>
          </a:p>
        </p:txBody>
      </p:sp>
      <p:sp>
        <p:nvSpPr>
          <p:cNvPr id="341" name="Google Shape;341;p47"/>
          <p:cNvSpPr/>
          <p:nvPr/>
        </p:nvSpPr>
        <p:spPr>
          <a:xfrm>
            <a:off x="7141071" y="2629272"/>
            <a:ext cx="1378074"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3257B8"/>
              </a:buClr>
              <a:buSzPts val="1000"/>
              <a:buFont typeface="Roboto"/>
              <a:buNone/>
            </a:pPr>
            <a:r>
              <a:rPr lang="en-GB" sz="1000" b="0" i="0" u="none" strike="noStrike" cap="none">
                <a:solidFill>
                  <a:srgbClr val="3257B8"/>
                </a:solidFill>
                <a:latin typeface="Roboto"/>
                <a:ea typeface="Roboto"/>
                <a:cs typeface="Roboto"/>
                <a:sym typeface="Roboto"/>
              </a:rPr>
              <a:t>Weight: 0.75</a:t>
            </a:r>
            <a:endParaRPr sz="1000" b="0" i="0" u="none" strike="noStrike" cap="none"/>
          </a:p>
        </p:txBody>
      </p:sp>
      <p:sp>
        <p:nvSpPr>
          <p:cNvPr id="342" name="Google Shape;342;p47"/>
          <p:cNvSpPr/>
          <p:nvPr/>
        </p:nvSpPr>
        <p:spPr>
          <a:xfrm>
            <a:off x="496119" y="3051200"/>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1" i="0" u="none" strike="noStrike" cap="none">
                <a:solidFill>
                  <a:srgbClr val="15213F"/>
                </a:solidFill>
                <a:latin typeface="Roboto"/>
                <a:ea typeface="Roboto"/>
                <a:cs typeface="Roboto"/>
                <a:sym typeface="Roboto"/>
              </a:rPr>
              <a:t>High attention to "shielding" and "sensor" → Metal (Pb) context activated</a:t>
            </a:r>
            <a:endParaRPr sz="1200" b="0" i="0" u="none" strike="noStrike" cap="none"/>
          </a:p>
        </p:txBody>
      </p:sp>
      <p:sp>
        <p:nvSpPr>
          <p:cNvPr id="343" name="Google Shape;343;p47"/>
          <p:cNvSpPr/>
          <p:nvPr/>
        </p:nvSpPr>
        <p:spPr>
          <a:xfrm>
            <a:off x="496119" y="3485331"/>
            <a:ext cx="8151763" cy="1069776"/>
          </a:xfrm>
          <a:prstGeom prst="rect">
            <a:avLst/>
          </a:prstGeom>
          <a:noFill/>
          <a:ln>
            <a:noFill/>
          </a:ln>
        </p:spPr>
        <p:txBody>
          <a:bodyPr spcFirstLastPara="1" wrap="square" lIns="0" tIns="0" rIns="0" bIns="0" anchor="t" anchorCtr="0">
            <a:noAutofit/>
          </a:bodyPr>
          <a:lstStyle/>
          <a:p>
            <a:pPr marL="0" marR="0" lvl="0" indent="0" algn="l" rtl="0">
              <a:lnSpc>
                <a:spcPct val="125233"/>
              </a:lnSpc>
              <a:spcBef>
                <a:spcPts val="0"/>
              </a:spcBef>
              <a:spcAft>
                <a:spcPts val="0"/>
              </a:spcAft>
              <a:buClr>
                <a:srgbClr val="3257B8"/>
              </a:buClr>
              <a:buSzPts val="3300"/>
              <a:buFont typeface="Roboto Slab"/>
              <a:buNone/>
            </a:pPr>
            <a:r>
              <a:rPr lang="en-GB" sz="2400" b="0" i="0" u="none" strike="noStrike" cap="none" dirty="0">
                <a:solidFill>
                  <a:srgbClr val="3257B8"/>
                </a:solidFill>
                <a:latin typeface="Roboto Slab"/>
                <a:ea typeface="Roboto Slab"/>
                <a:cs typeface="Roboto Slab"/>
                <a:sym typeface="Roboto Slab"/>
              </a:rPr>
              <a:t>The word "lead" dynamically adjusts meaning based on weighted context</a:t>
            </a:r>
            <a:endParaRPr sz="2400" b="0" i="0" u="none" strike="noStrike" cap="non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8"/>
          <p:cNvSpPr/>
          <p:nvPr/>
        </p:nvSpPr>
        <p:spPr>
          <a:xfrm>
            <a:off x="496119" y="422969"/>
            <a:ext cx="3591892"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Three Aspects of "Large"</a:t>
            </a:r>
            <a:endParaRPr sz="2400" b="0" i="0" u="none" strike="noStrike" cap="none"/>
          </a:p>
        </p:txBody>
      </p:sp>
      <p:sp>
        <p:nvSpPr>
          <p:cNvPr id="350" name="Google Shape;350;p48"/>
          <p:cNvSpPr/>
          <p:nvPr/>
        </p:nvSpPr>
        <p:spPr>
          <a:xfrm>
            <a:off x="496119" y="1058540"/>
            <a:ext cx="2634556" cy="1547142"/>
          </a:xfrm>
          <a:prstGeom prst="roundRect">
            <a:avLst>
              <a:gd name="adj" fmla="val 1203"/>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351" name="Google Shape;351;p48" descr="preencoded.png"/>
          <p:cNvPicPr preferRelativeResize="0"/>
          <p:nvPr/>
        </p:nvPicPr>
        <p:blipFill rotWithShape="1">
          <a:blip r:embed="rId3">
            <a:alphaModFix/>
          </a:blip>
          <a:srcRect/>
          <a:stretch/>
        </p:blipFill>
        <p:spPr>
          <a:xfrm>
            <a:off x="620092" y="1182514"/>
            <a:ext cx="372071" cy="372071"/>
          </a:xfrm>
          <a:prstGeom prst="rect">
            <a:avLst/>
          </a:prstGeom>
          <a:noFill/>
          <a:ln>
            <a:noFill/>
          </a:ln>
        </p:spPr>
      </p:pic>
      <p:pic>
        <p:nvPicPr>
          <p:cNvPr id="352" name="Google Shape;352;p48" descr="preencoded.png"/>
          <p:cNvPicPr preferRelativeResize="0"/>
          <p:nvPr/>
        </p:nvPicPr>
        <p:blipFill rotWithShape="1">
          <a:blip r:embed="rId4">
            <a:alphaModFix/>
          </a:blip>
          <a:srcRect/>
          <a:stretch/>
        </p:blipFill>
        <p:spPr>
          <a:xfrm>
            <a:off x="722412" y="1284759"/>
            <a:ext cx="167432" cy="167432"/>
          </a:xfrm>
          <a:prstGeom prst="rect">
            <a:avLst/>
          </a:prstGeom>
          <a:noFill/>
          <a:ln>
            <a:noFill/>
          </a:ln>
        </p:spPr>
      </p:pic>
      <p:sp>
        <p:nvSpPr>
          <p:cNvPr id="353" name="Google Shape;353;p48"/>
          <p:cNvSpPr/>
          <p:nvPr/>
        </p:nvSpPr>
        <p:spPr>
          <a:xfrm>
            <a:off x="620092" y="1678558"/>
            <a:ext cx="1887364"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1. Training Data Scale</a:t>
            </a:r>
            <a:endParaRPr sz="1400" b="0" i="0" u="none" strike="noStrike" cap="none"/>
          </a:p>
        </p:txBody>
      </p:sp>
      <p:sp>
        <p:nvSpPr>
          <p:cNvPr id="354" name="Google Shape;354;p48"/>
          <p:cNvSpPr/>
          <p:nvPr/>
        </p:nvSpPr>
        <p:spPr>
          <a:xfrm>
            <a:off x="620092" y="1985516"/>
            <a:ext cx="238660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Read ~billions of pages (nearly entire internet)</a:t>
            </a:r>
            <a:endParaRPr sz="1200" b="0" i="0" u="none" strike="noStrike" cap="none"/>
          </a:p>
        </p:txBody>
      </p:sp>
      <p:sp>
        <p:nvSpPr>
          <p:cNvPr id="355" name="Google Shape;355;p48"/>
          <p:cNvSpPr/>
          <p:nvPr/>
        </p:nvSpPr>
        <p:spPr>
          <a:xfrm>
            <a:off x="3254648" y="1058540"/>
            <a:ext cx="2634630" cy="1547142"/>
          </a:xfrm>
          <a:prstGeom prst="roundRect">
            <a:avLst>
              <a:gd name="adj" fmla="val 1203"/>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356" name="Google Shape;356;p48" descr="preencoded.png"/>
          <p:cNvPicPr preferRelativeResize="0"/>
          <p:nvPr/>
        </p:nvPicPr>
        <p:blipFill rotWithShape="1">
          <a:blip r:embed="rId5">
            <a:alphaModFix/>
          </a:blip>
          <a:srcRect/>
          <a:stretch/>
        </p:blipFill>
        <p:spPr>
          <a:xfrm>
            <a:off x="3378622" y="1182514"/>
            <a:ext cx="372071" cy="372071"/>
          </a:xfrm>
          <a:prstGeom prst="rect">
            <a:avLst/>
          </a:prstGeom>
          <a:noFill/>
          <a:ln>
            <a:noFill/>
          </a:ln>
        </p:spPr>
      </p:pic>
      <p:pic>
        <p:nvPicPr>
          <p:cNvPr id="357" name="Google Shape;357;p48" descr="preencoded.png"/>
          <p:cNvPicPr preferRelativeResize="0"/>
          <p:nvPr/>
        </p:nvPicPr>
        <p:blipFill rotWithShape="1">
          <a:blip r:embed="rId6">
            <a:alphaModFix/>
          </a:blip>
          <a:srcRect/>
          <a:stretch/>
        </p:blipFill>
        <p:spPr>
          <a:xfrm>
            <a:off x="3480941" y="1284759"/>
            <a:ext cx="167432" cy="167432"/>
          </a:xfrm>
          <a:prstGeom prst="rect">
            <a:avLst/>
          </a:prstGeom>
          <a:noFill/>
          <a:ln>
            <a:noFill/>
          </a:ln>
        </p:spPr>
      </p:pic>
      <p:sp>
        <p:nvSpPr>
          <p:cNvPr id="358" name="Google Shape;358;p48"/>
          <p:cNvSpPr/>
          <p:nvPr/>
        </p:nvSpPr>
        <p:spPr>
          <a:xfrm>
            <a:off x="3378622" y="1678558"/>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2. Parameter Count</a:t>
            </a:r>
            <a:endParaRPr sz="1400" b="0" i="0" u="none" strike="noStrike" cap="none"/>
          </a:p>
        </p:txBody>
      </p:sp>
      <p:sp>
        <p:nvSpPr>
          <p:cNvPr id="359" name="Google Shape;359;p48"/>
          <p:cNvSpPr/>
          <p:nvPr/>
        </p:nvSpPr>
        <p:spPr>
          <a:xfrm>
            <a:off x="3378622" y="1985516"/>
            <a:ext cx="2386682"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Billions of adjustable weights</a:t>
            </a:r>
            <a:endParaRPr sz="1200" b="0" i="0" u="none" strike="noStrike" cap="none"/>
          </a:p>
        </p:txBody>
      </p:sp>
      <p:sp>
        <p:nvSpPr>
          <p:cNvPr id="360" name="Google Shape;360;p48"/>
          <p:cNvSpPr/>
          <p:nvPr/>
        </p:nvSpPr>
        <p:spPr>
          <a:xfrm>
            <a:off x="6013252" y="1058540"/>
            <a:ext cx="2634556" cy="1547142"/>
          </a:xfrm>
          <a:prstGeom prst="roundRect">
            <a:avLst>
              <a:gd name="adj" fmla="val 1203"/>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361" name="Google Shape;361;p48" descr="preencoded.png"/>
          <p:cNvPicPr preferRelativeResize="0"/>
          <p:nvPr/>
        </p:nvPicPr>
        <p:blipFill rotWithShape="1">
          <a:blip r:embed="rId7">
            <a:alphaModFix/>
          </a:blip>
          <a:srcRect/>
          <a:stretch/>
        </p:blipFill>
        <p:spPr>
          <a:xfrm>
            <a:off x="6137226" y="1182514"/>
            <a:ext cx="372071" cy="372071"/>
          </a:xfrm>
          <a:prstGeom prst="rect">
            <a:avLst/>
          </a:prstGeom>
          <a:noFill/>
          <a:ln>
            <a:noFill/>
          </a:ln>
        </p:spPr>
      </p:pic>
      <p:pic>
        <p:nvPicPr>
          <p:cNvPr id="362" name="Google Shape;362;p48" descr="preencoded.png"/>
          <p:cNvPicPr preferRelativeResize="0"/>
          <p:nvPr/>
        </p:nvPicPr>
        <p:blipFill rotWithShape="1">
          <a:blip r:embed="rId8">
            <a:alphaModFix/>
          </a:blip>
          <a:srcRect/>
          <a:stretch/>
        </p:blipFill>
        <p:spPr>
          <a:xfrm>
            <a:off x="6239545" y="1284759"/>
            <a:ext cx="167432" cy="167432"/>
          </a:xfrm>
          <a:prstGeom prst="rect">
            <a:avLst/>
          </a:prstGeom>
          <a:noFill/>
          <a:ln>
            <a:noFill/>
          </a:ln>
        </p:spPr>
      </p:pic>
      <p:sp>
        <p:nvSpPr>
          <p:cNvPr id="363" name="Google Shape;363;p48"/>
          <p:cNvSpPr/>
          <p:nvPr/>
        </p:nvSpPr>
        <p:spPr>
          <a:xfrm>
            <a:off x="6137226" y="1678558"/>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3. Context Window</a:t>
            </a:r>
            <a:endParaRPr sz="1400" b="0" i="0" u="none" strike="noStrike" cap="none"/>
          </a:p>
        </p:txBody>
      </p:sp>
      <p:sp>
        <p:nvSpPr>
          <p:cNvPr id="364" name="Google Shape;364;p48"/>
          <p:cNvSpPr/>
          <p:nvPr/>
        </p:nvSpPr>
        <p:spPr>
          <a:xfrm>
            <a:off x="6137226" y="1985516"/>
            <a:ext cx="238660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Process thousands of words at once</a:t>
            </a:r>
            <a:endParaRPr sz="1200" b="0" i="0" u="none" strike="noStrike" cap="none"/>
          </a:p>
        </p:txBody>
      </p:sp>
      <p:sp>
        <p:nvSpPr>
          <p:cNvPr id="365" name="Google Shape;365;p48"/>
          <p:cNvSpPr/>
          <p:nvPr/>
        </p:nvSpPr>
        <p:spPr>
          <a:xfrm>
            <a:off x="496119" y="2791718"/>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400" b="0" i="0" u="none" strike="noStrike" cap="none" dirty="0">
                <a:solidFill>
                  <a:srgbClr val="3257B8"/>
                </a:solidFill>
                <a:latin typeface="Roboto Slab"/>
                <a:ea typeface="Roboto Slab"/>
                <a:cs typeface="Roboto Slab"/>
                <a:sym typeface="Roboto Slab"/>
              </a:rPr>
              <a:t>Scale </a:t>
            </a:r>
            <a:r>
              <a:rPr lang="en-GB" sz="1800" b="0" i="0" u="none" strike="noStrike" cap="none" dirty="0">
                <a:solidFill>
                  <a:srgbClr val="3257B8"/>
                </a:solidFill>
                <a:latin typeface="Roboto Slab"/>
                <a:ea typeface="Roboto Slab"/>
                <a:cs typeface="Roboto Slab"/>
                <a:sym typeface="Roboto Slab"/>
              </a:rPr>
              <a:t>Comparison</a:t>
            </a:r>
            <a:r>
              <a:rPr lang="en-GB" sz="1400" b="0" i="0" u="none" strike="noStrike" cap="none" dirty="0">
                <a:solidFill>
                  <a:srgbClr val="3257B8"/>
                </a:solidFill>
                <a:latin typeface="Roboto Slab"/>
                <a:ea typeface="Roboto Slab"/>
                <a:cs typeface="Roboto Slab"/>
                <a:sym typeface="Roboto Slab"/>
              </a:rPr>
              <a:t>:</a:t>
            </a:r>
            <a:endParaRPr sz="1400" b="0" i="0" u="none" strike="noStrike" cap="none" dirty="0"/>
          </a:p>
        </p:txBody>
      </p:sp>
      <p:sp>
        <p:nvSpPr>
          <p:cNvPr id="366" name="Google Shape;366;p48"/>
          <p:cNvSpPr/>
          <p:nvPr/>
        </p:nvSpPr>
        <p:spPr>
          <a:xfrm>
            <a:off x="496119" y="321029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dirty="0">
                <a:solidFill>
                  <a:srgbClr val="15213F"/>
                </a:solidFill>
                <a:latin typeface="Roboto"/>
                <a:ea typeface="Roboto"/>
                <a:cs typeface="Roboto"/>
                <a:sym typeface="Roboto"/>
              </a:rPr>
              <a:t>Small NLM: ~100M parameters</a:t>
            </a:r>
            <a:endParaRPr sz="1800" b="0" i="0" u="none" strike="noStrike" cap="none" dirty="0"/>
          </a:p>
        </p:txBody>
      </p:sp>
      <p:sp>
        <p:nvSpPr>
          <p:cNvPr id="367" name="Google Shape;367;p48"/>
          <p:cNvSpPr/>
          <p:nvPr/>
        </p:nvSpPr>
        <p:spPr>
          <a:xfrm>
            <a:off x="496119" y="350177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Medium LLM: ~8B parameters</a:t>
            </a:r>
            <a:endParaRPr sz="1800" b="0" i="0" u="none" strike="noStrike" cap="none"/>
          </a:p>
        </p:txBody>
      </p:sp>
      <p:sp>
        <p:nvSpPr>
          <p:cNvPr id="368" name="Google Shape;368;p48"/>
          <p:cNvSpPr/>
          <p:nvPr/>
        </p:nvSpPr>
        <p:spPr>
          <a:xfrm>
            <a:off x="496119" y="379325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Large LLM: ~70B parameters</a:t>
            </a:r>
            <a:endParaRPr sz="1800" b="0" i="0" u="none" strike="noStrike" cap="none"/>
          </a:p>
        </p:txBody>
      </p:sp>
      <p:sp>
        <p:nvSpPr>
          <p:cNvPr id="369" name="Google Shape;369;p48"/>
          <p:cNvSpPr/>
          <p:nvPr/>
        </p:nvSpPr>
        <p:spPr>
          <a:xfrm>
            <a:off x="496119" y="408473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Massive LLM: ~175-405B parameters</a:t>
            </a:r>
            <a:endParaRPr sz="1800" b="0" i="0" u="none" strike="noStrike" cap="none"/>
          </a:p>
        </p:txBody>
      </p:sp>
      <p:sp>
        <p:nvSpPr>
          <p:cNvPr id="370" name="Google Shape;370;p48"/>
          <p:cNvSpPr/>
          <p:nvPr/>
        </p:nvSpPr>
        <p:spPr>
          <a:xfrm>
            <a:off x="496045" y="4596483"/>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3257B8"/>
              </a:buClr>
              <a:buSzPts val="1200"/>
              <a:buFont typeface="Roboto"/>
              <a:buNone/>
            </a:pPr>
            <a:r>
              <a:rPr lang="en-GB" sz="1200" b="1" i="0" u="none" strike="noStrike" cap="none" dirty="0">
                <a:solidFill>
                  <a:srgbClr val="3257B8"/>
                </a:solidFill>
                <a:latin typeface="Roboto"/>
                <a:ea typeface="Roboto"/>
                <a:cs typeface="Roboto"/>
                <a:sym typeface="Roboto"/>
              </a:rPr>
              <a:t>More parameters = More pattern complexity</a:t>
            </a:r>
            <a:endParaRPr sz="1200" b="0" i="0" u="none" strike="noStrike" cap="none"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9"/>
          <p:cNvSpPr/>
          <p:nvPr/>
        </p:nvSpPr>
        <p:spPr>
          <a:xfrm>
            <a:off x="485320" y="325000"/>
            <a:ext cx="8202600" cy="379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Not Facts</a:t>
            </a:r>
            <a:r>
              <a:rPr lang="en-GB" sz="2400">
                <a:solidFill>
                  <a:srgbClr val="3257B8"/>
                </a:solidFill>
                <a:latin typeface="Roboto Slab"/>
                <a:ea typeface="Roboto Slab"/>
                <a:cs typeface="Roboto Slab"/>
                <a:sym typeface="Roboto Slab"/>
              </a:rPr>
              <a:t>         </a:t>
            </a:r>
            <a:r>
              <a:rPr lang="en-GB" sz="2400" b="0" i="0" u="none" strike="noStrike" cap="none">
                <a:solidFill>
                  <a:srgbClr val="3257B8"/>
                </a:solidFill>
                <a:latin typeface="Roboto Slab"/>
                <a:ea typeface="Roboto Slab"/>
                <a:cs typeface="Roboto Slab"/>
                <a:sym typeface="Roboto Slab"/>
              </a:rPr>
              <a:t>Probabilities</a:t>
            </a:r>
            <a:endParaRPr sz="2400" b="0" i="0" u="none" strike="noStrike" cap="none"/>
          </a:p>
        </p:txBody>
      </p:sp>
      <p:sp>
        <p:nvSpPr>
          <p:cNvPr id="377" name="Google Shape;377;p49"/>
          <p:cNvSpPr/>
          <p:nvPr/>
        </p:nvSpPr>
        <p:spPr>
          <a:xfrm>
            <a:off x="485329" y="761851"/>
            <a:ext cx="5967459" cy="242590"/>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3257B8"/>
              </a:buClr>
              <a:buSzPts val="1400"/>
              <a:buFont typeface="Roboto Slab"/>
              <a:buNone/>
            </a:pPr>
            <a:r>
              <a:rPr lang="en-GB" sz="1800" b="0" i="0" u="none" strike="noStrike" cap="none" dirty="0">
                <a:solidFill>
                  <a:srgbClr val="3257B8"/>
                </a:solidFill>
                <a:latin typeface="Roboto Slab"/>
                <a:ea typeface="Roboto Slab"/>
                <a:cs typeface="Roboto Slab"/>
                <a:sym typeface="Roboto Slab"/>
              </a:rPr>
              <a:t>Training Task: Predict the next word</a:t>
            </a:r>
            <a:endParaRPr sz="1800" b="0" i="0" u="none" strike="noStrike" cap="none" dirty="0"/>
          </a:p>
        </p:txBody>
      </p:sp>
      <p:sp>
        <p:nvSpPr>
          <p:cNvPr id="378" name="Google Shape;378;p49"/>
          <p:cNvSpPr/>
          <p:nvPr/>
        </p:nvSpPr>
        <p:spPr>
          <a:xfrm>
            <a:off x="485329" y="1171352"/>
            <a:ext cx="8173343" cy="242590"/>
          </a:xfrm>
          <a:prstGeom prst="rect">
            <a:avLst/>
          </a:prstGeom>
          <a:noFill/>
          <a:ln>
            <a:noFill/>
          </a:ln>
        </p:spPr>
        <p:txBody>
          <a:bodyPr spcFirstLastPara="1" wrap="square" lIns="0" tIns="0" rIns="0" bIns="0" anchor="t" anchorCtr="0">
            <a:noAutofit/>
          </a:bodyPr>
          <a:lstStyle/>
          <a:p>
            <a:pPr marL="0" marR="0" lvl="0" indent="0" algn="l" rtl="0">
              <a:lnSpc>
                <a:spcPct val="160526"/>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Example: "The tensile strength of PLA is approximately __"</a:t>
            </a:r>
            <a:endParaRPr sz="1600" b="0" i="0" u="none" strike="noStrike" cap="none" dirty="0"/>
          </a:p>
        </p:txBody>
      </p:sp>
      <p:sp>
        <p:nvSpPr>
          <p:cNvPr id="379" name="Google Shape;379;p49"/>
          <p:cNvSpPr/>
          <p:nvPr/>
        </p:nvSpPr>
        <p:spPr>
          <a:xfrm>
            <a:off x="485329" y="1671712"/>
            <a:ext cx="1820243" cy="227484"/>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3257B8"/>
              </a:buClr>
              <a:buSzPts val="1400"/>
              <a:buFont typeface="Roboto Slab"/>
              <a:buNone/>
            </a:pPr>
            <a:r>
              <a:rPr lang="en-GB" sz="1400" b="0" i="0" u="none" strike="noStrike" cap="none">
                <a:solidFill>
                  <a:srgbClr val="3257B8"/>
                </a:solidFill>
                <a:latin typeface="Roboto Slab"/>
                <a:ea typeface="Roboto Slab"/>
                <a:cs typeface="Roboto Slab"/>
                <a:sym typeface="Roboto Slab"/>
              </a:rPr>
              <a:t>Model Learned:</a:t>
            </a:r>
            <a:endParaRPr sz="1400" b="0" i="0" u="none" strike="noStrike" cap="none"/>
          </a:p>
        </p:txBody>
      </p:sp>
      <p:sp>
        <p:nvSpPr>
          <p:cNvPr id="383" name="Google Shape;383;p49"/>
          <p:cNvSpPr/>
          <p:nvPr/>
        </p:nvSpPr>
        <p:spPr>
          <a:xfrm>
            <a:off x="4724772" y="1671712"/>
            <a:ext cx="1883569" cy="227484"/>
          </a:xfrm>
          <a:prstGeom prst="rect">
            <a:avLst/>
          </a:prstGeom>
          <a:noFill/>
          <a:ln>
            <a:noFill/>
          </a:ln>
        </p:spPr>
        <p:txBody>
          <a:bodyPr spcFirstLastPara="1" wrap="square" lIns="0" tIns="0" rIns="0" bIns="0" anchor="t" anchorCtr="0">
            <a:noAutofit/>
          </a:bodyPr>
          <a:lstStyle/>
          <a:p>
            <a:pPr marL="0" marR="0" lvl="0" indent="0" algn="l" rtl="0">
              <a:lnSpc>
                <a:spcPct val="126666"/>
              </a:lnSpc>
              <a:spcBef>
                <a:spcPts val="0"/>
              </a:spcBef>
              <a:spcAft>
                <a:spcPts val="0"/>
              </a:spcAft>
              <a:buClr>
                <a:srgbClr val="3257B8"/>
              </a:buClr>
              <a:buSzPts val="1400"/>
              <a:buFont typeface="Roboto Slab"/>
              <a:buNone/>
            </a:pPr>
            <a:r>
              <a:rPr lang="en-GB" sz="1400" b="0" i="0" u="none" strike="noStrike" cap="none">
                <a:solidFill>
                  <a:srgbClr val="3257B8"/>
                </a:solidFill>
                <a:latin typeface="Roboto Slab"/>
                <a:ea typeface="Roboto Slab"/>
                <a:cs typeface="Roboto Slab"/>
                <a:sym typeface="Roboto Slab"/>
              </a:rPr>
              <a:t>Model Did NOT Learn:</a:t>
            </a:r>
            <a:endParaRPr sz="1400" b="0" i="0" u="none" strike="noStrike" cap="none"/>
          </a:p>
        </p:txBody>
      </p:sp>
      <p:grpSp>
        <p:nvGrpSpPr>
          <p:cNvPr id="2" name="Group 1">
            <a:extLst>
              <a:ext uri="{FF2B5EF4-FFF2-40B4-BE49-F238E27FC236}">
                <a16:creationId xmlns:a16="http://schemas.microsoft.com/office/drawing/2014/main" id="{0E10E4C6-2927-25D9-4F5A-EA4C12A64C7C}"/>
              </a:ext>
            </a:extLst>
          </p:cNvPr>
          <p:cNvGrpSpPr/>
          <p:nvPr/>
        </p:nvGrpSpPr>
        <p:grpSpPr>
          <a:xfrm>
            <a:off x="109728" y="2020490"/>
            <a:ext cx="8553706" cy="1332309"/>
            <a:chOff x="485328" y="2020491"/>
            <a:chExt cx="8178106" cy="812602"/>
          </a:xfrm>
        </p:grpSpPr>
        <p:sp>
          <p:nvSpPr>
            <p:cNvPr id="380" name="Google Shape;380;p49"/>
            <p:cNvSpPr/>
            <p:nvPr/>
          </p:nvSpPr>
          <p:spPr>
            <a:xfrm>
              <a:off x="485328" y="2020491"/>
              <a:ext cx="4440239" cy="242590"/>
            </a:xfrm>
            <a:prstGeom prst="rect">
              <a:avLst/>
            </a:prstGeom>
            <a:noFill/>
            <a:ln>
              <a:noFill/>
            </a:ln>
          </p:spPr>
          <p:txBody>
            <a:bodyPr spcFirstLastPara="1" wrap="square" lIns="0" tIns="0" rIns="0" bIns="0" anchor="t" anchorCtr="0">
              <a:noAutofit/>
            </a:bodyPr>
            <a:lstStyle/>
            <a:p>
              <a:pPr marL="215900" marR="0" lvl="0" indent="-209550" algn="l" rtl="0">
                <a:lnSpc>
                  <a:spcPct val="160000"/>
                </a:lnSpc>
                <a:spcBef>
                  <a:spcPts val="0"/>
                </a:spcBef>
                <a:spcAft>
                  <a:spcPts val="0"/>
                </a:spcAft>
                <a:buClr>
                  <a:srgbClr val="15213F"/>
                </a:buClr>
                <a:buSzPts val="900"/>
                <a:buFont typeface="Roboto"/>
                <a:buChar char="•"/>
              </a:pPr>
              <a:r>
                <a:rPr lang="en-GB" sz="1600" b="0" i="0" u="none" strike="noStrike" cap="none" dirty="0">
                  <a:solidFill>
                    <a:srgbClr val="15213F"/>
                  </a:solidFill>
                  <a:latin typeface="Roboto"/>
                  <a:ea typeface="Roboto"/>
                  <a:cs typeface="Roboto"/>
                  <a:sym typeface="Roboto"/>
                </a:rPr>
                <a:t>"50" or "60" appear often after this phrase</a:t>
              </a:r>
              <a:endParaRPr sz="1600" b="0" i="0" u="none" strike="noStrike" cap="none" dirty="0"/>
            </a:p>
          </p:txBody>
        </p:sp>
        <p:sp>
          <p:nvSpPr>
            <p:cNvPr id="381" name="Google Shape;381;p49"/>
            <p:cNvSpPr/>
            <p:nvPr/>
          </p:nvSpPr>
          <p:spPr>
            <a:xfrm>
              <a:off x="485329" y="2305496"/>
              <a:ext cx="3938662" cy="242590"/>
            </a:xfrm>
            <a:prstGeom prst="rect">
              <a:avLst/>
            </a:prstGeom>
            <a:noFill/>
            <a:ln>
              <a:noFill/>
            </a:ln>
          </p:spPr>
          <p:txBody>
            <a:bodyPr spcFirstLastPara="1" wrap="square" lIns="0" tIns="0" rIns="0" bIns="0" anchor="t" anchorCtr="0">
              <a:noAutofit/>
            </a:bodyPr>
            <a:lstStyle/>
            <a:p>
              <a:pPr marL="215900" marR="0" lvl="0" indent="-209550" algn="l" rtl="0">
                <a:lnSpc>
                  <a:spcPct val="160000"/>
                </a:lnSpc>
                <a:spcBef>
                  <a:spcPts val="0"/>
                </a:spcBef>
                <a:spcAft>
                  <a:spcPts val="0"/>
                </a:spcAft>
                <a:buClr>
                  <a:srgbClr val="15213F"/>
                </a:buClr>
                <a:buSzPts val="900"/>
                <a:buFont typeface="Roboto"/>
                <a:buChar char="•"/>
              </a:pPr>
              <a:r>
                <a:rPr lang="en-GB" sz="1600" b="0" i="0" u="none" strike="noStrike" cap="none">
                  <a:solidFill>
                    <a:srgbClr val="15213F"/>
                  </a:solidFill>
                  <a:latin typeface="Roboto"/>
                  <a:ea typeface="Roboto"/>
                  <a:cs typeface="Roboto"/>
                  <a:sym typeface="Roboto"/>
                </a:rPr>
                <a:t>"MPa" usually follows strength values</a:t>
              </a:r>
              <a:endParaRPr sz="1600" b="0" i="0" u="none" strike="noStrike" cap="none"/>
            </a:p>
          </p:txBody>
        </p:sp>
        <p:sp>
          <p:nvSpPr>
            <p:cNvPr id="382" name="Google Shape;382;p49"/>
            <p:cNvSpPr/>
            <p:nvPr/>
          </p:nvSpPr>
          <p:spPr>
            <a:xfrm>
              <a:off x="485329" y="2590503"/>
              <a:ext cx="4266329" cy="242590"/>
            </a:xfrm>
            <a:prstGeom prst="rect">
              <a:avLst/>
            </a:prstGeom>
            <a:noFill/>
            <a:ln>
              <a:noFill/>
            </a:ln>
          </p:spPr>
          <p:txBody>
            <a:bodyPr spcFirstLastPara="1" wrap="square" lIns="0" tIns="0" rIns="0" bIns="0" anchor="t" anchorCtr="0">
              <a:noAutofit/>
            </a:bodyPr>
            <a:lstStyle/>
            <a:p>
              <a:pPr marL="215900" marR="0" lvl="0" indent="-209550" algn="l" rtl="0">
                <a:lnSpc>
                  <a:spcPct val="160000"/>
                </a:lnSpc>
                <a:spcBef>
                  <a:spcPts val="0"/>
                </a:spcBef>
                <a:spcAft>
                  <a:spcPts val="0"/>
                </a:spcAft>
                <a:buClr>
                  <a:srgbClr val="15213F"/>
                </a:buClr>
                <a:buSzPts val="900"/>
                <a:buFont typeface="Roboto"/>
                <a:buChar char="•"/>
              </a:pPr>
              <a:r>
                <a:rPr lang="en-GB" sz="1600" b="0" i="0" u="none" strike="noStrike" cap="none" dirty="0">
                  <a:solidFill>
                    <a:srgbClr val="15213F"/>
                  </a:solidFill>
                  <a:latin typeface="Roboto"/>
                  <a:ea typeface="Roboto"/>
                  <a:cs typeface="Roboto"/>
                  <a:sym typeface="Roboto"/>
                </a:rPr>
                <a:t>Common sentence patterns in materials papers</a:t>
              </a:r>
              <a:endParaRPr sz="1600" b="0" i="0" u="none" strike="noStrike" cap="none" dirty="0"/>
            </a:p>
          </p:txBody>
        </p:sp>
        <p:sp>
          <p:nvSpPr>
            <p:cNvPr id="384" name="Google Shape;384;p49"/>
            <p:cNvSpPr/>
            <p:nvPr/>
          </p:nvSpPr>
          <p:spPr>
            <a:xfrm>
              <a:off x="4724772" y="2020491"/>
              <a:ext cx="3938662" cy="242590"/>
            </a:xfrm>
            <a:prstGeom prst="rect">
              <a:avLst/>
            </a:prstGeom>
            <a:noFill/>
            <a:ln>
              <a:noFill/>
            </a:ln>
          </p:spPr>
          <p:txBody>
            <a:bodyPr spcFirstLastPara="1" wrap="square" lIns="0" tIns="0" rIns="0" bIns="0" anchor="t" anchorCtr="0">
              <a:noAutofit/>
            </a:bodyPr>
            <a:lstStyle/>
            <a:p>
              <a:pPr marL="215900" marR="0" lvl="0" indent="-209550" algn="l" rtl="0">
                <a:lnSpc>
                  <a:spcPct val="160000"/>
                </a:lnSpc>
                <a:spcBef>
                  <a:spcPts val="0"/>
                </a:spcBef>
                <a:spcAft>
                  <a:spcPts val="0"/>
                </a:spcAft>
                <a:buClr>
                  <a:srgbClr val="15213F"/>
                </a:buClr>
                <a:buSzPts val="900"/>
                <a:buFont typeface="Roboto"/>
                <a:buChar char="•"/>
              </a:pPr>
              <a:r>
                <a:rPr lang="en-GB" sz="1600" b="0" i="0" u="none" strike="noStrike" cap="none">
                  <a:solidFill>
                    <a:srgbClr val="15213F"/>
                  </a:solidFill>
                  <a:latin typeface="Roboto"/>
                  <a:ea typeface="Roboto"/>
                  <a:cs typeface="Roboto"/>
                  <a:sym typeface="Roboto"/>
                </a:rPr>
                <a:t>Actual tensile strength of PLA</a:t>
              </a:r>
              <a:endParaRPr sz="1600" b="0" i="0" u="none" strike="noStrike" cap="none"/>
            </a:p>
          </p:txBody>
        </p:sp>
        <p:sp>
          <p:nvSpPr>
            <p:cNvPr id="385" name="Google Shape;385;p49"/>
            <p:cNvSpPr/>
            <p:nvPr/>
          </p:nvSpPr>
          <p:spPr>
            <a:xfrm>
              <a:off x="4724772" y="2305496"/>
              <a:ext cx="3938662" cy="242590"/>
            </a:xfrm>
            <a:prstGeom prst="rect">
              <a:avLst/>
            </a:prstGeom>
            <a:noFill/>
            <a:ln>
              <a:noFill/>
            </a:ln>
          </p:spPr>
          <p:txBody>
            <a:bodyPr spcFirstLastPara="1" wrap="square" lIns="0" tIns="0" rIns="0" bIns="0" anchor="t" anchorCtr="0">
              <a:noAutofit/>
            </a:bodyPr>
            <a:lstStyle/>
            <a:p>
              <a:pPr marL="215900" marR="0" lvl="0" indent="-209550" algn="l" rtl="0">
                <a:lnSpc>
                  <a:spcPct val="160000"/>
                </a:lnSpc>
                <a:spcBef>
                  <a:spcPts val="0"/>
                </a:spcBef>
                <a:spcAft>
                  <a:spcPts val="0"/>
                </a:spcAft>
                <a:buClr>
                  <a:srgbClr val="15213F"/>
                </a:buClr>
                <a:buSzPts val="900"/>
                <a:buFont typeface="Roboto"/>
                <a:buChar char="•"/>
              </a:pPr>
              <a:r>
                <a:rPr lang="en-GB" sz="1600" b="0" i="0" u="none" strike="noStrike" cap="none">
                  <a:solidFill>
                    <a:srgbClr val="15213F"/>
                  </a:solidFill>
                  <a:latin typeface="Roboto"/>
                  <a:ea typeface="Roboto"/>
                  <a:cs typeface="Roboto"/>
                  <a:sym typeface="Roboto"/>
                </a:rPr>
                <a:t>Why PLA has this strength</a:t>
              </a:r>
              <a:endParaRPr sz="1600" b="0" i="0" u="none" strike="noStrike" cap="none"/>
            </a:p>
          </p:txBody>
        </p:sp>
        <p:sp>
          <p:nvSpPr>
            <p:cNvPr id="386" name="Google Shape;386;p49"/>
            <p:cNvSpPr/>
            <p:nvPr/>
          </p:nvSpPr>
          <p:spPr>
            <a:xfrm>
              <a:off x="4724772" y="2590503"/>
              <a:ext cx="3938662" cy="242590"/>
            </a:xfrm>
            <a:prstGeom prst="rect">
              <a:avLst/>
            </a:prstGeom>
            <a:noFill/>
            <a:ln>
              <a:noFill/>
            </a:ln>
          </p:spPr>
          <p:txBody>
            <a:bodyPr spcFirstLastPara="1" wrap="square" lIns="0" tIns="0" rIns="0" bIns="0" anchor="t" anchorCtr="0">
              <a:noAutofit/>
            </a:bodyPr>
            <a:lstStyle/>
            <a:p>
              <a:pPr marL="215900" marR="0" lvl="0" indent="-209550" algn="l" rtl="0">
                <a:lnSpc>
                  <a:spcPct val="160000"/>
                </a:lnSpc>
                <a:spcBef>
                  <a:spcPts val="0"/>
                </a:spcBef>
                <a:spcAft>
                  <a:spcPts val="0"/>
                </a:spcAft>
                <a:buClr>
                  <a:srgbClr val="15213F"/>
                </a:buClr>
                <a:buSzPts val="900"/>
                <a:buFont typeface="Roboto"/>
                <a:buChar char="•"/>
              </a:pPr>
              <a:r>
                <a:rPr lang="en-GB" sz="1600" b="0" i="0" u="none" strike="noStrike" cap="none">
                  <a:solidFill>
                    <a:srgbClr val="15213F"/>
                  </a:solidFill>
                  <a:latin typeface="Roboto"/>
                  <a:ea typeface="Roboto"/>
                  <a:cs typeface="Roboto"/>
                  <a:sym typeface="Roboto"/>
                </a:rPr>
                <a:t>How to measure tensile strength</a:t>
              </a:r>
              <a:endParaRPr sz="1600" b="0" i="0" u="none" strike="noStrike" cap="none"/>
            </a:p>
          </p:txBody>
        </p:sp>
      </p:grpSp>
      <p:sp>
        <p:nvSpPr>
          <p:cNvPr id="387" name="Google Shape;387;p49"/>
          <p:cNvSpPr/>
          <p:nvPr/>
        </p:nvSpPr>
        <p:spPr>
          <a:xfrm>
            <a:off x="510988" y="3729559"/>
            <a:ext cx="8173343" cy="1046559"/>
          </a:xfrm>
          <a:prstGeom prst="rect">
            <a:avLst/>
          </a:prstGeom>
          <a:noFill/>
          <a:ln>
            <a:noFill/>
          </a:ln>
        </p:spPr>
        <p:txBody>
          <a:bodyPr spcFirstLastPara="1" wrap="square" lIns="0" tIns="0" rIns="0" bIns="0" anchor="t" anchorCtr="0">
            <a:noAutofit/>
          </a:bodyPr>
          <a:lstStyle/>
          <a:p>
            <a:pPr marL="0" marR="0" lvl="0" indent="0" algn="l" rtl="0">
              <a:lnSpc>
                <a:spcPct val="124761"/>
              </a:lnSpc>
              <a:spcBef>
                <a:spcPts val="0"/>
              </a:spcBef>
              <a:spcAft>
                <a:spcPts val="0"/>
              </a:spcAft>
              <a:buClr>
                <a:srgbClr val="3257B8"/>
              </a:buClr>
              <a:buSzPts val="3300"/>
              <a:buFont typeface="Roboto Slab"/>
              <a:buNone/>
            </a:pPr>
            <a:r>
              <a:rPr lang="en-GB" sz="2000" b="0" i="0" u="none" strike="noStrike" cap="none" dirty="0">
                <a:solidFill>
                  <a:srgbClr val="3257B8"/>
                </a:solidFill>
                <a:latin typeface="Roboto Slab"/>
                <a:ea typeface="Roboto Slab"/>
                <a:cs typeface="Roboto Slab"/>
                <a:sym typeface="Roboto Slab"/>
              </a:rPr>
              <a:t>Learned: How scientists WRITE about strength</a:t>
            </a:r>
            <a:endParaRPr sz="2000" b="0" i="0" u="none" strike="noStrike" cap="none" dirty="0"/>
          </a:p>
        </p:txBody>
      </p:sp>
      <p:sp>
        <p:nvSpPr>
          <p:cNvPr id="388" name="Google Shape;388;p49"/>
          <p:cNvSpPr/>
          <p:nvPr/>
        </p:nvSpPr>
        <p:spPr>
          <a:xfrm>
            <a:off x="510988" y="4219400"/>
            <a:ext cx="5941800" cy="523200"/>
          </a:xfrm>
          <a:prstGeom prst="rect">
            <a:avLst/>
          </a:prstGeom>
          <a:noFill/>
          <a:ln>
            <a:noFill/>
          </a:ln>
        </p:spPr>
        <p:txBody>
          <a:bodyPr spcFirstLastPara="1" wrap="square" lIns="0" tIns="0" rIns="0" bIns="0" anchor="t" anchorCtr="0">
            <a:noAutofit/>
          </a:bodyPr>
          <a:lstStyle/>
          <a:p>
            <a:pPr marL="0" marR="0" lvl="0" indent="0" algn="l" rtl="0">
              <a:lnSpc>
                <a:spcPct val="124761"/>
              </a:lnSpc>
              <a:spcBef>
                <a:spcPts val="0"/>
              </a:spcBef>
              <a:spcAft>
                <a:spcPts val="0"/>
              </a:spcAft>
              <a:buClr>
                <a:srgbClr val="3257B8"/>
              </a:buClr>
              <a:buSzPts val="3300"/>
              <a:buFont typeface="Roboto Slab"/>
              <a:buNone/>
            </a:pPr>
            <a:r>
              <a:rPr lang="en-GB" sz="2000" b="0" i="0" u="none" strike="noStrike" cap="none" dirty="0">
                <a:solidFill>
                  <a:srgbClr val="3257B8"/>
                </a:solidFill>
                <a:latin typeface="Roboto Slab"/>
                <a:ea typeface="Roboto Slab"/>
                <a:cs typeface="Roboto Slab"/>
                <a:sym typeface="Roboto Slab"/>
              </a:rPr>
              <a:t>Not: What strength actually IS</a:t>
            </a:r>
            <a:endParaRPr sz="2000" b="0" i="0" u="none" strike="noStrike" cap="none" dirty="0"/>
          </a:p>
        </p:txBody>
      </p:sp>
      <p:sp>
        <p:nvSpPr>
          <p:cNvPr id="389" name="Google Shape;389;p49"/>
          <p:cNvSpPr/>
          <p:nvPr/>
        </p:nvSpPr>
        <p:spPr>
          <a:xfrm>
            <a:off x="1881550" y="400900"/>
            <a:ext cx="610500" cy="227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0"/>
          <p:cNvSpPr/>
          <p:nvPr/>
        </p:nvSpPr>
        <p:spPr>
          <a:xfrm>
            <a:off x="385504" y="202183"/>
            <a:ext cx="3095774" cy="31239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dirty="0">
                <a:solidFill>
                  <a:srgbClr val="3257B8"/>
                </a:solidFill>
                <a:latin typeface="Roboto Slab"/>
                <a:ea typeface="Roboto Slab"/>
                <a:cs typeface="Roboto Slab"/>
                <a:sym typeface="Roboto Slab"/>
              </a:rPr>
              <a:t>The Illusion of Knowledge</a:t>
            </a:r>
            <a:endParaRPr sz="1900" b="0" i="0" u="none" strike="noStrike" cap="none" dirty="0"/>
          </a:p>
        </p:txBody>
      </p:sp>
      <p:grpSp>
        <p:nvGrpSpPr>
          <p:cNvPr id="2" name="Group 1">
            <a:extLst>
              <a:ext uri="{FF2B5EF4-FFF2-40B4-BE49-F238E27FC236}">
                <a16:creationId xmlns:a16="http://schemas.microsoft.com/office/drawing/2014/main" id="{A0F4FE9B-B1F1-64D3-3B79-DEFFFC98CDA2}"/>
              </a:ext>
            </a:extLst>
          </p:cNvPr>
          <p:cNvGrpSpPr/>
          <p:nvPr/>
        </p:nvGrpSpPr>
        <p:grpSpPr>
          <a:xfrm>
            <a:off x="243840" y="651433"/>
            <a:ext cx="8522208" cy="2550685"/>
            <a:chOff x="958527" y="1250000"/>
            <a:chExt cx="7231708" cy="1191749"/>
          </a:xfrm>
        </p:grpSpPr>
        <p:sp>
          <p:nvSpPr>
            <p:cNvPr id="396" name="Google Shape;396;p50"/>
            <p:cNvSpPr/>
            <p:nvPr/>
          </p:nvSpPr>
          <p:spPr>
            <a:xfrm>
              <a:off x="958528" y="1250008"/>
              <a:ext cx="1499667" cy="187374"/>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3257B8"/>
                </a:buClr>
                <a:buSzPts val="1200"/>
                <a:buFont typeface="Roboto Slab"/>
                <a:buNone/>
              </a:pPr>
              <a:r>
                <a:rPr lang="en-GB" sz="2000" b="0" i="0" u="none" strike="noStrike" cap="none" dirty="0">
                  <a:solidFill>
                    <a:srgbClr val="3257B8"/>
                  </a:solidFill>
                  <a:latin typeface="Roboto Slab"/>
                  <a:ea typeface="Roboto Slab"/>
                  <a:cs typeface="Roboto Slab"/>
                  <a:sym typeface="Roboto Slab"/>
                </a:rPr>
                <a:t>What You See</a:t>
              </a:r>
              <a:endParaRPr sz="2000" b="0" i="0" u="none" strike="noStrike" cap="none" dirty="0"/>
            </a:p>
          </p:txBody>
        </p:sp>
        <p:sp>
          <p:nvSpPr>
            <p:cNvPr id="397" name="Google Shape;397;p50"/>
            <p:cNvSpPr/>
            <p:nvPr/>
          </p:nvSpPr>
          <p:spPr>
            <a:xfrm>
              <a:off x="958527" y="1537320"/>
              <a:ext cx="3491508" cy="199876"/>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800" b="0" i="0" u="none" strike="noStrike" cap="none">
                  <a:solidFill>
                    <a:srgbClr val="15213F"/>
                  </a:solidFill>
                  <a:latin typeface="Roboto"/>
                  <a:ea typeface="Roboto"/>
                  <a:cs typeface="Roboto"/>
                  <a:sym typeface="Roboto"/>
                </a:rPr>
                <a:t>You Ask: "What is the Young's modulus of PLA?"</a:t>
              </a:r>
              <a:endParaRPr sz="1800" b="0" i="0" u="none" strike="noStrike" cap="none"/>
            </a:p>
          </p:txBody>
        </p:sp>
        <p:sp>
          <p:nvSpPr>
            <p:cNvPr id="398" name="Google Shape;398;p50"/>
            <p:cNvSpPr/>
            <p:nvPr/>
          </p:nvSpPr>
          <p:spPr>
            <a:xfrm>
              <a:off x="958527" y="2000878"/>
              <a:ext cx="3491508" cy="87582"/>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800" b="1" i="0" u="none" strike="noStrike" cap="none" dirty="0">
                  <a:solidFill>
                    <a:srgbClr val="15213F"/>
                  </a:solidFill>
                  <a:latin typeface="Roboto"/>
                  <a:ea typeface="Roboto"/>
                  <a:cs typeface="Roboto"/>
                  <a:sym typeface="Roboto"/>
                </a:rPr>
                <a:t>Looks Like:</a:t>
              </a:r>
              <a:r>
                <a:rPr lang="en-GB" sz="1800" b="0" i="0" u="none" strike="noStrike" cap="none" dirty="0">
                  <a:solidFill>
                    <a:srgbClr val="15213F"/>
                  </a:solidFill>
                  <a:latin typeface="Roboto"/>
                  <a:ea typeface="Roboto"/>
                  <a:cs typeface="Roboto"/>
                  <a:sym typeface="Roboto"/>
                </a:rPr>
                <a:t> AI "knows" → tells you "3.5 </a:t>
              </a:r>
              <a:r>
                <a:rPr lang="en-GB" sz="1800" b="0" i="0" u="none" strike="noStrike" cap="none" dirty="0" err="1">
                  <a:solidFill>
                    <a:srgbClr val="15213F"/>
                  </a:solidFill>
                  <a:latin typeface="Roboto"/>
                  <a:ea typeface="Roboto"/>
                  <a:cs typeface="Roboto"/>
                  <a:sym typeface="Roboto"/>
                </a:rPr>
                <a:t>GPa</a:t>
              </a:r>
              <a:r>
                <a:rPr lang="en-GB" sz="1800" b="0" i="0" u="none" strike="noStrike" cap="none" dirty="0">
                  <a:solidFill>
                    <a:srgbClr val="15213F"/>
                  </a:solidFill>
                  <a:latin typeface="Roboto"/>
                  <a:ea typeface="Roboto"/>
                  <a:cs typeface="Roboto"/>
                  <a:sym typeface="Roboto"/>
                </a:rPr>
                <a:t>"</a:t>
              </a:r>
              <a:endParaRPr sz="1800" b="0" i="0" u="none" strike="noStrike" cap="none" dirty="0"/>
            </a:p>
          </p:txBody>
        </p:sp>
        <p:sp>
          <p:nvSpPr>
            <p:cNvPr id="399" name="Google Shape;399;p50"/>
            <p:cNvSpPr/>
            <p:nvPr/>
          </p:nvSpPr>
          <p:spPr>
            <a:xfrm>
              <a:off x="4698723" y="1250000"/>
              <a:ext cx="3169200" cy="187500"/>
            </a:xfrm>
            <a:prstGeom prst="rect">
              <a:avLst/>
            </a:prstGeom>
            <a:noFill/>
            <a:ln>
              <a:noFill/>
            </a:ln>
          </p:spPr>
          <p:txBody>
            <a:bodyPr spcFirstLastPara="1" wrap="square" lIns="0" tIns="0" rIns="0" bIns="0" anchor="t" anchorCtr="0">
              <a:noAutofit/>
            </a:bodyPr>
            <a:lstStyle/>
            <a:p>
              <a:pPr marL="0" marR="0" lvl="0" indent="0" algn="l" rtl="0">
                <a:lnSpc>
                  <a:spcPct val="127027"/>
                </a:lnSpc>
                <a:spcBef>
                  <a:spcPts val="0"/>
                </a:spcBef>
                <a:spcAft>
                  <a:spcPts val="0"/>
                </a:spcAft>
                <a:buClr>
                  <a:srgbClr val="3257B8"/>
                </a:buClr>
                <a:buSzPts val="1200"/>
                <a:buFont typeface="Roboto Slab"/>
                <a:buNone/>
              </a:pPr>
              <a:r>
                <a:rPr lang="en-GB" sz="2000" b="0" i="0" u="none" strike="noStrike" cap="none" dirty="0">
                  <a:solidFill>
                    <a:srgbClr val="3257B8"/>
                  </a:solidFill>
                  <a:latin typeface="Roboto Slab"/>
                  <a:ea typeface="Roboto Slab"/>
                  <a:cs typeface="Roboto Slab"/>
                  <a:sym typeface="Roboto Slab"/>
                </a:rPr>
                <a:t>What Actually Happens</a:t>
              </a:r>
              <a:endParaRPr sz="2000" b="0" i="0" u="none" strike="noStrike" cap="none" dirty="0"/>
            </a:p>
          </p:txBody>
        </p:sp>
        <p:sp>
          <p:nvSpPr>
            <p:cNvPr id="400" name="Google Shape;400;p50"/>
            <p:cNvSpPr/>
            <p:nvPr/>
          </p:nvSpPr>
          <p:spPr>
            <a:xfrm>
              <a:off x="4698727" y="1537320"/>
              <a:ext cx="3491508" cy="199876"/>
            </a:xfrm>
            <a:prstGeom prst="rect">
              <a:avLst/>
            </a:prstGeom>
            <a:noFill/>
            <a:ln>
              <a:noFill/>
            </a:ln>
          </p:spPr>
          <p:txBody>
            <a:bodyPr spcFirstLastPara="1" wrap="square" lIns="0" tIns="0" rIns="0" bIns="0" anchor="t" anchorCtr="0">
              <a:noAutofit/>
            </a:bodyPr>
            <a:lstStyle/>
            <a:p>
              <a:pPr marL="215900" marR="0" lvl="0" indent="-215900" algn="l" rtl="0">
                <a:lnSpc>
                  <a:spcPct val="160000"/>
                </a:lnSpc>
                <a:spcBef>
                  <a:spcPts val="0"/>
                </a:spcBef>
                <a:spcAft>
                  <a:spcPts val="0"/>
                </a:spcAft>
                <a:buClr>
                  <a:srgbClr val="15213F"/>
                </a:buClr>
                <a:buSzPts val="800"/>
                <a:buFont typeface="Calibri"/>
                <a:buAutoNum type="arabicPeriod"/>
              </a:pPr>
              <a:r>
                <a:rPr lang="en-GB" b="0" i="0" u="none" strike="noStrike" cap="none" dirty="0">
                  <a:solidFill>
                    <a:srgbClr val="15213F"/>
                  </a:solidFill>
                  <a:latin typeface="Roboto"/>
                  <a:ea typeface="Roboto"/>
                  <a:cs typeface="Roboto"/>
                  <a:sym typeface="Roboto"/>
                </a:rPr>
                <a:t>Tokenize: ["What", " is", " Young", "'s", " modulus", " PLA"]</a:t>
              </a:r>
              <a:endParaRPr b="0" i="0" u="none" strike="noStrike" cap="none" dirty="0"/>
            </a:p>
          </p:txBody>
        </p:sp>
        <p:sp>
          <p:nvSpPr>
            <p:cNvPr id="401" name="Google Shape;401;p50"/>
            <p:cNvSpPr/>
            <p:nvPr/>
          </p:nvSpPr>
          <p:spPr>
            <a:xfrm>
              <a:off x="4698727" y="1878435"/>
              <a:ext cx="3491508" cy="199876"/>
            </a:xfrm>
            <a:prstGeom prst="rect">
              <a:avLst/>
            </a:prstGeom>
            <a:noFill/>
            <a:ln>
              <a:noFill/>
            </a:ln>
          </p:spPr>
          <p:txBody>
            <a:bodyPr spcFirstLastPara="1" wrap="square" lIns="0" tIns="0" rIns="0" bIns="0" anchor="t" anchorCtr="0">
              <a:noAutofit/>
            </a:bodyPr>
            <a:lstStyle/>
            <a:p>
              <a:pPr marL="215900" marR="0" lvl="0" indent="-215900" algn="l" rtl="0">
                <a:lnSpc>
                  <a:spcPct val="160000"/>
                </a:lnSpc>
                <a:spcBef>
                  <a:spcPts val="0"/>
                </a:spcBef>
                <a:spcAft>
                  <a:spcPts val="0"/>
                </a:spcAft>
                <a:buClr>
                  <a:srgbClr val="15213F"/>
                </a:buClr>
                <a:buSzPts val="800"/>
                <a:buFont typeface="Calibri"/>
                <a:buAutoNum type="arabicPeriod" startAt="2"/>
              </a:pPr>
              <a:r>
                <a:rPr lang="en-GB" b="0" i="0" u="none" strike="noStrike" cap="none" dirty="0">
                  <a:solidFill>
                    <a:srgbClr val="15213F"/>
                  </a:solidFill>
                  <a:latin typeface="Roboto"/>
                  <a:ea typeface="Roboto"/>
                  <a:cs typeface="Roboto"/>
                  <a:sym typeface="Roboto"/>
                </a:rPr>
                <a:t>Embed: Convert to vectors</a:t>
              </a:r>
              <a:endParaRPr b="0" i="0" u="none" strike="noStrike" cap="none" dirty="0"/>
            </a:p>
          </p:txBody>
        </p:sp>
        <p:sp>
          <p:nvSpPr>
            <p:cNvPr id="402" name="Google Shape;402;p50"/>
            <p:cNvSpPr/>
            <p:nvPr/>
          </p:nvSpPr>
          <p:spPr>
            <a:xfrm>
              <a:off x="4698727" y="2052575"/>
              <a:ext cx="3491508" cy="154323"/>
            </a:xfrm>
            <a:prstGeom prst="rect">
              <a:avLst/>
            </a:prstGeom>
            <a:noFill/>
            <a:ln>
              <a:noFill/>
            </a:ln>
          </p:spPr>
          <p:txBody>
            <a:bodyPr spcFirstLastPara="1" wrap="square" lIns="0" tIns="0" rIns="0" bIns="0" anchor="t" anchorCtr="0">
              <a:noAutofit/>
            </a:bodyPr>
            <a:lstStyle/>
            <a:p>
              <a:pPr marL="215900" marR="0" lvl="0" indent="-215900" algn="l" rtl="0">
                <a:lnSpc>
                  <a:spcPct val="160000"/>
                </a:lnSpc>
                <a:spcBef>
                  <a:spcPts val="0"/>
                </a:spcBef>
                <a:spcAft>
                  <a:spcPts val="0"/>
                </a:spcAft>
                <a:buClr>
                  <a:srgbClr val="15213F"/>
                </a:buClr>
                <a:buSzPts val="800"/>
                <a:buFont typeface="Calibri"/>
                <a:buAutoNum type="arabicPeriod" startAt="3"/>
              </a:pPr>
              <a:r>
                <a:rPr lang="en-GB" b="0" i="0" u="none" strike="noStrike" cap="none" dirty="0">
                  <a:solidFill>
                    <a:srgbClr val="15213F"/>
                  </a:solidFill>
                  <a:latin typeface="Roboto"/>
                  <a:ea typeface="Roboto"/>
                  <a:cs typeface="Roboto"/>
                  <a:sym typeface="Roboto"/>
                </a:rPr>
                <a:t>Attend: High attention "Young's modulus" + "PLA"</a:t>
              </a:r>
              <a:endParaRPr b="0" i="0" u="none" strike="noStrike" cap="none" dirty="0"/>
            </a:p>
          </p:txBody>
        </p:sp>
        <p:sp>
          <p:nvSpPr>
            <p:cNvPr id="403" name="Google Shape;403;p50"/>
            <p:cNvSpPr/>
            <p:nvPr/>
          </p:nvSpPr>
          <p:spPr>
            <a:xfrm>
              <a:off x="4698727" y="2241873"/>
              <a:ext cx="3491508" cy="199876"/>
            </a:xfrm>
            <a:prstGeom prst="rect">
              <a:avLst/>
            </a:prstGeom>
            <a:noFill/>
            <a:ln>
              <a:noFill/>
            </a:ln>
          </p:spPr>
          <p:txBody>
            <a:bodyPr spcFirstLastPara="1" wrap="square" lIns="0" tIns="0" rIns="0" bIns="0" anchor="t" anchorCtr="0">
              <a:noAutofit/>
            </a:bodyPr>
            <a:lstStyle/>
            <a:p>
              <a:pPr marL="215900" marR="0" lvl="0" indent="-215900" algn="l" rtl="0">
                <a:lnSpc>
                  <a:spcPct val="160000"/>
                </a:lnSpc>
                <a:spcBef>
                  <a:spcPts val="0"/>
                </a:spcBef>
                <a:spcAft>
                  <a:spcPts val="0"/>
                </a:spcAft>
                <a:buClr>
                  <a:srgbClr val="15213F"/>
                </a:buClr>
                <a:buSzPts val="800"/>
                <a:buFont typeface="Calibri"/>
                <a:buAutoNum type="arabicPeriod" startAt="4"/>
              </a:pPr>
              <a:r>
                <a:rPr lang="en-GB" b="0" i="0" u="none" strike="noStrike" cap="none">
                  <a:solidFill>
                    <a:srgbClr val="15213F"/>
                  </a:solidFill>
                  <a:latin typeface="Roboto"/>
                  <a:ea typeface="Roboto"/>
                  <a:cs typeface="Roboto"/>
                  <a:sym typeface="Roboto"/>
                </a:rPr>
                <a:t>Predict: Most probable tokens → "3" "." "5" "GPa"</a:t>
              </a:r>
              <a:endParaRPr b="0" i="0" u="none" strike="noStrike" cap="none"/>
            </a:p>
          </p:txBody>
        </p:sp>
      </p:grpSp>
      <p:grpSp>
        <p:nvGrpSpPr>
          <p:cNvPr id="3" name="Group 2">
            <a:extLst>
              <a:ext uri="{FF2B5EF4-FFF2-40B4-BE49-F238E27FC236}">
                <a16:creationId xmlns:a16="http://schemas.microsoft.com/office/drawing/2014/main" id="{E59D178F-F4AD-D260-F64A-2AF08618628D}"/>
              </a:ext>
            </a:extLst>
          </p:cNvPr>
          <p:cNvGrpSpPr/>
          <p:nvPr/>
        </p:nvGrpSpPr>
        <p:grpSpPr>
          <a:xfrm>
            <a:off x="335048" y="3324752"/>
            <a:ext cx="8536726" cy="2173839"/>
            <a:chOff x="958528" y="2639086"/>
            <a:chExt cx="7226945" cy="1816605"/>
          </a:xfrm>
        </p:grpSpPr>
        <p:sp>
          <p:nvSpPr>
            <p:cNvPr id="404" name="Google Shape;404;p50"/>
            <p:cNvSpPr/>
            <p:nvPr/>
          </p:nvSpPr>
          <p:spPr>
            <a:xfrm>
              <a:off x="958528" y="2639086"/>
              <a:ext cx="7226945" cy="17189"/>
            </a:xfrm>
            <a:prstGeom prst="rect">
              <a:avLst/>
            </a:prstGeom>
            <a:solidFill>
              <a:srgbClr val="15213F">
                <a:alpha val="49803"/>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05" name="Google Shape;405;p50"/>
            <p:cNvSpPr/>
            <p:nvPr/>
          </p:nvSpPr>
          <p:spPr>
            <a:xfrm>
              <a:off x="993173" y="2853600"/>
              <a:ext cx="5884200" cy="249900"/>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3257B8"/>
                </a:buClr>
                <a:buSzPts val="1600"/>
                <a:buFont typeface="Roboto Slab"/>
                <a:buNone/>
              </a:pPr>
              <a:r>
                <a:rPr lang="en-GB" sz="1600" b="0" i="0" u="none" strike="noStrike" cap="none">
                  <a:solidFill>
                    <a:srgbClr val="3257B8"/>
                  </a:solidFill>
                  <a:latin typeface="Roboto Slab"/>
                  <a:ea typeface="Roboto Slab"/>
                  <a:cs typeface="Roboto Slab"/>
                  <a:sym typeface="Roboto Slab"/>
                </a:rPr>
                <a:t>Is it correct? Often yes. Sometimes no.</a:t>
              </a:r>
              <a:endParaRPr sz="1600" b="0" i="0" u="none" strike="noStrike" cap="none"/>
            </a:p>
          </p:txBody>
        </p:sp>
        <p:sp>
          <p:nvSpPr>
            <p:cNvPr id="406" name="Google Shape;406;p50"/>
            <p:cNvSpPr/>
            <p:nvPr/>
          </p:nvSpPr>
          <p:spPr>
            <a:xfrm>
              <a:off x="958528" y="3205981"/>
              <a:ext cx="7226945" cy="1249710"/>
            </a:xfrm>
            <a:prstGeom prst="rect">
              <a:avLst/>
            </a:prstGeom>
            <a:noFill/>
            <a:ln>
              <a:noFill/>
            </a:ln>
          </p:spPr>
          <p:txBody>
            <a:bodyPr spcFirstLastPara="1" wrap="square" lIns="0" tIns="0" rIns="0" bIns="0" anchor="t" anchorCtr="0">
              <a:noAutofit/>
            </a:bodyPr>
            <a:lstStyle/>
            <a:p>
              <a:pPr marL="0" marR="0" lvl="0" indent="0" algn="l" rtl="0">
                <a:lnSpc>
                  <a:spcPct val="125600"/>
                </a:lnSpc>
                <a:spcBef>
                  <a:spcPts val="0"/>
                </a:spcBef>
                <a:spcAft>
                  <a:spcPts val="0"/>
                </a:spcAft>
                <a:buClr>
                  <a:srgbClr val="3257B8"/>
                </a:buClr>
                <a:buSzPts val="3900"/>
                <a:buFont typeface="Roboto Slab"/>
                <a:buNone/>
              </a:pPr>
              <a:r>
                <a:rPr lang="en-GB" sz="2000" b="0" i="0" u="none" strike="noStrike" cap="none" dirty="0">
                  <a:solidFill>
                    <a:srgbClr val="3257B8"/>
                  </a:solidFill>
                  <a:latin typeface="Roboto Slab"/>
                  <a:ea typeface="Roboto Slab"/>
                  <a:cs typeface="Roboto Slab"/>
                  <a:sym typeface="Roboto Slab"/>
                </a:rPr>
                <a:t>It's PATTERN COMPLETION, not knowledge retrieval</a:t>
              </a:r>
              <a:endParaRPr sz="2000" b="0" i="0" u="none" strike="noStrike" cap="none"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51"/>
          <p:cNvSpPr/>
          <p:nvPr/>
        </p:nvSpPr>
        <p:spPr>
          <a:xfrm>
            <a:off x="132418" y="96777"/>
            <a:ext cx="4012927" cy="370210"/>
          </a:xfrm>
          <a:prstGeom prst="rect">
            <a:avLst/>
          </a:prstGeom>
          <a:noFill/>
          <a:ln>
            <a:noFill/>
          </a:ln>
        </p:spPr>
        <p:txBody>
          <a:bodyPr spcFirstLastPara="1" wrap="square" lIns="0" tIns="0" rIns="0" bIns="0" anchor="t" anchorCtr="0">
            <a:noAutofit/>
          </a:bodyPr>
          <a:lstStyle/>
          <a:p>
            <a:pPr marL="0" marR="0" lvl="0" indent="0" algn="l" rtl="0">
              <a:lnSpc>
                <a:spcPct val="125675"/>
              </a:lnSpc>
              <a:spcBef>
                <a:spcPts val="0"/>
              </a:spcBef>
              <a:spcAft>
                <a:spcPts val="0"/>
              </a:spcAft>
              <a:buClr>
                <a:srgbClr val="3257B8"/>
              </a:buClr>
              <a:buSzPts val="2300"/>
              <a:buFont typeface="Roboto Slab"/>
              <a:buNone/>
            </a:pPr>
            <a:r>
              <a:rPr lang="en-GB" sz="2300" b="0" i="0" u="none" strike="noStrike" cap="none" dirty="0">
                <a:solidFill>
                  <a:srgbClr val="3257B8"/>
                </a:solidFill>
                <a:latin typeface="Roboto Slab"/>
                <a:ea typeface="Roboto Slab"/>
                <a:cs typeface="Roboto Slab"/>
                <a:sym typeface="Roboto Slab"/>
              </a:rPr>
              <a:t>What LLMs Are Good/Bad At</a:t>
            </a:r>
            <a:endParaRPr sz="2300" b="0" i="0" u="none" strike="noStrike" cap="none" dirty="0"/>
          </a:p>
        </p:txBody>
      </p:sp>
      <p:sp>
        <p:nvSpPr>
          <p:cNvPr id="413" name="Google Shape;413;p51"/>
          <p:cNvSpPr/>
          <p:nvPr/>
        </p:nvSpPr>
        <p:spPr>
          <a:xfrm>
            <a:off x="180008" y="606067"/>
            <a:ext cx="1776784" cy="22212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1400"/>
              <a:buFont typeface="Roboto Slab"/>
              <a:buNone/>
            </a:pPr>
            <a:r>
              <a:rPr lang="en-GB" sz="2000" b="0" i="0" u="none" strike="noStrike" cap="none" dirty="0">
                <a:solidFill>
                  <a:srgbClr val="3257B8"/>
                </a:solidFill>
                <a:latin typeface="Roboto Slab"/>
                <a:ea typeface="Roboto Slab"/>
                <a:cs typeface="Roboto Slab"/>
                <a:sym typeface="Roboto Slab"/>
              </a:rPr>
              <a:t>Strengths:</a:t>
            </a:r>
            <a:endParaRPr sz="2000" b="0" i="0" u="none" strike="noStrike" cap="none" dirty="0"/>
          </a:p>
        </p:txBody>
      </p:sp>
      <p:sp>
        <p:nvSpPr>
          <p:cNvPr id="418" name="Google Shape;418;p51"/>
          <p:cNvSpPr/>
          <p:nvPr/>
        </p:nvSpPr>
        <p:spPr>
          <a:xfrm>
            <a:off x="4427488" y="606067"/>
            <a:ext cx="1776784" cy="222126"/>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1400"/>
              <a:buFont typeface="Roboto Slab"/>
              <a:buNone/>
            </a:pPr>
            <a:r>
              <a:rPr lang="en-GB" sz="2000" b="0" i="0" u="none" strike="noStrike" cap="none">
                <a:solidFill>
                  <a:srgbClr val="3257B8"/>
                </a:solidFill>
                <a:latin typeface="Roboto Slab"/>
                <a:ea typeface="Roboto Slab"/>
                <a:cs typeface="Roboto Slab"/>
                <a:sym typeface="Roboto Slab"/>
              </a:rPr>
              <a:t>Weaknesses:</a:t>
            </a:r>
            <a:endParaRPr sz="2000" b="0" i="0" u="none" strike="noStrike" cap="none"/>
          </a:p>
        </p:txBody>
      </p:sp>
      <p:grpSp>
        <p:nvGrpSpPr>
          <p:cNvPr id="2" name="Group 1">
            <a:extLst>
              <a:ext uri="{FF2B5EF4-FFF2-40B4-BE49-F238E27FC236}">
                <a16:creationId xmlns:a16="http://schemas.microsoft.com/office/drawing/2014/main" id="{B98505BB-1C8D-0B71-828A-CBE0036567B3}"/>
              </a:ext>
            </a:extLst>
          </p:cNvPr>
          <p:cNvGrpSpPr/>
          <p:nvPr/>
        </p:nvGrpSpPr>
        <p:grpSpPr>
          <a:xfrm>
            <a:off x="180008" y="967273"/>
            <a:ext cx="8494961" cy="2480941"/>
            <a:chOff x="473794" y="1334542"/>
            <a:chExt cx="8201175" cy="1072083"/>
          </a:xfrm>
        </p:grpSpPr>
        <p:sp>
          <p:nvSpPr>
            <p:cNvPr id="414" name="Google Shape;414;p51"/>
            <p:cNvSpPr/>
            <p:nvPr/>
          </p:nvSpPr>
          <p:spPr>
            <a:xfrm>
              <a:off x="473794" y="1334542"/>
              <a:ext cx="3953694"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Context awareness (disambiguates words)</a:t>
              </a:r>
              <a:endParaRPr sz="1800" b="0" i="0" u="none" strike="noStrike" cap="none" dirty="0"/>
            </a:p>
          </p:txBody>
        </p:sp>
        <p:sp>
          <p:nvSpPr>
            <p:cNvPr id="415" name="Google Shape;415;p51"/>
            <p:cNvSpPr/>
            <p:nvPr/>
          </p:nvSpPr>
          <p:spPr>
            <a:xfrm>
              <a:off x="473794" y="1612925"/>
              <a:ext cx="3953694"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Long-range dependencies (across paragraphs)</a:t>
              </a:r>
              <a:endParaRPr sz="1800" b="0" i="0" u="none" strike="noStrike" cap="none" dirty="0"/>
            </a:p>
          </p:txBody>
        </p:sp>
        <p:sp>
          <p:nvSpPr>
            <p:cNvPr id="416" name="Google Shape;416;p51"/>
            <p:cNvSpPr/>
            <p:nvPr/>
          </p:nvSpPr>
          <p:spPr>
            <a:xfrm>
              <a:off x="473794" y="1891308"/>
              <a:ext cx="3953694"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Semantic reasoning ("similar" vs "opposite")</a:t>
              </a:r>
              <a:endParaRPr sz="1800" b="0" i="0" u="none" strike="noStrike" cap="none" dirty="0"/>
            </a:p>
          </p:txBody>
        </p:sp>
        <p:sp>
          <p:nvSpPr>
            <p:cNvPr id="417" name="Google Shape;417;p51"/>
            <p:cNvSpPr/>
            <p:nvPr/>
          </p:nvSpPr>
          <p:spPr>
            <a:xfrm>
              <a:off x="473794" y="2169691"/>
              <a:ext cx="3953694"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Pattern synthesis (novel combinations)</a:t>
              </a:r>
              <a:endParaRPr sz="1800" b="0" i="0" u="none" strike="noStrike" cap="none" dirty="0"/>
            </a:p>
          </p:txBody>
        </p:sp>
        <p:sp>
          <p:nvSpPr>
            <p:cNvPr id="419" name="Google Shape;419;p51"/>
            <p:cNvSpPr/>
            <p:nvPr/>
          </p:nvSpPr>
          <p:spPr>
            <a:xfrm>
              <a:off x="4721274" y="1334542"/>
              <a:ext cx="3953694"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No fact database (can't "look up" values)</a:t>
              </a:r>
              <a:endParaRPr sz="1800" b="0" i="0" u="none" strike="noStrike" cap="none" dirty="0"/>
            </a:p>
          </p:txBody>
        </p:sp>
        <p:sp>
          <p:nvSpPr>
            <p:cNvPr id="420" name="Google Shape;420;p51"/>
            <p:cNvSpPr/>
            <p:nvPr/>
          </p:nvSpPr>
          <p:spPr>
            <a:xfrm>
              <a:off x="4721274" y="1612925"/>
              <a:ext cx="3953694" cy="236934"/>
            </a:xfrm>
            <a:prstGeom prst="rect">
              <a:avLst/>
            </a:prstGeom>
            <a:noFill/>
            <a:ln>
              <a:noFill/>
            </a:ln>
          </p:spPr>
          <p:txBody>
            <a:bodyPr spcFirstLastPara="1" wrap="square" lIns="0" tIns="0" rIns="0" bIns="0" anchor="t" anchorCtr="0">
              <a:noAutofit/>
            </a:bodyPr>
            <a:lstStyle/>
            <a:p>
              <a:pPr marL="215900" marR="0" lvl="0" indent="-209550" algn="l" rtl="0">
                <a:lnSpc>
                  <a:spcPct val="162068"/>
                </a:lnSpc>
                <a:spcBef>
                  <a:spcPts val="0"/>
                </a:spcBef>
                <a:spcAft>
                  <a:spcPts val="0"/>
                </a:spcAft>
                <a:buClr>
                  <a:srgbClr val="15213F"/>
                </a:buClr>
                <a:buSzPts val="900"/>
                <a:buFont typeface="Roboto"/>
                <a:buChar char="•"/>
              </a:pPr>
              <a:r>
                <a:rPr lang="en-GB" sz="1800" b="0" i="0" u="none" strike="noStrike" cap="none">
                  <a:solidFill>
                    <a:srgbClr val="15213F"/>
                  </a:solidFill>
                  <a:latin typeface="Roboto"/>
                  <a:ea typeface="Roboto"/>
                  <a:cs typeface="Roboto"/>
                  <a:sym typeface="Roboto"/>
                </a:rPr>
                <a:t>No calculation (can't reliably multiply)</a:t>
              </a:r>
              <a:endParaRPr sz="1800" b="0" i="0" u="none" strike="noStrike" cap="none"/>
            </a:p>
          </p:txBody>
        </p:sp>
        <p:sp>
          <p:nvSpPr>
            <p:cNvPr id="421" name="Google Shape;421;p51"/>
            <p:cNvSpPr/>
            <p:nvPr/>
          </p:nvSpPr>
          <p:spPr>
            <a:xfrm>
              <a:off x="4721274" y="1891308"/>
              <a:ext cx="3953695"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No logical certainty </a:t>
              </a:r>
            </a:p>
            <a:p>
              <a:pPr marL="6350" marR="0" lvl="0" algn="l" rtl="0">
                <a:spcBef>
                  <a:spcPts val="0"/>
                </a:spcBef>
                <a:spcAft>
                  <a:spcPts val="0"/>
                </a:spcAft>
                <a:buClr>
                  <a:srgbClr val="15213F"/>
                </a:buClr>
                <a:buSzPts val="900"/>
              </a:pPr>
              <a:r>
                <a:rPr lang="en-GB" sz="1800" b="0" i="0" u="none" strike="noStrike" cap="none" dirty="0">
                  <a:solidFill>
                    <a:srgbClr val="15213F"/>
                  </a:solidFill>
                  <a:latin typeface="Roboto"/>
                  <a:ea typeface="Roboto"/>
                  <a:cs typeface="Roboto"/>
                  <a:sym typeface="Roboto"/>
                </a:rPr>
                <a:t>(everything probabilistic)</a:t>
              </a:r>
              <a:endParaRPr sz="1800" b="0" i="0" u="none" strike="noStrike" cap="none" dirty="0"/>
            </a:p>
          </p:txBody>
        </p:sp>
        <p:sp>
          <p:nvSpPr>
            <p:cNvPr id="422" name="Google Shape;422;p51"/>
            <p:cNvSpPr/>
            <p:nvPr/>
          </p:nvSpPr>
          <p:spPr>
            <a:xfrm>
              <a:off x="4721274" y="2169691"/>
              <a:ext cx="3953694" cy="236934"/>
            </a:xfrm>
            <a:prstGeom prst="rect">
              <a:avLst/>
            </a:prstGeom>
            <a:noFill/>
            <a:ln>
              <a:noFill/>
            </a:ln>
          </p:spPr>
          <p:txBody>
            <a:bodyPr spcFirstLastPara="1" wrap="square" lIns="0" tIns="0" rIns="0" bIns="0" anchor="t" anchorCtr="0">
              <a:noAutofit/>
            </a:bodyPr>
            <a:lstStyle/>
            <a:p>
              <a:pPr marL="215900" marR="0" lvl="0" indent="-209550" algn="l" rtl="0">
                <a:spcBef>
                  <a:spcPts val="0"/>
                </a:spcBef>
                <a:spcAft>
                  <a:spcPts val="0"/>
                </a:spcAft>
                <a:buClr>
                  <a:srgbClr val="15213F"/>
                </a:buClr>
                <a:buSzPts val="900"/>
                <a:buFont typeface="Roboto"/>
                <a:buChar char="•"/>
              </a:pPr>
              <a:r>
                <a:rPr lang="en-GB" sz="1800" b="0" i="0" u="none" strike="noStrike" cap="none" dirty="0">
                  <a:solidFill>
                    <a:srgbClr val="15213F"/>
                  </a:solidFill>
                  <a:latin typeface="Roboto"/>
                  <a:ea typeface="Roboto"/>
                  <a:cs typeface="Roboto"/>
                  <a:sym typeface="Roboto"/>
                </a:rPr>
                <a:t>Hallucinates when uncertain (plausible guesses)</a:t>
              </a:r>
              <a:endParaRPr sz="1800" b="0" i="0" u="none" strike="noStrike" cap="none" dirty="0"/>
            </a:p>
          </p:txBody>
        </p:sp>
      </p:grpSp>
      <p:sp>
        <p:nvSpPr>
          <p:cNvPr id="423" name="Google Shape;423;p51"/>
          <p:cNvSpPr/>
          <p:nvPr/>
        </p:nvSpPr>
        <p:spPr>
          <a:xfrm>
            <a:off x="329282" y="3909051"/>
            <a:ext cx="8196411" cy="19496"/>
          </a:xfrm>
          <a:prstGeom prst="rect">
            <a:avLst/>
          </a:prstGeom>
          <a:solidFill>
            <a:srgbClr val="15213F">
              <a:alpha val="49803"/>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24" name="Google Shape;424;p51"/>
          <p:cNvSpPr/>
          <p:nvPr/>
        </p:nvSpPr>
        <p:spPr>
          <a:xfrm>
            <a:off x="329282" y="3928547"/>
            <a:ext cx="8196411" cy="543618"/>
          </a:xfrm>
          <a:prstGeom prst="rect">
            <a:avLst/>
          </a:prstGeom>
          <a:noFill/>
          <a:ln>
            <a:noFill/>
          </a:ln>
        </p:spPr>
        <p:txBody>
          <a:bodyPr spcFirstLastPara="1" wrap="square" lIns="0" tIns="0" rIns="0" bIns="0" anchor="t" anchorCtr="0">
            <a:noAutofit/>
          </a:bodyPr>
          <a:lstStyle/>
          <a:p>
            <a:pPr marL="0" marR="0" lvl="0" indent="0" algn="l" rtl="0">
              <a:lnSpc>
                <a:spcPct val="124832"/>
              </a:lnSpc>
              <a:spcBef>
                <a:spcPts val="0"/>
              </a:spcBef>
              <a:spcAft>
                <a:spcPts val="0"/>
              </a:spcAft>
              <a:buClr>
                <a:srgbClr val="000000"/>
              </a:buClr>
              <a:buSzPts val="4700"/>
              <a:buFont typeface="Roboto Slab"/>
              <a:buNone/>
            </a:pPr>
            <a:r>
              <a:rPr lang="en-GB" sz="1800" b="0" i="0" u="none" strike="noStrike" cap="none" dirty="0">
                <a:solidFill>
                  <a:srgbClr val="3257B8"/>
                </a:solidFill>
                <a:latin typeface="Roboto Slab"/>
                <a:ea typeface="Roboto Slab"/>
                <a:cs typeface="Roboto Slab"/>
                <a:sym typeface="Roboto Slab"/>
              </a:rPr>
              <a:t>!!! CRITICAL: Confidence ≠ Accuracy</a:t>
            </a:r>
            <a:endParaRPr sz="1800" b="0" i="0" u="none" strike="noStrike" cap="none" dirty="0"/>
          </a:p>
        </p:txBody>
      </p:sp>
      <p:sp>
        <p:nvSpPr>
          <p:cNvPr id="425" name="Google Shape;425;p51"/>
          <p:cNvSpPr/>
          <p:nvPr/>
        </p:nvSpPr>
        <p:spPr>
          <a:xfrm>
            <a:off x="473794" y="4389383"/>
            <a:ext cx="5362500" cy="296100"/>
          </a:xfrm>
          <a:prstGeom prst="rect">
            <a:avLst/>
          </a:prstGeom>
          <a:noFill/>
          <a:ln>
            <a:noFill/>
          </a:ln>
        </p:spPr>
        <p:txBody>
          <a:bodyPr spcFirstLastPara="1" wrap="square" lIns="0" tIns="0" rIns="0" bIns="0" anchor="t" anchorCtr="0">
            <a:noAutofit/>
          </a:bodyPr>
          <a:lstStyle/>
          <a:p>
            <a:pPr marL="0" marR="0" lvl="0" indent="0" algn="l" rtl="0">
              <a:lnSpc>
                <a:spcPct val="125423"/>
              </a:lnSpc>
              <a:spcBef>
                <a:spcPts val="0"/>
              </a:spcBef>
              <a:spcAft>
                <a:spcPts val="0"/>
              </a:spcAft>
              <a:buClr>
                <a:srgbClr val="3257B8"/>
              </a:buClr>
              <a:buSzPts val="1800"/>
              <a:buFont typeface="Roboto Slab"/>
              <a:buNone/>
            </a:pPr>
            <a:r>
              <a:rPr lang="en-GB" sz="1800" b="0" i="0" u="none" strike="noStrike" cap="none" dirty="0">
                <a:solidFill>
                  <a:srgbClr val="3257B8"/>
                </a:solidFill>
                <a:latin typeface="Roboto Slab"/>
                <a:ea typeface="Roboto Slab"/>
                <a:cs typeface="Roboto Slab"/>
                <a:sym typeface="Roboto Slab"/>
              </a:rPr>
              <a:t>Always verify, especially numbers and citations</a:t>
            </a:r>
            <a:endParaRPr sz="1800" b="0" i="0" u="none" strike="noStrike" cap="non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2"/>
          <p:cNvSpPr/>
          <p:nvPr/>
        </p:nvSpPr>
        <p:spPr>
          <a:xfrm>
            <a:off x="496119" y="436215"/>
            <a:ext cx="5549057"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dirty="0">
                <a:solidFill>
                  <a:srgbClr val="3257B8"/>
                </a:solidFill>
                <a:latin typeface="Roboto Slab"/>
                <a:ea typeface="Roboto Slab"/>
                <a:cs typeface="Roboto Slab"/>
                <a:sym typeface="Roboto Slab"/>
              </a:rPr>
              <a:t>Section 2 Summary: Scale + Attention = Context</a:t>
            </a:r>
            <a:endParaRPr sz="1900" b="0" i="0" u="none" strike="noStrike" cap="none" dirty="0"/>
          </a:p>
        </p:txBody>
      </p:sp>
      <p:sp>
        <p:nvSpPr>
          <p:cNvPr id="432" name="Google Shape;432;p52"/>
          <p:cNvSpPr/>
          <p:nvPr/>
        </p:nvSpPr>
        <p:spPr>
          <a:xfrm>
            <a:off x="496119" y="795858"/>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3257B8"/>
              </a:buClr>
              <a:buSzPts val="1400"/>
              <a:buFont typeface="Roboto Slab"/>
              <a:buNone/>
            </a:pPr>
            <a:r>
              <a:rPr lang="en-GB" sz="1400" b="0" i="0" u="none" strike="noStrike" cap="none" dirty="0">
                <a:solidFill>
                  <a:srgbClr val="3257B8"/>
                </a:solidFill>
                <a:latin typeface="Roboto Slab"/>
                <a:ea typeface="Roboto Slab"/>
                <a:cs typeface="Roboto Slab"/>
                <a:sym typeface="Roboto Slab"/>
              </a:rPr>
              <a:t>Key Concepts:</a:t>
            </a:r>
            <a:endParaRPr sz="1400" b="0" i="0" u="none" strike="noStrike" cap="none" dirty="0"/>
          </a:p>
        </p:txBody>
      </p:sp>
      <p:sp>
        <p:nvSpPr>
          <p:cNvPr id="433" name="Google Shape;433;p52"/>
          <p:cNvSpPr/>
          <p:nvPr/>
        </p:nvSpPr>
        <p:spPr>
          <a:xfrm>
            <a:off x="496119" y="1214438"/>
            <a:ext cx="279052" cy="279052"/>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4" name="Google Shape;434;p52"/>
          <p:cNvSpPr/>
          <p:nvPr/>
        </p:nvSpPr>
        <p:spPr>
          <a:xfrm>
            <a:off x="542628" y="1237692"/>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1</a:t>
            </a:r>
            <a:endParaRPr sz="1400" b="0" i="0" u="none" strike="noStrike" cap="none"/>
          </a:p>
        </p:txBody>
      </p:sp>
      <p:sp>
        <p:nvSpPr>
          <p:cNvPr id="435" name="Google Shape;435;p52"/>
          <p:cNvSpPr/>
          <p:nvPr/>
        </p:nvSpPr>
        <p:spPr>
          <a:xfrm>
            <a:off x="899145" y="1229916"/>
            <a:ext cx="7748736"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900" b="0" i="0" u="none" strike="noStrike" cap="none">
                <a:solidFill>
                  <a:srgbClr val="15213F"/>
                </a:solidFill>
                <a:latin typeface="Roboto"/>
                <a:ea typeface="Roboto"/>
                <a:cs typeface="Roboto"/>
                <a:sym typeface="Roboto"/>
              </a:rPr>
              <a:t>Attention: Dynamic weighting of surrounding words</a:t>
            </a:r>
            <a:endParaRPr sz="1900" b="0" i="0" u="none" strike="noStrike" cap="none"/>
          </a:p>
        </p:txBody>
      </p:sp>
      <p:sp>
        <p:nvSpPr>
          <p:cNvPr id="436" name="Google Shape;436;p52"/>
          <p:cNvSpPr/>
          <p:nvPr/>
        </p:nvSpPr>
        <p:spPr>
          <a:xfrm>
            <a:off x="496119" y="1741513"/>
            <a:ext cx="279052"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37" name="Google Shape;437;p52"/>
          <p:cNvSpPr/>
          <p:nvPr/>
        </p:nvSpPr>
        <p:spPr>
          <a:xfrm>
            <a:off x="542628" y="1764767"/>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2</a:t>
            </a:r>
            <a:endParaRPr sz="1400" b="0" i="0" u="none" strike="noStrike" cap="none"/>
          </a:p>
        </p:txBody>
      </p:sp>
      <p:sp>
        <p:nvSpPr>
          <p:cNvPr id="438" name="Google Shape;438;p52"/>
          <p:cNvSpPr/>
          <p:nvPr/>
        </p:nvSpPr>
        <p:spPr>
          <a:xfrm>
            <a:off x="899145" y="1756991"/>
            <a:ext cx="7748736"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900" b="0" i="0" u="none" strike="noStrike" cap="none">
                <a:solidFill>
                  <a:srgbClr val="15213F"/>
                </a:solidFill>
                <a:latin typeface="Roboto"/>
                <a:ea typeface="Roboto"/>
                <a:cs typeface="Roboto"/>
                <a:sym typeface="Roboto"/>
              </a:rPr>
              <a:t>Context changes meaning ("lead" example)</a:t>
            </a:r>
            <a:endParaRPr sz="1900" b="0" i="0" u="none" strike="noStrike" cap="none"/>
          </a:p>
        </p:txBody>
      </p:sp>
      <p:sp>
        <p:nvSpPr>
          <p:cNvPr id="439" name="Google Shape;439;p52"/>
          <p:cNvSpPr/>
          <p:nvPr/>
        </p:nvSpPr>
        <p:spPr>
          <a:xfrm>
            <a:off x="496119" y="2268587"/>
            <a:ext cx="279052"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0" name="Google Shape;440;p52"/>
          <p:cNvSpPr/>
          <p:nvPr/>
        </p:nvSpPr>
        <p:spPr>
          <a:xfrm>
            <a:off x="542628" y="2291841"/>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3</a:t>
            </a:r>
            <a:endParaRPr sz="1400" b="0" i="0" u="none" strike="noStrike" cap="none"/>
          </a:p>
        </p:txBody>
      </p:sp>
      <p:sp>
        <p:nvSpPr>
          <p:cNvPr id="441" name="Google Shape;441;p52"/>
          <p:cNvSpPr/>
          <p:nvPr/>
        </p:nvSpPr>
        <p:spPr>
          <a:xfrm>
            <a:off x="899145" y="2284065"/>
            <a:ext cx="7748736"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900" b="0" i="0" u="none" strike="noStrike" cap="none">
                <a:solidFill>
                  <a:srgbClr val="15213F"/>
                </a:solidFill>
                <a:latin typeface="Roboto"/>
                <a:ea typeface="Roboto"/>
                <a:cs typeface="Roboto"/>
                <a:sym typeface="Roboto"/>
              </a:rPr>
              <a:t>"Large" = Billions of parameters (pattern capacity)</a:t>
            </a:r>
            <a:endParaRPr sz="1900" b="0" i="0" u="none" strike="noStrike" cap="none"/>
          </a:p>
        </p:txBody>
      </p:sp>
      <p:sp>
        <p:nvSpPr>
          <p:cNvPr id="442" name="Google Shape;442;p52"/>
          <p:cNvSpPr/>
          <p:nvPr/>
        </p:nvSpPr>
        <p:spPr>
          <a:xfrm>
            <a:off x="496119" y="2795662"/>
            <a:ext cx="279052"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3" name="Google Shape;443;p52"/>
          <p:cNvSpPr/>
          <p:nvPr/>
        </p:nvSpPr>
        <p:spPr>
          <a:xfrm>
            <a:off x="542628" y="2818916"/>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4</a:t>
            </a:r>
            <a:endParaRPr sz="1400" b="0" i="0" u="none" strike="noStrike" cap="none"/>
          </a:p>
        </p:txBody>
      </p:sp>
      <p:sp>
        <p:nvSpPr>
          <p:cNvPr id="444" name="Google Shape;444;p52"/>
          <p:cNvSpPr/>
          <p:nvPr/>
        </p:nvSpPr>
        <p:spPr>
          <a:xfrm>
            <a:off x="899145" y="2811140"/>
            <a:ext cx="7748736"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900" b="0" i="0" u="none" strike="noStrike" cap="none">
                <a:solidFill>
                  <a:srgbClr val="15213F"/>
                </a:solidFill>
                <a:latin typeface="Roboto"/>
                <a:ea typeface="Roboto"/>
                <a:cs typeface="Roboto"/>
                <a:sym typeface="Roboto"/>
              </a:rPr>
              <a:t>Training learned patterns, not facts</a:t>
            </a:r>
            <a:endParaRPr sz="1900" b="0" i="0" u="none" strike="noStrike" cap="none"/>
          </a:p>
        </p:txBody>
      </p:sp>
      <p:sp>
        <p:nvSpPr>
          <p:cNvPr id="445" name="Google Shape;445;p52"/>
          <p:cNvSpPr/>
          <p:nvPr/>
        </p:nvSpPr>
        <p:spPr>
          <a:xfrm>
            <a:off x="496119" y="3322737"/>
            <a:ext cx="279052" cy="279053"/>
          </a:xfrm>
          <a:prstGeom prst="roundRect">
            <a:avLst>
              <a:gd name="adj" fmla="val 6668"/>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6" name="Google Shape;446;p52"/>
          <p:cNvSpPr/>
          <p:nvPr/>
        </p:nvSpPr>
        <p:spPr>
          <a:xfrm>
            <a:off x="542628" y="3345991"/>
            <a:ext cx="186035" cy="232544"/>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5</a:t>
            </a:r>
            <a:endParaRPr sz="1400" b="0" i="0" u="none" strike="noStrike" cap="none"/>
          </a:p>
        </p:txBody>
      </p:sp>
      <p:sp>
        <p:nvSpPr>
          <p:cNvPr id="447" name="Google Shape;447;p52"/>
          <p:cNvSpPr/>
          <p:nvPr/>
        </p:nvSpPr>
        <p:spPr>
          <a:xfrm>
            <a:off x="899145" y="3338215"/>
            <a:ext cx="7748736"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900" b="0" i="0" u="none" strike="noStrike" cap="none">
                <a:solidFill>
                  <a:srgbClr val="15213F"/>
                </a:solidFill>
                <a:latin typeface="Roboto"/>
                <a:ea typeface="Roboto"/>
                <a:cs typeface="Roboto"/>
                <a:sym typeface="Roboto"/>
              </a:rPr>
              <a:t>Multi-head attention: Multiple perspectives</a:t>
            </a:r>
            <a:endParaRPr sz="1900" b="0" i="0" u="none" strike="noStrike" cap="none"/>
          </a:p>
        </p:txBody>
      </p:sp>
      <p:sp>
        <p:nvSpPr>
          <p:cNvPr id="448" name="Google Shape;448;p52"/>
          <p:cNvSpPr/>
          <p:nvPr/>
        </p:nvSpPr>
        <p:spPr>
          <a:xfrm>
            <a:off x="496119" y="3803284"/>
            <a:ext cx="8151763" cy="20241"/>
          </a:xfrm>
          <a:prstGeom prst="rect">
            <a:avLst/>
          </a:prstGeom>
          <a:solidFill>
            <a:srgbClr val="15213F">
              <a:alpha val="49803"/>
            </a:srgbClr>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449" name="Google Shape;449;p52"/>
          <p:cNvSpPr/>
          <p:nvPr/>
        </p:nvSpPr>
        <p:spPr>
          <a:xfrm>
            <a:off x="496119" y="4268372"/>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1" i="0" u="none" strike="noStrike" cap="none" dirty="0">
                <a:solidFill>
                  <a:srgbClr val="15213F"/>
                </a:solidFill>
                <a:latin typeface="Roboto"/>
                <a:ea typeface="Roboto"/>
                <a:cs typeface="Roboto"/>
                <a:sym typeface="Roboto"/>
              </a:rPr>
              <a:t>Engineering Parallel:</a:t>
            </a:r>
            <a:r>
              <a:rPr lang="en-GB" sz="1200" b="0" i="0" u="none" strike="noStrike" cap="none" dirty="0">
                <a:solidFill>
                  <a:srgbClr val="15213F"/>
                </a:solidFill>
                <a:latin typeface="Roboto"/>
                <a:ea typeface="Roboto"/>
                <a:cs typeface="Roboto"/>
                <a:sym typeface="Roboto"/>
              </a:rPr>
              <a:t> Composite design</a:t>
            </a:r>
            <a:r>
              <a:rPr lang="en-GB" sz="1200" dirty="0">
                <a:solidFill>
                  <a:srgbClr val="15213F"/>
                </a:solidFill>
                <a:latin typeface="Roboto"/>
                <a:ea typeface="Roboto"/>
                <a:cs typeface="Roboto"/>
                <a:sym typeface="Roboto"/>
              </a:rPr>
              <a:t>, </a:t>
            </a:r>
            <a:r>
              <a:rPr lang="en-GB" sz="1200" b="0" i="0" u="none" strike="noStrike" cap="none" dirty="0">
                <a:solidFill>
                  <a:srgbClr val="15213F"/>
                </a:solidFill>
                <a:latin typeface="Roboto"/>
                <a:ea typeface="Roboto"/>
                <a:cs typeface="Roboto"/>
                <a:sym typeface="Roboto"/>
              </a:rPr>
              <a:t>components interact, context determines contribution</a:t>
            </a:r>
            <a:endParaRPr sz="1200" b="0" i="0" u="none" strike="noStrike" cap="none"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53"/>
          <p:cNvSpPr/>
          <p:nvPr/>
        </p:nvSpPr>
        <p:spPr>
          <a:xfrm>
            <a:off x="496119" y="292850"/>
            <a:ext cx="8151900" cy="1162800"/>
          </a:xfrm>
          <a:prstGeom prst="rect">
            <a:avLst/>
          </a:prstGeom>
          <a:noFill/>
          <a:ln>
            <a:noFill/>
          </a:ln>
        </p:spPr>
        <p:txBody>
          <a:bodyPr spcFirstLastPara="1" wrap="square" lIns="0" tIns="0" rIns="0" bIns="0" anchor="t" anchorCtr="0">
            <a:noAutofit/>
          </a:bodyPr>
          <a:lstStyle/>
          <a:p>
            <a:pPr marL="0" marR="0" lvl="0" indent="0" algn="l" rtl="0">
              <a:lnSpc>
                <a:spcPct val="125213"/>
              </a:lnSpc>
              <a:spcBef>
                <a:spcPts val="0"/>
              </a:spcBef>
              <a:spcAft>
                <a:spcPts val="0"/>
              </a:spcAft>
              <a:buClr>
                <a:srgbClr val="3257B8"/>
              </a:buClr>
              <a:buSzPts val="7300"/>
              <a:buFont typeface="Roboto Slab"/>
              <a:buNone/>
            </a:pPr>
            <a:r>
              <a:rPr lang="en-GB" sz="5000" b="0" i="0" u="none" strike="noStrike" cap="none">
                <a:solidFill>
                  <a:srgbClr val="3257B8"/>
                </a:solidFill>
                <a:latin typeface="Roboto Slab"/>
                <a:ea typeface="Roboto Slab"/>
                <a:cs typeface="Roboto Slab"/>
                <a:sym typeface="Roboto Slab"/>
              </a:rPr>
              <a:t>PART 3</a:t>
            </a:r>
            <a:endParaRPr sz="5000" b="0" i="0" u="none" strike="noStrike" cap="none"/>
          </a:p>
        </p:txBody>
      </p:sp>
      <p:sp>
        <p:nvSpPr>
          <p:cNvPr id="457" name="Google Shape;457;p53"/>
          <p:cNvSpPr/>
          <p:nvPr/>
        </p:nvSpPr>
        <p:spPr>
          <a:xfrm>
            <a:off x="473344" y="1609854"/>
            <a:ext cx="7629600" cy="7752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4900"/>
              <a:buFont typeface="Roboto Slab"/>
              <a:buNone/>
            </a:pPr>
            <a:r>
              <a:rPr lang="en-GB" sz="3900" b="0" i="0" u="none" strike="noStrike" cap="none">
                <a:solidFill>
                  <a:srgbClr val="3257B8"/>
                </a:solidFill>
                <a:latin typeface="Roboto Slab"/>
                <a:ea typeface="Roboto Slab"/>
                <a:cs typeface="Roboto Slab"/>
                <a:sym typeface="Roboto Slab"/>
              </a:rPr>
              <a:t>TRUTH VS. PROBABILITY</a:t>
            </a:r>
            <a:endParaRPr sz="3900" b="0" i="0" u="none" strike="noStrike" cap="none"/>
          </a:p>
        </p:txBody>
      </p:sp>
      <p:sp>
        <p:nvSpPr>
          <p:cNvPr id="458" name="Google Shape;458;p53"/>
          <p:cNvSpPr/>
          <p:nvPr/>
        </p:nvSpPr>
        <p:spPr>
          <a:xfrm>
            <a:off x="473344" y="2921449"/>
            <a:ext cx="5672063"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dirty="0">
                <a:solidFill>
                  <a:srgbClr val="3257B8"/>
                </a:solidFill>
                <a:latin typeface="Roboto Slab"/>
                <a:ea typeface="Roboto Slab"/>
                <a:cs typeface="Roboto Slab"/>
                <a:sym typeface="Roboto Slab"/>
              </a:rPr>
              <a:t>Why Models Hallucinate &amp; How to Ground Them</a:t>
            </a:r>
            <a:endParaRPr sz="1900" b="0" i="0" u="none" strike="noStrike" cap="none" dirty="0"/>
          </a:p>
        </p:txBody>
      </p:sp>
      <p:sp>
        <p:nvSpPr>
          <p:cNvPr id="459" name="Google Shape;459;p53"/>
          <p:cNvSpPr/>
          <p:nvPr/>
        </p:nvSpPr>
        <p:spPr>
          <a:xfrm>
            <a:off x="496119" y="3850853"/>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1" i="0" u="none" strike="noStrike" cap="none" dirty="0">
                <a:solidFill>
                  <a:srgbClr val="15213F"/>
                </a:solidFill>
                <a:latin typeface="Roboto"/>
                <a:ea typeface="Roboto"/>
                <a:cs typeface="Roboto"/>
                <a:sym typeface="Roboto"/>
              </a:rPr>
              <a:t>The most critical section for scientists</a:t>
            </a:r>
            <a:endParaRPr sz="1800" b="0" i="0" u="none" strike="noStrike" cap="none"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grpSp>
        <p:nvGrpSpPr>
          <p:cNvPr id="2" name="Group 1">
            <a:extLst>
              <a:ext uri="{FF2B5EF4-FFF2-40B4-BE49-F238E27FC236}">
                <a16:creationId xmlns:a16="http://schemas.microsoft.com/office/drawing/2014/main" id="{945AE7F1-A878-CEF1-3BAA-010FD99FB85C}"/>
              </a:ext>
            </a:extLst>
          </p:cNvPr>
          <p:cNvGrpSpPr/>
          <p:nvPr/>
        </p:nvGrpSpPr>
        <p:grpSpPr>
          <a:xfrm>
            <a:off x="329156" y="119360"/>
            <a:ext cx="7656603" cy="5929680"/>
            <a:chOff x="1377974" y="119360"/>
            <a:chExt cx="6576781" cy="4576427"/>
          </a:xfrm>
        </p:grpSpPr>
        <p:sp>
          <p:nvSpPr>
            <p:cNvPr id="465" name="Google Shape;465;p54"/>
            <p:cNvSpPr/>
            <p:nvPr/>
          </p:nvSpPr>
          <p:spPr>
            <a:xfrm>
              <a:off x="1377998" y="119360"/>
              <a:ext cx="6576757" cy="366638"/>
            </a:xfrm>
            <a:prstGeom prst="rect">
              <a:avLst/>
            </a:prstGeom>
            <a:noFill/>
            <a:ln>
              <a:noFill/>
            </a:ln>
          </p:spPr>
          <p:txBody>
            <a:bodyPr spcFirstLastPara="1" wrap="square" lIns="0" tIns="0" rIns="0" bIns="0" anchor="t" anchorCtr="0">
              <a:noAutofit/>
            </a:bodyPr>
            <a:lstStyle/>
            <a:p>
              <a:pPr marL="0" marR="0" lvl="0" indent="0" algn="l" rtl="0">
                <a:lnSpc>
                  <a:spcPct val="125454"/>
                </a:lnSpc>
                <a:spcBef>
                  <a:spcPts val="0"/>
                </a:spcBef>
                <a:spcAft>
                  <a:spcPts val="0"/>
                </a:spcAft>
                <a:buClr>
                  <a:srgbClr val="3257B8"/>
                </a:buClr>
                <a:buSzPts val="1700"/>
                <a:buFont typeface="Roboto Slab"/>
                <a:buNone/>
              </a:pPr>
              <a:r>
                <a:rPr lang="en-GB" sz="2400" b="0" i="0" u="none" strike="noStrike" cap="none" dirty="0">
                  <a:solidFill>
                    <a:srgbClr val="3257B8"/>
                  </a:solidFill>
                  <a:latin typeface="Roboto Slab"/>
                  <a:ea typeface="Roboto Slab"/>
                  <a:cs typeface="Roboto Slab"/>
                  <a:sym typeface="Roboto Slab"/>
                </a:rPr>
                <a:t>The Hallucination Problem</a:t>
              </a:r>
              <a:endParaRPr sz="2400" b="0" i="0" u="none" strike="noStrike" cap="none" dirty="0"/>
            </a:p>
          </p:txBody>
        </p:sp>
        <p:sp>
          <p:nvSpPr>
            <p:cNvPr id="466" name="Google Shape;466;p54"/>
            <p:cNvSpPr/>
            <p:nvPr/>
          </p:nvSpPr>
          <p:spPr>
            <a:xfrm>
              <a:off x="1377998" y="554459"/>
              <a:ext cx="6034078" cy="163488"/>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3257B8"/>
                </a:buClr>
                <a:buSzPts val="1000"/>
                <a:buFont typeface="Roboto Slab"/>
                <a:buNone/>
              </a:pPr>
              <a:r>
                <a:rPr lang="en-GB" sz="1800" b="0" i="0" u="none" strike="noStrike" cap="none" dirty="0">
                  <a:solidFill>
                    <a:srgbClr val="3257B8"/>
                  </a:solidFill>
                  <a:latin typeface="Roboto Slab"/>
                  <a:ea typeface="Roboto Slab"/>
                  <a:cs typeface="Roboto Slab"/>
                  <a:sym typeface="Roboto Slab"/>
                </a:rPr>
                <a:t>You Ask: "Find papers on high-entropy alloy electrospinning"</a:t>
              </a:r>
              <a:endParaRPr sz="1800" b="0" i="0" u="none" strike="noStrike" cap="none" dirty="0"/>
            </a:p>
          </p:txBody>
        </p:sp>
        <p:sp>
          <p:nvSpPr>
            <p:cNvPr id="467" name="Google Shape;467;p54"/>
            <p:cNvSpPr/>
            <p:nvPr/>
          </p:nvSpPr>
          <p:spPr>
            <a:xfrm>
              <a:off x="1377999" y="755452"/>
              <a:ext cx="1325538" cy="165646"/>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3257B8"/>
                </a:buClr>
                <a:buSzPts val="1000"/>
                <a:buFont typeface="Roboto Slab"/>
                <a:buNone/>
              </a:pPr>
              <a:r>
                <a:rPr lang="en-GB" sz="1800" b="0" i="0" u="none" strike="noStrike" cap="none">
                  <a:solidFill>
                    <a:srgbClr val="3257B8"/>
                  </a:solidFill>
                  <a:latin typeface="Roboto Slab"/>
                  <a:ea typeface="Roboto Slab"/>
                  <a:cs typeface="Roboto Slab"/>
                  <a:sym typeface="Roboto Slab"/>
                </a:rPr>
                <a:t>AI Responds:</a:t>
              </a:r>
              <a:endParaRPr sz="1800" b="0" i="0" u="none" strike="noStrike" cap="none"/>
            </a:p>
          </p:txBody>
        </p:sp>
        <p:sp>
          <p:nvSpPr>
            <p:cNvPr id="468" name="Google Shape;468;p54"/>
            <p:cNvSpPr/>
            <p:nvPr/>
          </p:nvSpPr>
          <p:spPr>
            <a:xfrm>
              <a:off x="1510531" y="1153046"/>
              <a:ext cx="6255395" cy="353318"/>
            </a:xfrm>
            <a:prstGeom prst="rect">
              <a:avLst/>
            </a:prstGeom>
            <a:noFill/>
            <a:ln>
              <a:noFill/>
            </a:ln>
          </p:spPr>
          <p:txBody>
            <a:bodyPr spcFirstLastPara="1" wrap="square" lIns="0" tIns="0" rIns="0" bIns="0" anchor="t" anchorCtr="0">
              <a:noAutofit/>
            </a:bodyPr>
            <a:lstStyle/>
            <a:p>
              <a:pPr marL="0" marR="0" lvl="0" indent="0" algn="l" rtl="0">
                <a:lnSpc>
                  <a:spcPct val="162962"/>
                </a:lnSpc>
                <a:spcBef>
                  <a:spcPts val="0"/>
                </a:spcBef>
                <a:spcAft>
                  <a:spcPts val="0"/>
                </a:spcAft>
                <a:buClr>
                  <a:srgbClr val="15213F"/>
                </a:buClr>
                <a:buSzPts val="800"/>
                <a:buFont typeface="Roboto"/>
                <a:buNone/>
              </a:pPr>
              <a:r>
                <a:rPr lang="en-GB" b="0" i="0" u="none" strike="noStrike" cap="none">
                  <a:solidFill>
                    <a:srgbClr val="15213F"/>
                  </a:solidFill>
                  <a:latin typeface="Roboto"/>
                  <a:ea typeface="Roboto"/>
                  <a:cs typeface="Roboto"/>
                  <a:sym typeface="Roboto"/>
                </a:rPr>
                <a:t>"Zhang, L., et al. (2021). 'Electrospun High-Entropy Alloy Nanofibers for Catalysis.' J. Mater. Chem. A, 9(15), 9876-9885. DOI: 10.1039/d1ta02847k"</a:t>
              </a:r>
              <a:endParaRPr b="0" i="0" u="none" strike="noStrike" cap="none"/>
            </a:p>
          </p:txBody>
        </p:sp>
        <p:sp>
          <p:nvSpPr>
            <p:cNvPr id="469" name="Google Shape;469;p54"/>
            <p:cNvSpPr/>
            <p:nvPr/>
          </p:nvSpPr>
          <p:spPr>
            <a:xfrm>
              <a:off x="1377999" y="1053629"/>
              <a:ext cx="9525" cy="552153"/>
            </a:xfrm>
            <a:prstGeom prst="rect">
              <a:avLst/>
            </a:prstGeom>
            <a:solidFill>
              <a:srgbClr val="3257B8"/>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sz="3200"/>
            </a:p>
          </p:txBody>
        </p:sp>
        <p:sp>
          <p:nvSpPr>
            <p:cNvPr id="470" name="Google Shape;470;p54"/>
            <p:cNvSpPr/>
            <p:nvPr/>
          </p:nvSpPr>
          <p:spPr>
            <a:xfrm>
              <a:off x="1377999" y="1705198"/>
              <a:ext cx="6387926" cy="176659"/>
            </a:xfrm>
            <a:prstGeom prst="rect">
              <a:avLst/>
            </a:prstGeom>
            <a:noFill/>
            <a:ln>
              <a:noFill/>
            </a:ln>
          </p:spPr>
          <p:txBody>
            <a:bodyPr spcFirstLastPara="1" wrap="square" lIns="0" tIns="0" rIns="0" bIns="0" anchor="t" anchorCtr="0">
              <a:noAutofit/>
            </a:bodyPr>
            <a:lstStyle/>
            <a:p>
              <a:pPr marL="0" marR="0" lvl="0" indent="0" algn="l" rtl="0">
                <a:lnSpc>
                  <a:spcPct val="162962"/>
                </a:lnSpc>
                <a:spcBef>
                  <a:spcPts val="0"/>
                </a:spcBef>
                <a:spcAft>
                  <a:spcPts val="0"/>
                </a:spcAft>
                <a:buClr>
                  <a:srgbClr val="15213F"/>
                </a:buClr>
                <a:buSzPts val="800"/>
                <a:buFont typeface="Roboto"/>
                <a:buNone/>
              </a:pPr>
              <a:r>
                <a:rPr lang="en-GB" b="1" i="0" u="none" strike="noStrike" cap="none">
                  <a:solidFill>
                    <a:srgbClr val="15213F"/>
                  </a:solidFill>
                  <a:latin typeface="Roboto"/>
                  <a:ea typeface="Roboto"/>
                  <a:cs typeface="Roboto"/>
                  <a:sym typeface="Roboto"/>
                </a:rPr>
                <a:t>Check CrossRef → DOI doesn't exist</a:t>
              </a:r>
              <a:endParaRPr b="0" i="0" u="none" strike="noStrike" cap="none"/>
            </a:p>
          </p:txBody>
        </p:sp>
        <p:sp>
          <p:nvSpPr>
            <p:cNvPr id="471" name="Google Shape;471;p54"/>
            <p:cNvSpPr/>
            <p:nvPr/>
          </p:nvSpPr>
          <p:spPr>
            <a:xfrm>
              <a:off x="1377998" y="2014389"/>
              <a:ext cx="2901841" cy="258441"/>
            </a:xfrm>
            <a:prstGeom prst="rect">
              <a:avLst/>
            </a:prstGeom>
            <a:noFill/>
            <a:ln>
              <a:noFill/>
            </a:ln>
          </p:spPr>
          <p:txBody>
            <a:bodyPr spcFirstLastPara="1" wrap="square" lIns="0" tIns="0" rIns="0" bIns="0" anchor="t" anchorCtr="0">
              <a:noAutofit/>
            </a:bodyPr>
            <a:lstStyle/>
            <a:p>
              <a:pPr marL="0" marR="0" lvl="0" indent="0" algn="l" rtl="0">
                <a:lnSpc>
                  <a:spcPct val="124242"/>
                </a:lnSpc>
                <a:spcBef>
                  <a:spcPts val="0"/>
                </a:spcBef>
                <a:spcAft>
                  <a:spcPts val="0"/>
                </a:spcAft>
                <a:buClr>
                  <a:srgbClr val="3257B8"/>
                </a:buClr>
                <a:buSzPts val="1000"/>
                <a:buFont typeface="Roboto Slab"/>
                <a:buNone/>
              </a:pPr>
              <a:r>
                <a:rPr lang="en-GB" sz="1800" b="0" i="0" u="none" strike="noStrike" cap="none">
                  <a:solidFill>
                    <a:srgbClr val="3257B8"/>
                  </a:solidFill>
                  <a:latin typeface="Roboto Slab"/>
                  <a:ea typeface="Roboto Slab"/>
                  <a:cs typeface="Roboto Slab"/>
                  <a:sym typeface="Roboto Slab"/>
                </a:rPr>
                <a:t>But Looks Perfect:</a:t>
              </a:r>
              <a:endParaRPr sz="1800" b="0" i="0" u="none" strike="noStrike" cap="none"/>
            </a:p>
          </p:txBody>
        </p:sp>
        <p:sp>
          <p:nvSpPr>
            <p:cNvPr id="472" name="Google Shape;472;p54"/>
            <p:cNvSpPr/>
            <p:nvPr/>
          </p:nvSpPr>
          <p:spPr>
            <a:xfrm>
              <a:off x="1377999" y="2312566"/>
              <a:ext cx="6387926" cy="176659"/>
            </a:xfrm>
            <a:prstGeom prst="rect">
              <a:avLst/>
            </a:prstGeom>
            <a:noFill/>
            <a:ln>
              <a:noFill/>
            </a:ln>
          </p:spPr>
          <p:txBody>
            <a:bodyPr spcFirstLastPara="1" wrap="square" lIns="0" tIns="0" rIns="0" bIns="0" anchor="t" anchorCtr="0">
              <a:noAutofit/>
            </a:bodyPr>
            <a:lstStyle/>
            <a:p>
              <a:pPr marL="215900" marR="0" lvl="0" indent="-222250" algn="l" rtl="0">
                <a:lnSpc>
                  <a:spcPct val="159090"/>
                </a:lnSpc>
                <a:spcBef>
                  <a:spcPts val="0"/>
                </a:spcBef>
                <a:spcAft>
                  <a:spcPts val="0"/>
                </a:spcAft>
                <a:buClr>
                  <a:srgbClr val="15213F"/>
                </a:buClr>
                <a:buSzPts val="700"/>
                <a:buFont typeface="Roboto"/>
                <a:buChar char="•"/>
              </a:pPr>
              <a:r>
                <a:rPr lang="en-GB" sz="1800" b="0" i="0" u="none" strike="noStrike" cap="none" dirty="0">
                  <a:solidFill>
                    <a:srgbClr val="15213F"/>
                  </a:solidFill>
                  <a:latin typeface="Roboto"/>
                  <a:ea typeface="Roboto"/>
                  <a:cs typeface="Roboto"/>
                  <a:sym typeface="Roboto"/>
                </a:rPr>
                <a:t>Realistic author (Zhang is common)</a:t>
              </a:r>
              <a:endParaRPr sz="1800" b="0" i="0" u="none" strike="noStrike" cap="none" dirty="0"/>
            </a:p>
          </p:txBody>
        </p:sp>
        <p:sp>
          <p:nvSpPr>
            <p:cNvPr id="473" name="Google Shape;473;p54"/>
            <p:cNvSpPr/>
            <p:nvPr/>
          </p:nvSpPr>
          <p:spPr>
            <a:xfrm>
              <a:off x="1377999" y="2520107"/>
              <a:ext cx="6387926" cy="176659"/>
            </a:xfrm>
            <a:prstGeom prst="rect">
              <a:avLst/>
            </a:prstGeom>
            <a:noFill/>
            <a:ln>
              <a:noFill/>
            </a:ln>
          </p:spPr>
          <p:txBody>
            <a:bodyPr spcFirstLastPara="1" wrap="square" lIns="0" tIns="0" rIns="0" bIns="0" anchor="t" anchorCtr="0">
              <a:noAutofit/>
            </a:bodyPr>
            <a:lstStyle/>
            <a:p>
              <a:pPr marL="215900" marR="0" lvl="0" indent="-222250" algn="l" rtl="0">
                <a:lnSpc>
                  <a:spcPct val="159090"/>
                </a:lnSpc>
                <a:spcBef>
                  <a:spcPts val="0"/>
                </a:spcBef>
                <a:spcAft>
                  <a:spcPts val="0"/>
                </a:spcAft>
                <a:buClr>
                  <a:srgbClr val="15213F"/>
                </a:buClr>
                <a:buSzPts val="700"/>
                <a:buFont typeface="Roboto"/>
                <a:buChar char="•"/>
              </a:pPr>
              <a:r>
                <a:rPr lang="en-GB" sz="1800" b="0" i="0" u="none" strike="noStrike" cap="none">
                  <a:solidFill>
                    <a:srgbClr val="15213F"/>
                  </a:solidFill>
                  <a:latin typeface="Roboto"/>
                  <a:ea typeface="Roboto"/>
                  <a:cs typeface="Roboto"/>
                  <a:sym typeface="Roboto"/>
                </a:rPr>
                <a:t>Plausible title (combines your keywords)</a:t>
              </a:r>
              <a:endParaRPr sz="1800" b="0" i="0" u="none" strike="noStrike" cap="none"/>
            </a:p>
          </p:txBody>
        </p:sp>
        <p:sp>
          <p:nvSpPr>
            <p:cNvPr id="474" name="Google Shape;474;p54"/>
            <p:cNvSpPr/>
            <p:nvPr/>
          </p:nvSpPr>
          <p:spPr>
            <a:xfrm>
              <a:off x="1377999" y="2727648"/>
              <a:ext cx="6387926" cy="176659"/>
            </a:xfrm>
            <a:prstGeom prst="rect">
              <a:avLst/>
            </a:prstGeom>
            <a:noFill/>
            <a:ln>
              <a:noFill/>
            </a:ln>
          </p:spPr>
          <p:txBody>
            <a:bodyPr spcFirstLastPara="1" wrap="square" lIns="0" tIns="0" rIns="0" bIns="0" anchor="t" anchorCtr="0">
              <a:noAutofit/>
            </a:bodyPr>
            <a:lstStyle/>
            <a:p>
              <a:pPr marL="215900" marR="0" lvl="0" indent="-222250" algn="l" rtl="0">
                <a:lnSpc>
                  <a:spcPct val="159090"/>
                </a:lnSpc>
                <a:spcBef>
                  <a:spcPts val="0"/>
                </a:spcBef>
                <a:spcAft>
                  <a:spcPts val="0"/>
                </a:spcAft>
                <a:buClr>
                  <a:srgbClr val="15213F"/>
                </a:buClr>
                <a:buSzPts val="700"/>
                <a:buFont typeface="Roboto"/>
                <a:buChar char="•"/>
              </a:pPr>
              <a:r>
                <a:rPr lang="en-GB" sz="1800" b="0" i="0" u="none" strike="noStrike" cap="none">
                  <a:solidFill>
                    <a:srgbClr val="15213F"/>
                  </a:solidFill>
                  <a:latin typeface="Roboto"/>
                  <a:ea typeface="Roboto"/>
                  <a:cs typeface="Roboto"/>
                  <a:sym typeface="Roboto"/>
                </a:rPr>
                <a:t>Real journal (J. Mater. Chem. A exists)</a:t>
              </a:r>
              <a:endParaRPr sz="1800" b="0" i="0" u="none" strike="noStrike" cap="none"/>
            </a:p>
          </p:txBody>
        </p:sp>
        <p:sp>
          <p:nvSpPr>
            <p:cNvPr id="475" name="Google Shape;475;p54"/>
            <p:cNvSpPr/>
            <p:nvPr/>
          </p:nvSpPr>
          <p:spPr>
            <a:xfrm>
              <a:off x="1377999" y="2935188"/>
              <a:ext cx="6387926" cy="176659"/>
            </a:xfrm>
            <a:prstGeom prst="rect">
              <a:avLst/>
            </a:prstGeom>
            <a:noFill/>
            <a:ln>
              <a:noFill/>
            </a:ln>
          </p:spPr>
          <p:txBody>
            <a:bodyPr spcFirstLastPara="1" wrap="square" lIns="0" tIns="0" rIns="0" bIns="0" anchor="t" anchorCtr="0">
              <a:noAutofit/>
            </a:bodyPr>
            <a:lstStyle/>
            <a:p>
              <a:pPr marL="215900" marR="0" lvl="0" indent="-222250" algn="l" rtl="0">
                <a:lnSpc>
                  <a:spcPct val="159090"/>
                </a:lnSpc>
                <a:spcBef>
                  <a:spcPts val="0"/>
                </a:spcBef>
                <a:spcAft>
                  <a:spcPts val="0"/>
                </a:spcAft>
                <a:buClr>
                  <a:srgbClr val="15213F"/>
                </a:buClr>
                <a:buSzPts val="700"/>
                <a:buFont typeface="Roboto"/>
                <a:buChar char="•"/>
              </a:pPr>
              <a:r>
                <a:rPr lang="en-GB" sz="1800" b="0" i="0" u="none" strike="noStrike" cap="none">
                  <a:solidFill>
                    <a:srgbClr val="15213F"/>
                  </a:solidFill>
                  <a:latin typeface="Roboto"/>
                  <a:ea typeface="Roboto"/>
                  <a:cs typeface="Roboto"/>
                  <a:sym typeface="Roboto"/>
                </a:rPr>
                <a:t>Valid DOI format (10.1039/... correct for RSC)</a:t>
              </a:r>
              <a:endParaRPr sz="1800" b="0" i="0" u="none" strike="noStrike" cap="none"/>
            </a:p>
          </p:txBody>
        </p:sp>
        <p:sp>
          <p:nvSpPr>
            <p:cNvPr id="476" name="Google Shape;476;p54"/>
            <p:cNvSpPr/>
            <p:nvPr/>
          </p:nvSpPr>
          <p:spPr>
            <a:xfrm>
              <a:off x="1377974" y="3469687"/>
              <a:ext cx="6387900" cy="1226100"/>
            </a:xfrm>
            <a:prstGeom prst="rect">
              <a:avLst/>
            </a:prstGeom>
            <a:noFill/>
            <a:ln>
              <a:noFill/>
            </a:ln>
          </p:spPr>
          <p:txBody>
            <a:bodyPr spcFirstLastPara="1" wrap="square" lIns="0" tIns="0" rIns="0" bIns="0" anchor="t" anchorCtr="0">
              <a:noAutofit/>
            </a:bodyPr>
            <a:lstStyle/>
            <a:p>
              <a:pPr marL="0" marR="0" lvl="0" indent="0" algn="l" rtl="0">
                <a:lnSpc>
                  <a:spcPct val="124550"/>
                </a:lnSpc>
                <a:spcBef>
                  <a:spcPts val="0"/>
                </a:spcBef>
                <a:spcAft>
                  <a:spcPts val="0"/>
                </a:spcAft>
                <a:buClr>
                  <a:srgbClr val="3257B8"/>
                </a:buClr>
                <a:buSzPts val="5200"/>
                <a:buFont typeface="Roboto Slab"/>
                <a:buNone/>
              </a:pPr>
              <a:r>
                <a:rPr lang="en-GB" sz="2800" b="0" i="0" u="none" strike="noStrike" cap="none" dirty="0">
                  <a:solidFill>
                    <a:srgbClr val="3257B8"/>
                  </a:solidFill>
                  <a:latin typeface="Roboto Slab"/>
                  <a:ea typeface="Roboto Slab"/>
                  <a:cs typeface="Roboto Slab"/>
                  <a:sym typeface="Roboto Slab"/>
                </a:rPr>
                <a:t>COMPLETELY FABRICATED</a:t>
              </a:r>
              <a:endParaRPr sz="2800" b="0" i="0" u="none" strike="noStrike" cap="none"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482" name="Google Shape;482;p55" descr="preencoded.png"/>
          <p:cNvPicPr preferRelativeResize="0"/>
          <p:nvPr/>
        </p:nvPicPr>
        <p:blipFill rotWithShape="1">
          <a:blip r:embed="rId3">
            <a:alphaModFix/>
          </a:blip>
          <a:srcRect/>
          <a:stretch/>
        </p:blipFill>
        <p:spPr>
          <a:xfrm>
            <a:off x="5715000" y="0"/>
            <a:ext cx="3429000" cy="5143500"/>
          </a:xfrm>
          <a:prstGeom prst="rect">
            <a:avLst/>
          </a:prstGeom>
          <a:noFill/>
          <a:ln>
            <a:noFill/>
          </a:ln>
        </p:spPr>
      </p:pic>
      <p:sp>
        <p:nvSpPr>
          <p:cNvPr id="483" name="Google Shape;483;p55"/>
          <p:cNvSpPr/>
          <p:nvPr/>
        </p:nvSpPr>
        <p:spPr>
          <a:xfrm>
            <a:off x="496119" y="2377976"/>
            <a:ext cx="4148733"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Why Hallucinations Happen</a:t>
            </a:r>
            <a:endParaRPr sz="2400" b="0" i="0" u="none" strike="noStrike" cap="non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56"/>
          <p:cNvSpPr/>
          <p:nvPr/>
        </p:nvSpPr>
        <p:spPr>
          <a:xfrm>
            <a:off x="496119" y="746076"/>
            <a:ext cx="5277073"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The Mechanism Behind Fabrication</a:t>
            </a:r>
            <a:endParaRPr sz="2400" b="0" i="0" u="none" strike="noStrike" cap="none"/>
          </a:p>
        </p:txBody>
      </p:sp>
      <p:sp>
        <p:nvSpPr>
          <p:cNvPr id="490" name="Google Shape;490;p56"/>
          <p:cNvSpPr/>
          <p:nvPr/>
        </p:nvSpPr>
        <p:spPr>
          <a:xfrm>
            <a:off x="496136" y="1381650"/>
            <a:ext cx="351300" cy="1551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Slab"/>
              <a:buNone/>
            </a:pPr>
            <a:r>
              <a:rPr lang="en-GB" sz="1000" b="0" i="0" u="none" strike="noStrike" cap="none">
                <a:solidFill>
                  <a:srgbClr val="15213F"/>
                </a:solidFill>
                <a:latin typeface="Roboto Slab"/>
                <a:ea typeface="Roboto Slab"/>
                <a:cs typeface="Roboto Slab"/>
                <a:sym typeface="Roboto Slab"/>
              </a:rPr>
              <a:t>01</a:t>
            </a:r>
            <a:endParaRPr sz="1000" b="0" i="0" u="none" strike="noStrike" cap="none"/>
          </a:p>
        </p:txBody>
      </p:sp>
      <p:pic>
        <p:nvPicPr>
          <p:cNvPr id="491" name="Google Shape;491;p56" descr="preencoded.png"/>
          <p:cNvPicPr preferRelativeResize="0"/>
          <p:nvPr/>
        </p:nvPicPr>
        <p:blipFill rotWithShape="1">
          <a:blip r:embed="rId3">
            <a:alphaModFix/>
          </a:blip>
          <a:srcRect/>
          <a:stretch/>
        </p:blipFill>
        <p:spPr>
          <a:xfrm>
            <a:off x="496119" y="1578099"/>
            <a:ext cx="2634556" cy="14288"/>
          </a:xfrm>
          <a:prstGeom prst="rect">
            <a:avLst/>
          </a:prstGeom>
          <a:noFill/>
          <a:ln>
            <a:noFill/>
          </a:ln>
        </p:spPr>
      </p:pic>
      <p:sp>
        <p:nvSpPr>
          <p:cNvPr id="492" name="Google Shape;492;p56"/>
          <p:cNvSpPr/>
          <p:nvPr/>
        </p:nvSpPr>
        <p:spPr>
          <a:xfrm>
            <a:off x="496119" y="1668661"/>
            <a:ext cx="2634556" cy="465088"/>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dirty="0">
                <a:solidFill>
                  <a:srgbClr val="15213F"/>
                </a:solidFill>
                <a:latin typeface="Roboto Slab"/>
                <a:ea typeface="Roboto Slab"/>
                <a:cs typeface="Roboto Slab"/>
                <a:sym typeface="Roboto Slab"/>
              </a:rPr>
              <a:t>AI recognizes "You want citations"</a:t>
            </a:r>
            <a:endParaRPr sz="1800" b="0" i="0" u="none" strike="noStrike" cap="none" dirty="0"/>
          </a:p>
        </p:txBody>
      </p:sp>
      <p:sp>
        <p:nvSpPr>
          <p:cNvPr id="493" name="Google Shape;493;p56"/>
          <p:cNvSpPr/>
          <p:nvPr/>
        </p:nvSpPr>
        <p:spPr>
          <a:xfrm>
            <a:off x="3254653" y="1338200"/>
            <a:ext cx="336600" cy="1983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Slab"/>
              <a:buNone/>
            </a:pPr>
            <a:r>
              <a:rPr lang="en-GB" sz="1000" b="0" i="0" u="none" strike="noStrike" cap="none">
                <a:solidFill>
                  <a:srgbClr val="15213F"/>
                </a:solidFill>
                <a:latin typeface="Roboto Slab"/>
                <a:ea typeface="Roboto Slab"/>
                <a:cs typeface="Roboto Slab"/>
                <a:sym typeface="Roboto Slab"/>
              </a:rPr>
              <a:t>02</a:t>
            </a:r>
            <a:endParaRPr sz="1000" b="0" i="0" u="none" strike="noStrike" cap="none"/>
          </a:p>
        </p:txBody>
      </p:sp>
      <p:pic>
        <p:nvPicPr>
          <p:cNvPr id="494" name="Google Shape;494;p56" descr="preencoded.png"/>
          <p:cNvPicPr preferRelativeResize="0"/>
          <p:nvPr/>
        </p:nvPicPr>
        <p:blipFill rotWithShape="1">
          <a:blip r:embed="rId3">
            <a:alphaModFix/>
          </a:blip>
          <a:srcRect/>
          <a:stretch/>
        </p:blipFill>
        <p:spPr>
          <a:xfrm>
            <a:off x="3254648" y="1578099"/>
            <a:ext cx="2634630" cy="14288"/>
          </a:xfrm>
          <a:prstGeom prst="rect">
            <a:avLst/>
          </a:prstGeom>
          <a:noFill/>
          <a:ln>
            <a:noFill/>
          </a:ln>
        </p:spPr>
      </p:pic>
      <p:sp>
        <p:nvSpPr>
          <p:cNvPr id="495" name="Google Shape;495;p56"/>
          <p:cNvSpPr/>
          <p:nvPr/>
        </p:nvSpPr>
        <p:spPr>
          <a:xfrm>
            <a:off x="3254648" y="1668661"/>
            <a:ext cx="2634630" cy="697632"/>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Knows citation format: [Author] et al. ([Year]). "[Title]." [Journal], [Vol], [Pages]. DOI</a:t>
            </a:r>
            <a:endParaRPr sz="1400" b="0" i="0" u="none" strike="noStrike" cap="none"/>
          </a:p>
        </p:txBody>
      </p:sp>
      <p:sp>
        <p:nvSpPr>
          <p:cNvPr id="496" name="Google Shape;496;p56"/>
          <p:cNvSpPr/>
          <p:nvPr/>
        </p:nvSpPr>
        <p:spPr>
          <a:xfrm>
            <a:off x="6013245" y="1338175"/>
            <a:ext cx="433200" cy="1986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Slab"/>
              <a:buNone/>
            </a:pPr>
            <a:r>
              <a:rPr lang="en-GB" sz="1000" b="0" i="0" u="none" strike="noStrike" cap="none">
                <a:solidFill>
                  <a:srgbClr val="15213F"/>
                </a:solidFill>
                <a:latin typeface="Roboto Slab"/>
                <a:ea typeface="Roboto Slab"/>
                <a:cs typeface="Roboto Slab"/>
                <a:sym typeface="Roboto Slab"/>
              </a:rPr>
              <a:t>03</a:t>
            </a:r>
            <a:endParaRPr sz="1000" b="0" i="0" u="none" strike="noStrike" cap="none"/>
          </a:p>
        </p:txBody>
      </p:sp>
      <p:pic>
        <p:nvPicPr>
          <p:cNvPr id="497" name="Google Shape;497;p56" descr="preencoded.png"/>
          <p:cNvPicPr preferRelativeResize="0"/>
          <p:nvPr/>
        </p:nvPicPr>
        <p:blipFill rotWithShape="1">
          <a:blip r:embed="rId3">
            <a:alphaModFix/>
          </a:blip>
          <a:srcRect/>
          <a:stretch/>
        </p:blipFill>
        <p:spPr>
          <a:xfrm>
            <a:off x="6013252" y="1578099"/>
            <a:ext cx="2634556" cy="14288"/>
          </a:xfrm>
          <a:prstGeom prst="rect">
            <a:avLst/>
          </a:prstGeom>
          <a:noFill/>
          <a:ln>
            <a:noFill/>
          </a:ln>
        </p:spPr>
      </p:pic>
      <p:sp>
        <p:nvSpPr>
          <p:cNvPr id="498" name="Google Shape;498;p56"/>
          <p:cNvSpPr/>
          <p:nvPr/>
        </p:nvSpPr>
        <p:spPr>
          <a:xfrm>
            <a:off x="6013252" y="1668661"/>
            <a:ext cx="2343150"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400" b="0" i="0" u="none" strike="noStrike" cap="none">
                <a:solidFill>
                  <a:srgbClr val="15213F"/>
                </a:solidFill>
                <a:latin typeface="Roboto Slab"/>
                <a:ea typeface="Roboto Slab"/>
                <a:cs typeface="Roboto Slab"/>
                <a:sym typeface="Roboto Slab"/>
              </a:rPr>
              <a:t>Generates plausible tokens</a:t>
            </a:r>
            <a:endParaRPr sz="1400" b="0" i="0" u="none" strike="noStrike" cap="none"/>
          </a:p>
        </p:txBody>
      </p:sp>
      <p:grpSp>
        <p:nvGrpSpPr>
          <p:cNvPr id="2" name="Group 1">
            <a:extLst>
              <a:ext uri="{FF2B5EF4-FFF2-40B4-BE49-F238E27FC236}">
                <a16:creationId xmlns:a16="http://schemas.microsoft.com/office/drawing/2014/main" id="{373AE6EF-AD31-A967-7623-EE643F30766F}"/>
              </a:ext>
            </a:extLst>
          </p:cNvPr>
          <p:cNvGrpSpPr/>
          <p:nvPr/>
        </p:nvGrpSpPr>
        <p:grpSpPr>
          <a:xfrm>
            <a:off x="6013252" y="1975619"/>
            <a:ext cx="2634556" cy="2477718"/>
            <a:chOff x="6013252" y="1975619"/>
            <a:chExt cx="2634556" cy="1165846"/>
          </a:xfrm>
        </p:grpSpPr>
        <p:sp>
          <p:nvSpPr>
            <p:cNvPr id="499" name="Google Shape;499;p56"/>
            <p:cNvSpPr/>
            <p:nvPr/>
          </p:nvSpPr>
          <p:spPr>
            <a:xfrm>
              <a:off x="6013252" y="1975619"/>
              <a:ext cx="2634556" cy="198463"/>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b="0" i="0" u="none" strike="noStrike" cap="none" dirty="0">
                  <a:solidFill>
                    <a:srgbClr val="15213F"/>
                  </a:solidFill>
                  <a:latin typeface="Roboto"/>
                  <a:ea typeface="Roboto"/>
                  <a:cs typeface="Roboto"/>
                  <a:sym typeface="Roboto"/>
                </a:rPr>
                <a:t>"Zhang" → Common surname</a:t>
              </a:r>
              <a:endParaRPr b="0" i="0" u="none" strike="noStrike" cap="none" dirty="0"/>
            </a:p>
          </p:txBody>
        </p:sp>
        <p:sp>
          <p:nvSpPr>
            <p:cNvPr id="500" name="Google Shape;500;p56"/>
            <p:cNvSpPr/>
            <p:nvPr/>
          </p:nvSpPr>
          <p:spPr>
            <a:xfrm>
              <a:off x="6013252" y="2217464"/>
              <a:ext cx="2634556" cy="198463"/>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b="0" i="0" u="none" strike="noStrike" cap="none">
                  <a:solidFill>
                    <a:srgbClr val="15213F"/>
                  </a:solidFill>
                  <a:latin typeface="Roboto"/>
                  <a:ea typeface="Roboto"/>
                  <a:cs typeface="Roboto"/>
                  <a:sym typeface="Roboto"/>
                </a:rPr>
                <a:t>"2021" → Recent year</a:t>
              </a:r>
              <a:endParaRPr b="0" i="0" u="none" strike="noStrike" cap="none"/>
            </a:p>
          </p:txBody>
        </p:sp>
        <p:sp>
          <p:nvSpPr>
            <p:cNvPr id="501" name="Google Shape;501;p56"/>
            <p:cNvSpPr/>
            <p:nvPr/>
          </p:nvSpPr>
          <p:spPr>
            <a:xfrm>
              <a:off x="6013252" y="2459311"/>
              <a:ext cx="2634556" cy="218143"/>
            </a:xfrm>
            <a:prstGeom prst="rect">
              <a:avLst/>
            </a:prstGeom>
            <a:noFill/>
            <a:ln>
              <a:noFill/>
            </a:ln>
          </p:spPr>
          <p:txBody>
            <a:bodyPr spcFirstLastPara="1" wrap="square" lIns="0" tIns="0" rIns="0" bIns="0" anchor="t" anchorCtr="0">
              <a:noAutofit/>
            </a:bodyPr>
            <a:lstStyle/>
            <a:p>
              <a:pPr marL="215900" marR="0" lvl="0" indent="-215900" algn="l" rtl="0">
                <a:spcBef>
                  <a:spcPts val="0"/>
                </a:spcBef>
                <a:spcAft>
                  <a:spcPts val="0"/>
                </a:spcAft>
                <a:buClr>
                  <a:srgbClr val="15213F"/>
                </a:buClr>
                <a:buSzPts val="1000"/>
                <a:buFont typeface="Roboto"/>
                <a:buChar char="•"/>
              </a:pPr>
              <a:r>
                <a:rPr lang="en-GB" b="0" i="0" u="none" strike="noStrike" cap="none" dirty="0">
                  <a:solidFill>
                    <a:srgbClr val="15213F"/>
                  </a:solidFill>
                  <a:latin typeface="Roboto"/>
                  <a:ea typeface="Roboto"/>
                  <a:cs typeface="Roboto"/>
                  <a:sym typeface="Roboto"/>
                </a:rPr>
                <a:t>"</a:t>
              </a:r>
              <a:r>
                <a:rPr lang="en-GB" b="0" i="0" u="none" strike="noStrike" cap="none" dirty="0" err="1">
                  <a:solidFill>
                    <a:srgbClr val="15213F"/>
                  </a:solidFill>
                  <a:latin typeface="Roboto"/>
                  <a:ea typeface="Roboto"/>
                  <a:cs typeface="Roboto"/>
                  <a:sym typeface="Roboto"/>
                </a:rPr>
                <a:t>Electrospun</a:t>
              </a:r>
              <a:r>
                <a:rPr lang="en-GB" b="0" i="0" u="none" strike="noStrike" cap="none" dirty="0">
                  <a:solidFill>
                    <a:srgbClr val="15213F"/>
                  </a:solidFill>
                  <a:latin typeface="Roboto"/>
                  <a:ea typeface="Roboto"/>
                  <a:cs typeface="Roboto"/>
                  <a:sym typeface="Roboto"/>
                </a:rPr>
                <a:t> HEA..." → YOUR keywords</a:t>
              </a:r>
              <a:endParaRPr b="0" i="0" u="none" strike="noStrike" cap="none" dirty="0"/>
            </a:p>
          </p:txBody>
        </p:sp>
        <p:sp>
          <p:nvSpPr>
            <p:cNvPr id="502" name="Google Shape;502;p56"/>
            <p:cNvSpPr/>
            <p:nvPr/>
          </p:nvSpPr>
          <p:spPr>
            <a:xfrm>
              <a:off x="6013252" y="2701156"/>
              <a:ext cx="2634556" cy="198463"/>
            </a:xfrm>
            <a:prstGeom prst="rect">
              <a:avLst/>
            </a:prstGeom>
            <a:noFill/>
            <a:ln>
              <a:noFill/>
            </a:ln>
          </p:spPr>
          <p:txBody>
            <a:bodyPr spcFirstLastPara="1" wrap="square" lIns="0" tIns="0" rIns="0" bIns="0" anchor="t" anchorCtr="0">
              <a:noAutofit/>
            </a:bodyPr>
            <a:lstStyle/>
            <a:p>
              <a:pPr marL="215900" marR="0" lvl="0" indent="-215900" algn="l" rtl="0">
                <a:spcBef>
                  <a:spcPts val="0"/>
                </a:spcBef>
                <a:spcAft>
                  <a:spcPts val="0"/>
                </a:spcAft>
                <a:buClr>
                  <a:srgbClr val="15213F"/>
                </a:buClr>
                <a:buSzPts val="1000"/>
                <a:buFont typeface="Roboto"/>
                <a:buChar char="•"/>
              </a:pPr>
              <a:r>
                <a:rPr lang="en-GB" b="0" i="0" u="none" strike="noStrike" cap="none" dirty="0">
                  <a:solidFill>
                    <a:srgbClr val="15213F"/>
                  </a:solidFill>
                  <a:latin typeface="Roboto"/>
                  <a:ea typeface="Roboto"/>
                  <a:cs typeface="Roboto"/>
                  <a:sym typeface="Roboto"/>
                </a:rPr>
                <a:t>"J. Mater. Chem. A" → Real journal</a:t>
              </a:r>
              <a:endParaRPr b="0" i="0" u="none" strike="noStrike" cap="none" dirty="0"/>
            </a:p>
          </p:txBody>
        </p:sp>
        <p:sp>
          <p:nvSpPr>
            <p:cNvPr id="503" name="Google Shape;503;p56"/>
            <p:cNvSpPr/>
            <p:nvPr/>
          </p:nvSpPr>
          <p:spPr>
            <a:xfrm>
              <a:off x="6013252" y="2943002"/>
              <a:ext cx="2634556" cy="198463"/>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b="0" i="0" u="none" strike="noStrike" cap="none">
                  <a:solidFill>
                    <a:srgbClr val="15213F"/>
                  </a:solidFill>
                  <a:latin typeface="Roboto"/>
                  <a:ea typeface="Roboto"/>
                  <a:cs typeface="Roboto"/>
                  <a:sym typeface="Roboto"/>
                </a:rPr>
                <a:t>"10.1039/..." → Valid DOI format</a:t>
              </a:r>
              <a:endParaRPr b="0" i="0" u="none" strike="noStrike" cap="none"/>
            </a:p>
          </p:txBody>
        </p:sp>
      </p:grpSp>
      <p:sp>
        <p:nvSpPr>
          <p:cNvPr id="504" name="Google Shape;504;p56"/>
          <p:cNvSpPr/>
          <p:nvPr/>
        </p:nvSpPr>
        <p:spPr>
          <a:xfrm>
            <a:off x="496119" y="3374008"/>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2000" b="1" i="0" u="none" strike="noStrike" cap="none" dirty="0">
                <a:solidFill>
                  <a:srgbClr val="15213F"/>
                </a:solidFill>
                <a:latin typeface="Roboto"/>
                <a:ea typeface="Roboto"/>
                <a:cs typeface="Roboto"/>
                <a:sym typeface="Roboto"/>
              </a:rPr>
              <a:t>Each component is plausible</a:t>
            </a:r>
            <a:endParaRPr sz="2000" b="0" i="0" u="none" strike="noStrike" cap="none" dirty="0"/>
          </a:p>
        </p:txBody>
      </p:sp>
      <p:sp>
        <p:nvSpPr>
          <p:cNvPr id="505" name="Google Shape;505;p56"/>
          <p:cNvSpPr/>
          <p:nvPr/>
        </p:nvSpPr>
        <p:spPr>
          <a:xfrm>
            <a:off x="496119" y="3761631"/>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2000" b="1" i="0" u="none" strike="noStrike" cap="none">
                <a:solidFill>
                  <a:srgbClr val="15213F"/>
                </a:solidFill>
                <a:latin typeface="Roboto"/>
                <a:ea typeface="Roboto"/>
                <a:cs typeface="Roboto"/>
                <a:sym typeface="Roboto"/>
              </a:rPr>
              <a:t>The combination doesn't exist</a:t>
            </a:r>
            <a:endParaRPr sz="2000" b="0" i="0" u="none" strike="noStrike" cap="none"/>
          </a:p>
        </p:txBody>
      </p:sp>
      <p:sp>
        <p:nvSpPr>
          <p:cNvPr id="506" name="Google Shape;506;p56"/>
          <p:cNvSpPr/>
          <p:nvPr/>
        </p:nvSpPr>
        <p:spPr>
          <a:xfrm>
            <a:off x="496119" y="4149254"/>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3257B8"/>
              </a:buClr>
              <a:buSzPts val="1200"/>
              <a:buFont typeface="Roboto"/>
              <a:buNone/>
            </a:pPr>
            <a:r>
              <a:rPr lang="en-GB" sz="2000" b="1" i="0" u="none" strike="noStrike" cap="none">
                <a:solidFill>
                  <a:srgbClr val="3257B8"/>
                </a:solidFill>
                <a:latin typeface="Roboto"/>
                <a:ea typeface="Roboto"/>
                <a:cs typeface="Roboto"/>
                <a:sym typeface="Roboto"/>
              </a:rPr>
              <a:t>Pattern completion, not information retrieval</a:t>
            </a:r>
            <a:endParaRPr sz="2000" b="0" i="0" u="none" strike="noStrike" cap="non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7"/>
          <p:cNvSpPr/>
          <p:nvPr/>
        </p:nvSpPr>
        <p:spPr>
          <a:xfrm>
            <a:off x="496119" y="902122"/>
            <a:ext cx="4718670"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The Four Grounding Techniques</a:t>
            </a:r>
            <a:endParaRPr sz="2400" b="0" i="0" u="none" strike="noStrike" cap="none"/>
          </a:p>
        </p:txBody>
      </p:sp>
      <p:sp>
        <p:nvSpPr>
          <p:cNvPr id="513" name="Google Shape;513;p57"/>
          <p:cNvSpPr/>
          <p:nvPr/>
        </p:nvSpPr>
        <p:spPr>
          <a:xfrm>
            <a:off x="496119" y="1339230"/>
            <a:ext cx="3586163"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a:solidFill>
                  <a:srgbClr val="3257B8"/>
                </a:solidFill>
                <a:latin typeface="Roboto Slab"/>
                <a:ea typeface="Roboto Slab"/>
                <a:cs typeface="Roboto Slab"/>
                <a:sym typeface="Roboto Slab"/>
              </a:rPr>
              <a:t>How to Prevent Hallucinations</a:t>
            </a:r>
            <a:endParaRPr sz="1900" b="0" i="0" u="none" strike="noStrike" cap="none"/>
          </a:p>
        </p:txBody>
      </p:sp>
      <p:sp>
        <p:nvSpPr>
          <p:cNvPr id="514" name="Google Shape;514;p57"/>
          <p:cNvSpPr/>
          <p:nvPr/>
        </p:nvSpPr>
        <p:spPr>
          <a:xfrm>
            <a:off x="496118" y="1649313"/>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800" b="0" i="0" u="none" strike="noStrike" cap="none" dirty="0">
                <a:solidFill>
                  <a:srgbClr val="15213F"/>
                </a:solidFill>
                <a:latin typeface="Roboto"/>
                <a:ea typeface="Roboto"/>
                <a:cs typeface="Roboto"/>
                <a:sym typeface="Roboto"/>
              </a:rPr>
              <a:t>You can't eliminate them, but you can reduce them:</a:t>
            </a:r>
            <a:endParaRPr sz="1800" b="0" i="0" u="none" strike="noStrike" cap="none" dirty="0"/>
          </a:p>
        </p:txBody>
      </p:sp>
      <p:sp>
        <p:nvSpPr>
          <p:cNvPr id="515" name="Google Shape;515;p57"/>
          <p:cNvSpPr/>
          <p:nvPr/>
        </p:nvSpPr>
        <p:spPr>
          <a:xfrm>
            <a:off x="496119" y="2222970"/>
            <a:ext cx="4013894" cy="1166405"/>
          </a:xfrm>
          <a:prstGeom prst="roundRect">
            <a:avLst>
              <a:gd name="adj" fmla="val 2470"/>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18" name="Google Shape;518;p57"/>
          <p:cNvSpPr/>
          <p:nvPr/>
        </p:nvSpPr>
        <p:spPr>
          <a:xfrm>
            <a:off x="4633987" y="2222971"/>
            <a:ext cx="4013894" cy="1166404"/>
          </a:xfrm>
          <a:prstGeom prst="roundRect">
            <a:avLst>
              <a:gd name="adj" fmla="val 2470"/>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21" name="Google Shape;521;p57"/>
          <p:cNvSpPr/>
          <p:nvPr/>
        </p:nvSpPr>
        <p:spPr>
          <a:xfrm>
            <a:off x="496118" y="3714936"/>
            <a:ext cx="4013894" cy="892113"/>
          </a:xfrm>
          <a:prstGeom prst="roundRect">
            <a:avLst>
              <a:gd name="adj" fmla="val 2470"/>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24" name="Google Shape;524;p57"/>
          <p:cNvSpPr/>
          <p:nvPr/>
        </p:nvSpPr>
        <p:spPr>
          <a:xfrm>
            <a:off x="4728198" y="3682841"/>
            <a:ext cx="4013894" cy="1059847"/>
          </a:xfrm>
          <a:prstGeom prst="roundRect">
            <a:avLst>
              <a:gd name="adj" fmla="val 2470"/>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grpSp>
        <p:nvGrpSpPr>
          <p:cNvPr id="2" name="Group 1">
            <a:extLst>
              <a:ext uri="{FF2B5EF4-FFF2-40B4-BE49-F238E27FC236}">
                <a16:creationId xmlns:a16="http://schemas.microsoft.com/office/drawing/2014/main" id="{180B9A3D-D422-D282-5B77-3B6473FCE943}"/>
              </a:ext>
            </a:extLst>
          </p:cNvPr>
          <p:cNvGrpSpPr/>
          <p:nvPr/>
        </p:nvGrpSpPr>
        <p:grpSpPr>
          <a:xfrm>
            <a:off x="620092" y="2346945"/>
            <a:ext cx="7903816" cy="2237247"/>
            <a:chOff x="620092" y="2346945"/>
            <a:chExt cx="7903816" cy="1382763"/>
          </a:xfrm>
        </p:grpSpPr>
        <p:sp>
          <p:nvSpPr>
            <p:cNvPr id="516" name="Google Shape;516;p57"/>
            <p:cNvSpPr/>
            <p:nvPr/>
          </p:nvSpPr>
          <p:spPr>
            <a:xfrm>
              <a:off x="620092" y="2346945"/>
              <a:ext cx="3758060"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dirty="0">
                  <a:solidFill>
                    <a:srgbClr val="15213F"/>
                  </a:solidFill>
                  <a:latin typeface="Roboto Slab"/>
                  <a:ea typeface="Roboto Slab"/>
                  <a:cs typeface="Roboto Slab"/>
                  <a:sym typeface="Roboto Slab"/>
                </a:rPr>
                <a:t>1. Explicit Constraint Instructions</a:t>
              </a:r>
              <a:endParaRPr sz="1800" b="0" i="0" u="none" strike="noStrike" cap="none" dirty="0"/>
            </a:p>
          </p:txBody>
        </p:sp>
        <p:sp>
          <p:nvSpPr>
            <p:cNvPr id="517" name="Google Shape;517;p57"/>
            <p:cNvSpPr/>
            <p:nvPr/>
          </p:nvSpPr>
          <p:spPr>
            <a:xfrm>
              <a:off x="620092" y="2653903"/>
              <a:ext cx="3765947"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600" b="0" i="0" u="none" strike="noStrike" cap="none" dirty="0">
                  <a:solidFill>
                    <a:srgbClr val="15213F"/>
                  </a:solidFill>
                  <a:latin typeface="Roboto"/>
                  <a:ea typeface="Roboto"/>
                  <a:cs typeface="Roboto"/>
                  <a:sym typeface="Roboto"/>
                </a:rPr>
                <a:t>Force AI to admit ignorance vs. guess</a:t>
              </a:r>
              <a:endParaRPr sz="1600" b="0" i="0" u="none" strike="noStrike" cap="none" dirty="0"/>
            </a:p>
          </p:txBody>
        </p:sp>
        <p:sp>
          <p:nvSpPr>
            <p:cNvPr id="519" name="Google Shape;519;p57"/>
            <p:cNvSpPr/>
            <p:nvPr/>
          </p:nvSpPr>
          <p:spPr>
            <a:xfrm>
              <a:off x="4757961" y="2346945"/>
              <a:ext cx="3634085"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dirty="0">
                  <a:solidFill>
                    <a:srgbClr val="15213F"/>
                  </a:solidFill>
                  <a:latin typeface="Roboto Slab"/>
                  <a:ea typeface="Roboto Slab"/>
                  <a:cs typeface="Roboto Slab"/>
                  <a:sym typeface="Roboto Slab"/>
                </a:rPr>
                <a:t>2. RAG (Retrieval-Augmented Generation)</a:t>
              </a:r>
              <a:endParaRPr sz="1800" b="0" i="0" u="none" strike="noStrike" cap="none" dirty="0"/>
            </a:p>
          </p:txBody>
        </p:sp>
        <p:sp>
          <p:nvSpPr>
            <p:cNvPr id="520" name="Google Shape;520;p57"/>
            <p:cNvSpPr/>
            <p:nvPr/>
          </p:nvSpPr>
          <p:spPr>
            <a:xfrm>
              <a:off x="4757961" y="2653903"/>
              <a:ext cx="3765947"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600" b="0" i="0" u="none" strike="noStrike" cap="none" dirty="0">
                  <a:solidFill>
                    <a:srgbClr val="15213F"/>
                  </a:solidFill>
                  <a:latin typeface="Roboto"/>
                  <a:ea typeface="Roboto"/>
                  <a:cs typeface="Roboto"/>
                  <a:sym typeface="Roboto"/>
                </a:rPr>
                <a:t>Ground AI in your specific documents</a:t>
              </a:r>
              <a:endParaRPr sz="1600" b="0" i="0" u="none" strike="noStrike" cap="none" dirty="0"/>
            </a:p>
          </p:txBody>
        </p:sp>
        <p:sp>
          <p:nvSpPr>
            <p:cNvPr id="522" name="Google Shape;522;p57"/>
            <p:cNvSpPr/>
            <p:nvPr/>
          </p:nvSpPr>
          <p:spPr>
            <a:xfrm>
              <a:off x="620092" y="3224287"/>
              <a:ext cx="3758060"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dirty="0">
                  <a:solidFill>
                    <a:srgbClr val="15213F"/>
                  </a:solidFill>
                  <a:latin typeface="Roboto Slab"/>
                  <a:ea typeface="Roboto Slab"/>
                  <a:cs typeface="Roboto Slab"/>
                  <a:sym typeface="Roboto Slab"/>
                </a:rPr>
                <a:t>3. Temperature Control</a:t>
              </a:r>
              <a:endParaRPr sz="1800" b="0" i="0" u="none" strike="noStrike" cap="none" dirty="0"/>
            </a:p>
          </p:txBody>
        </p:sp>
        <p:sp>
          <p:nvSpPr>
            <p:cNvPr id="523" name="Google Shape;523;p57"/>
            <p:cNvSpPr/>
            <p:nvPr/>
          </p:nvSpPr>
          <p:spPr>
            <a:xfrm>
              <a:off x="620092" y="3531245"/>
              <a:ext cx="3765947"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600" b="0" i="0" u="none" strike="noStrike" cap="none" dirty="0">
                  <a:solidFill>
                    <a:srgbClr val="15213F"/>
                  </a:solidFill>
                  <a:latin typeface="Roboto"/>
                  <a:ea typeface="Roboto"/>
                  <a:cs typeface="Roboto"/>
                  <a:sym typeface="Roboto"/>
                </a:rPr>
                <a:t>Reduce randomness for technical tasks</a:t>
              </a:r>
              <a:endParaRPr sz="1600" b="0" i="0" u="none" strike="noStrike" cap="none" dirty="0"/>
            </a:p>
          </p:txBody>
        </p:sp>
        <p:sp>
          <p:nvSpPr>
            <p:cNvPr id="525" name="Google Shape;525;p57"/>
            <p:cNvSpPr/>
            <p:nvPr/>
          </p:nvSpPr>
          <p:spPr>
            <a:xfrm>
              <a:off x="4757961" y="3224287"/>
              <a:ext cx="310587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15213F"/>
                </a:buClr>
                <a:buSzPts val="1400"/>
                <a:buFont typeface="Roboto Slab"/>
                <a:buNone/>
              </a:pPr>
              <a:r>
                <a:rPr lang="en-GB" sz="1800" b="0" i="0" u="none" strike="noStrike" cap="none" dirty="0">
                  <a:solidFill>
                    <a:srgbClr val="15213F"/>
                  </a:solidFill>
                  <a:latin typeface="Roboto Slab"/>
                  <a:ea typeface="Roboto Slab"/>
                  <a:cs typeface="Roboto Slab"/>
                  <a:sym typeface="Roboto Slab"/>
                </a:rPr>
                <a:t>4. Chain-of-Thought</a:t>
              </a:r>
              <a:endParaRPr sz="1800" b="0" i="0" u="none" strike="noStrike" cap="none" dirty="0"/>
            </a:p>
          </p:txBody>
        </p:sp>
        <p:sp>
          <p:nvSpPr>
            <p:cNvPr id="526" name="Google Shape;526;p57"/>
            <p:cNvSpPr/>
            <p:nvPr/>
          </p:nvSpPr>
          <p:spPr>
            <a:xfrm>
              <a:off x="4757961" y="3531245"/>
              <a:ext cx="3765947"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15213F"/>
                </a:buClr>
                <a:buSzPts val="1000"/>
                <a:buFont typeface="Roboto"/>
                <a:buNone/>
              </a:pPr>
              <a:r>
                <a:rPr lang="en-GB" sz="1600" b="0" i="0" u="none" strike="noStrike" cap="none">
                  <a:solidFill>
                    <a:srgbClr val="15213F"/>
                  </a:solidFill>
                  <a:latin typeface="Roboto"/>
                  <a:ea typeface="Roboto"/>
                  <a:cs typeface="Roboto"/>
                  <a:sym typeface="Roboto"/>
                </a:rPr>
                <a:t>Force step-by-step reasoning</a:t>
              </a:r>
              <a:endParaRPr sz="1600" b="0" i="0" u="none" strike="noStrike" cap="none"/>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8"/>
          <p:cNvSpPr/>
          <p:nvPr/>
        </p:nvSpPr>
        <p:spPr>
          <a:xfrm>
            <a:off x="421267" y="217293"/>
            <a:ext cx="4793159"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dirty="0">
                <a:solidFill>
                  <a:srgbClr val="3257B8"/>
                </a:solidFill>
                <a:latin typeface="Roboto Slab"/>
                <a:ea typeface="Roboto Slab"/>
                <a:cs typeface="Roboto Slab"/>
                <a:sym typeface="Roboto Slab"/>
              </a:rPr>
              <a:t>Technique 1: Explicit Constraints</a:t>
            </a:r>
            <a:endParaRPr sz="2400" b="0" i="0" u="none" strike="noStrike" cap="none" dirty="0"/>
          </a:p>
        </p:txBody>
      </p:sp>
      <p:grpSp>
        <p:nvGrpSpPr>
          <p:cNvPr id="3" name="Group 2">
            <a:extLst>
              <a:ext uri="{FF2B5EF4-FFF2-40B4-BE49-F238E27FC236}">
                <a16:creationId xmlns:a16="http://schemas.microsoft.com/office/drawing/2014/main" id="{866BECCE-5B21-A331-E943-9EA177BEA5C2}"/>
              </a:ext>
            </a:extLst>
          </p:cNvPr>
          <p:cNvGrpSpPr/>
          <p:nvPr/>
        </p:nvGrpSpPr>
        <p:grpSpPr>
          <a:xfrm>
            <a:off x="491356" y="883524"/>
            <a:ext cx="8161288" cy="2904892"/>
            <a:chOff x="491356" y="1652290"/>
            <a:chExt cx="8161288" cy="1708620"/>
          </a:xfrm>
        </p:grpSpPr>
        <p:sp>
          <p:nvSpPr>
            <p:cNvPr id="533" name="Google Shape;533;p58"/>
            <p:cNvSpPr/>
            <p:nvPr/>
          </p:nvSpPr>
          <p:spPr>
            <a:xfrm>
              <a:off x="496119" y="1652290"/>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FF0000"/>
                </a:buClr>
                <a:buSzPts val="1400"/>
                <a:buFont typeface="Roboto Slab"/>
                <a:buNone/>
              </a:pPr>
              <a:r>
                <a:rPr lang="en-GB" sz="1400" b="0" i="0" u="none" strike="noStrike" cap="none" dirty="0">
                  <a:solidFill>
                    <a:srgbClr val="FF0000"/>
                  </a:solidFill>
                  <a:latin typeface="Roboto Slab"/>
                  <a:ea typeface="Roboto Slab"/>
                  <a:cs typeface="Roboto Slab"/>
                  <a:sym typeface="Roboto Slab"/>
                </a:rPr>
                <a:t>Without Constraint:</a:t>
              </a:r>
              <a:endParaRPr sz="1400" b="0" i="0" u="none" strike="noStrike" cap="none" dirty="0"/>
            </a:p>
          </p:txBody>
        </p:sp>
        <p:sp>
          <p:nvSpPr>
            <p:cNvPr id="534" name="Google Shape;534;p58"/>
            <p:cNvSpPr/>
            <p:nvPr/>
          </p:nvSpPr>
          <p:spPr>
            <a:xfrm>
              <a:off x="496119" y="2008807"/>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"What is the tensile strength of PLA/graphene?"</a:t>
              </a:r>
              <a:endParaRPr sz="1600" b="0" i="0" u="none" strike="noStrike" cap="none" dirty="0"/>
            </a:p>
          </p:txBody>
        </p:sp>
        <p:sp>
          <p:nvSpPr>
            <p:cNvPr id="535" name="Google Shape;535;p58"/>
            <p:cNvSpPr/>
            <p:nvPr/>
          </p:nvSpPr>
          <p:spPr>
            <a:xfrm>
              <a:off x="491356" y="2799381"/>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dirty="0">
                  <a:solidFill>
                    <a:srgbClr val="15213F"/>
                  </a:solidFill>
                  <a:latin typeface="Roboto"/>
                  <a:ea typeface="Roboto"/>
                  <a:cs typeface="Roboto"/>
                  <a:sym typeface="Roboto"/>
                </a:rPr>
                <a:t>→ AI generates plausible number (may be wrong)</a:t>
              </a:r>
              <a:endParaRPr sz="1600" b="0" i="0" u="none" strike="noStrike" cap="none" dirty="0"/>
            </a:p>
          </p:txBody>
        </p:sp>
        <p:sp>
          <p:nvSpPr>
            <p:cNvPr id="536" name="Google Shape;536;p58"/>
            <p:cNvSpPr/>
            <p:nvPr/>
          </p:nvSpPr>
          <p:spPr>
            <a:xfrm>
              <a:off x="4728046" y="1652290"/>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AA00"/>
                </a:buClr>
                <a:buSzPts val="1400"/>
                <a:buFont typeface="Roboto Slab"/>
                <a:buNone/>
              </a:pPr>
              <a:r>
                <a:rPr lang="en-GB" sz="1400" b="0" i="0" u="none" strike="noStrike" cap="none">
                  <a:solidFill>
                    <a:srgbClr val="00AA00"/>
                  </a:solidFill>
                  <a:latin typeface="Roboto Slab"/>
                  <a:ea typeface="Roboto Slab"/>
                  <a:cs typeface="Roboto Slab"/>
                  <a:sym typeface="Roboto Slab"/>
                </a:rPr>
                <a:t>With Constraint:</a:t>
              </a:r>
              <a:endParaRPr sz="1400" b="0" i="0" u="none" strike="noStrike" cap="none"/>
            </a:p>
          </p:txBody>
        </p:sp>
        <p:sp>
          <p:nvSpPr>
            <p:cNvPr id="537" name="Google Shape;537;p58"/>
            <p:cNvSpPr/>
            <p:nvPr/>
          </p:nvSpPr>
          <p:spPr>
            <a:xfrm>
              <a:off x="4728046" y="2008807"/>
              <a:ext cx="3924598" cy="99238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a:solidFill>
                    <a:srgbClr val="15213F"/>
                  </a:solidFill>
                  <a:latin typeface="Roboto"/>
                  <a:ea typeface="Roboto"/>
                  <a:cs typeface="Roboto"/>
                  <a:sym typeface="Roboto"/>
                </a:rPr>
                <a:t>"Based ONLY on attached papers, extract tensile strength. If no value reported, respond 'Not reported in provided sources.' Do NOT estimate or use external knowledge."</a:t>
              </a:r>
              <a:endParaRPr sz="1600" b="0" i="0" u="none" strike="noStrike" cap="none"/>
            </a:p>
          </p:txBody>
        </p:sp>
        <p:sp>
          <p:nvSpPr>
            <p:cNvPr id="538" name="Google Shape;538;p58"/>
            <p:cNvSpPr/>
            <p:nvPr/>
          </p:nvSpPr>
          <p:spPr>
            <a:xfrm>
              <a:off x="4728046" y="3112814"/>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0" i="0" u="none" strike="noStrike" cap="none">
                  <a:solidFill>
                    <a:srgbClr val="15213F"/>
                  </a:solidFill>
                  <a:latin typeface="Roboto"/>
                  <a:ea typeface="Roboto"/>
                  <a:cs typeface="Roboto"/>
                  <a:sym typeface="Roboto"/>
                </a:rPr>
                <a:t>→ AI admits ignorance instead of guessing</a:t>
              </a:r>
              <a:endParaRPr sz="1600" b="0" i="0" u="none" strike="noStrike" cap="none"/>
            </a:p>
          </p:txBody>
        </p:sp>
      </p:grpSp>
      <p:grpSp>
        <p:nvGrpSpPr>
          <p:cNvPr id="2" name="Group 1">
            <a:extLst>
              <a:ext uri="{FF2B5EF4-FFF2-40B4-BE49-F238E27FC236}">
                <a16:creationId xmlns:a16="http://schemas.microsoft.com/office/drawing/2014/main" id="{A86DB5F1-DD02-F33C-72D5-057CD7E6D593}"/>
              </a:ext>
            </a:extLst>
          </p:cNvPr>
          <p:cNvGrpSpPr/>
          <p:nvPr/>
        </p:nvGrpSpPr>
        <p:grpSpPr>
          <a:xfrm>
            <a:off x="491356" y="4076733"/>
            <a:ext cx="8151763" cy="576634"/>
            <a:chOff x="496119" y="3726768"/>
            <a:chExt cx="8151763" cy="576634"/>
          </a:xfrm>
        </p:grpSpPr>
        <p:sp>
          <p:nvSpPr>
            <p:cNvPr id="539" name="Google Shape;539;p58"/>
            <p:cNvSpPr/>
            <p:nvPr/>
          </p:nvSpPr>
          <p:spPr>
            <a:xfrm>
              <a:off x="496119" y="3726768"/>
              <a:ext cx="8151763" cy="576634"/>
            </a:xfrm>
            <a:prstGeom prst="roundRect">
              <a:avLst>
                <a:gd name="adj" fmla="val 3227"/>
              </a:avLst>
            </a:prstGeom>
            <a:solidFill>
              <a:srgbClr val="C3CFEF"/>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540" name="Google Shape;540;p58" descr="preencoded.png"/>
            <p:cNvPicPr preferRelativeResize="0"/>
            <p:nvPr/>
          </p:nvPicPr>
          <p:blipFill rotWithShape="1">
            <a:blip r:embed="rId3">
              <a:alphaModFix/>
            </a:blip>
            <a:srcRect/>
            <a:stretch/>
          </p:blipFill>
          <p:spPr>
            <a:xfrm>
              <a:off x="620093" y="3913607"/>
              <a:ext cx="193774" cy="155004"/>
            </a:xfrm>
            <a:prstGeom prst="rect">
              <a:avLst/>
            </a:prstGeom>
            <a:noFill/>
            <a:ln>
              <a:noFill/>
            </a:ln>
          </p:spPr>
        </p:pic>
        <p:sp>
          <p:nvSpPr>
            <p:cNvPr id="541" name="Google Shape;541;p58"/>
            <p:cNvSpPr/>
            <p:nvPr/>
          </p:nvSpPr>
          <p:spPr>
            <a:xfrm>
              <a:off x="937841" y="3766989"/>
              <a:ext cx="758606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000000"/>
                </a:buClr>
                <a:buSzPts val="1200"/>
                <a:buFont typeface="Roboto"/>
                <a:buNone/>
              </a:pPr>
              <a:r>
                <a:rPr lang="en-GB" sz="1600" b="1" i="0" u="none" strike="noStrike" cap="none" dirty="0">
                  <a:solidFill>
                    <a:srgbClr val="000000"/>
                  </a:solidFill>
                  <a:latin typeface="Roboto"/>
                  <a:ea typeface="Roboto"/>
                  <a:cs typeface="Roboto"/>
                  <a:sym typeface="Roboto"/>
                </a:rPr>
                <a:t>Key Phrase:</a:t>
              </a:r>
              <a:r>
                <a:rPr lang="en-GB" sz="1600" b="0" i="0" u="none" strike="noStrike" cap="none" dirty="0">
                  <a:solidFill>
                    <a:srgbClr val="000000"/>
                  </a:solidFill>
                  <a:latin typeface="Roboto"/>
                  <a:ea typeface="Roboto"/>
                  <a:cs typeface="Roboto"/>
                  <a:sym typeface="Roboto"/>
                </a:rPr>
                <a:t> </a:t>
              </a:r>
              <a:r>
                <a:rPr lang="en-GB" sz="1600" b="0" i="0" u="none" strike="noStrike" cap="none" dirty="0">
                  <a:solidFill>
                    <a:srgbClr val="3257B8"/>
                  </a:solidFill>
                  <a:latin typeface="Roboto"/>
                  <a:ea typeface="Roboto"/>
                  <a:cs typeface="Roboto"/>
                  <a:sym typeface="Roboto"/>
                </a:rPr>
                <a:t>"If unknown, state 'Not reported' do not estimate"</a:t>
              </a:r>
              <a:endParaRPr sz="1600" b="0" i="0" u="none" strike="noStrike" cap="none"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9"/>
          <p:cNvSpPr/>
          <p:nvPr/>
        </p:nvSpPr>
        <p:spPr>
          <a:xfrm>
            <a:off x="638547" y="299814"/>
            <a:ext cx="6729487" cy="34007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3257B8"/>
              </a:buClr>
              <a:buSzPts val="2100"/>
              <a:buFont typeface="Roboto Slab"/>
              <a:buNone/>
            </a:pPr>
            <a:r>
              <a:rPr lang="en-GB" sz="2100" b="0" i="0" u="none" strike="noStrike" cap="none">
                <a:solidFill>
                  <a:srgbClr val="3257B8"/>
                </a:solidFill>
                <a:latin typeface="Roboto Slab"/>
                <a:ea typeface="Roboto Slab"/>
                <a:cs typeface="Roboto Slab"/>
                <a:sym typeface="Roboto Slab"/>
              </a:rPr>
              <a:t>Technique 2: RAG (Retrieval-Augmented Generation)</a:t>
            </a:r>
            <a:endParaRPr sz="2100" b="0" i="0" u="none" strike="noStrike" cap="none"/>
          </a:p>
        </p:txBody>
      </p:sp>
      <p:sp>
        <p:nvSpPr>
          <p:cNvPr id="548" name="Google Shape;548;p59"/>
          <p:cNvSpPr/>
          <p:nvPr/>
        </p:nvSpPr>
        <p:spPr>
          <a:xfrm>
            <a:off x="638547" y="857473"/>
            <a:ext cx="7866831" cy="217587"/>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15213F"/>
              </a:buClr>
              <a:buSzPts val="1100"/>
              <a:buFont typeface="Roboto"/>
              <a:buNone/>
            </a:pPr>
            <a:r>
              <a:rPr lang="en-GB" b="1" i="0" u="none" strike="noStrike" cap="none" dirty="0">
                <a:solidFill>
                  <a:srgbClr val="15213F"/>
                </a:solidFill>
                <a:latin typeface="Roboto"/>
                <a:ea typeface="Roboto"/>
                <a:cs typeface="Roboto"/>
                <a:sym typeface="Roboto"/>
              </a:rPr>
              <a:t>Problem:</a:t>
            </a:r>
            <a:r>
              <a:rPr lang="en-GB" b="0" i="0" u="none" strike="noStrike" cap="none" dirty="0">
                <a:solidFill>
                  <a:srgbClr val="15213F"/>
                </a:solidFill>
                <a:latin typeface="Roboto"/>
                <a:ea typeface="Roboto"/>
                <a:cs typeface="Roboto"/>
                <a:sym typeface="Roboto"/>
              </a:rPr>
              <a:t> AI's knowledge frozen at training time</a:t>
            </a:r>
            <a:endParaRPr b="0" i="0" u="none" strike="noStrike" cap="none" dirty="0"/>
          </a:p>
        </p:txBody>
      </p:sp>
      <p:sp>
        <p:nvSpPr>
          <p:cNvPr id="549" name="Google Shape;549;p59"/>
          <p:cNvSpPr/>
          <p:nvPr/>
        </p:nvSpPr>
        <p:spPr>
          <a:xfrm>
            <a:off x="638547" y="1197471"/>
            <a:ext cx="7866831" cy="217587"/>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15213F"/>
              </a:buClr>
              <a:buSzPts val="1100"/>
              <a:buFont typeface="Roboto"/>
              <a:buNone/>
            </a:pPr>
            <a:r>
              <a:rPr lang="en-GB" b="1" i="0" u="none" strike="noStrike" cap="none">
                <a:solidFill>
                  <a:srgbClr val="15213F"/>
                </a:solidFill>
                <a:latin typeface="Roboto"/>
                <a:ea typeface="Roboto"/>
                <a:cs typeface="Roboto"/>
                <a:sym typeface="Roboto"/>
              </a:rPr>
              <a:t>Solution:</a:t>
            </a:r>
            <a:r>
              <a:rPr lang="en-GB" b="0" i="0" u="none" strike="noStrike" cap="none">
                <a:solidFill>
                  <a:srgbClr val="15213F"/>
                </a:solidFill>
                <a:latin typeface="Roboto"/>
                <a:ea typeface="Roboto"/>
                <a:cs typeface="Roboto"/>
                <a:sym typeface="Roboto"/>
              </a:rPr>
              <a:t> Give AI access to YOUR documents</a:t>
            </a:r>
            <a:endParaRPr b="0" i="0" u="none" strike="noStrike" cap="none"/>
          </a:p>
        </p:txBody>
      </p:sp>
      <p:sp>
        <p:nvSpPr>
          <p:cNvPr id="550" name="Google Shape;550;p59"/>
          <p:cNvSpPr/>
          <p:nvPr/>
        </p:nvSpPr>
        <p:spPr>
          <a:xfrm>
            <a:off x="638547" y="1578248"/>
            <a:ext cx="2176537" cy="272058"/>
          </a:xfrm>
          <a:prstGeom prst="rect">
            <a:avLst/>
          </a:prstGeom>
          <a:noFill/>
          <a:ln>
            <a:noFill/>
          </a:ln>
        </p:spPr>
        <p:txBody>
          <a:bodyPr spcFirstLastPara="1" wrap="square" lIns="0" tIns="0" rIns="0" bIns="0" anchor="t" anchorCtr="0">
            <a:noAutofit/>
          </a:bodyPr>
          <a:lstStyle/>
          <a:p>
            <a:pPr marL="0" marR="0" lvl="0" indent="0" algn="l" rtl="0">
              <a:lnSpc>
                <a:spcPct val="125925"/>
              </a:lnSpc>
              <a:spcBef>
                <a:spcPts val="0"/>
              </a:spcBef>
              <a:spcAft>
                <a:spcPts val="0"/>
              </a:spcAft>
              <a:buClr>
                <a:srgbClr val="3257B8"/>
              </a:buClr>
              <a:buSzPts val="1700"/>
              <a:buFont typeface="Roboto Slab"/>
              <a:buNone/>
            </a:pPr>
            <a:r>
              <a:rPr lang="en-GB" sz="1700" b="0" i="0" u="none" strike="noStrike" cap="none">
                <a:solidFill>
                  <a:srgbClr val="3257B8"/>
                </a:solidFill>
                <a:latin typeface="Roboto Slab"/>
                <a:ea typeface="Roboto Slab"/>
                <a:cs typeface="Roboto Slab"/>
                <a:sym typeface="Roboto Slab"/>
              </a:rPr>
              <a:t>How RAG Works:</a:t>
            </a:r>
            <a:endParaRPr sz="1700" b="0" i="0" u="none" strike="noStrike" cap="none"/>
          </a:p>
        </p:txBody>
      </p:sp>
      <p:pic>
        <p:nvPicPr>
          <p:cNvPr id="551" name="Google Shape;551;p59" descr="preencoded.png"/>
          <p:cNvPicPr preferRelativeResize="0"/>
          <p:nvPr/>
        </p:nvPicPr>
        <p:blipFill rotWithShape="1">
          <a:blip r:embed="rId3">
            <a:alphaModFix/>
          </a:blip>
          <a:srcRect/>
          <a:stretch/>
        </p:blipFill>
        <p:spPr>
          <a:xfrm>
            <a:off x="638547" y="2013496"/>
            <a:ext cx="2622277" cy="435248"/>
          </a:xfrm>
          <a:prstGeom prst="rect">
            <a:avLst/>
          </a:prstGeom>
          <a:noFill/>
          <a:ln>
            <a:noFill/>
          </a:ln>
        </p:spPr>
      </p:pic>
      <p:pic>
        <p:nvPicPr>
          <p:cNvPr id="554" name="Google Shape;554;p59" descr="preencoded.png"/>
          <p:cNvPicPr preferRelativeResize="0"/>
          <p:nvPr/>
        </p:nvPicPr>
        <p:blipFill rotWithShape="1">
          <a:blip r:embed="rId4">
            <a:alphaModFix/>
          </a:blip>
          <a:srcRect/>
          <a:stretch/>
        </p:blipFill>
        <p:spPr>
          <a:xfrm>
            <a:off x="3260824" y="2013496"/>
            <a:ext cx="2622277" cy="435248"/>
          </a:xfrm>
          <a:prstGeom prst="rect">
            <a:avLst/>
          </a:prstGeom>
          <a:noFill/>
          <a:ln>
            <a:noFill/>
          </a:ln>
        </p:spPr>
      </p:pic>
      <p:pic>
        <p:nvPicPr>
          <p:cNvPr id="557" name="Google Shape;557;p59" descr="preencoded.png"/>
          <p:cNvPicPr preferRelativeResize="0"/>
          <p:nvPr/>
        </p:nvPicPr>
        <p:blipFill rotWithShape="1">
          <a:blip r:embed="rId5">
            <a:alphaModFix/>
          </a:blip>
          <a:srcRect/>
          <a:stretch/>
        </p:blipFill>
        <p:spPr>
          <a:xfrm>
            <a:off x="5883101" y="2013496"/>
            <a:ext cx="2622277" cy="435248"/>
          </a:xfrm>
          <a:prstGeom prst="rect">
            <a:avLst/>
          </a:prstGeom>
          <a:noFill/>
          <a:ln>
            <a:noFill/>
          </a:ln>
        </p:spPr>
      </p:pic>
      <p:grpSp>
        <p:nvGrpSpPr>
          <p:cNvPr id="2" name="Group 1">
            <a:extLst>
              <a:ext uri="{FF2B5EF4-FFF2-40B4-BE49-F238E27FC236}">
                <a16:creationId xmlns:a16="http://schemas.microsoft.com/office/drawing/2014/main" id="{2097A606-60B5-09AB-3B10-C01762B258E3}"/>
              </a:ext>
            </a:extLst>
          </p:cNvPr>
          <p:cNvGrpSpPr/>
          <p:nvPr/>
        </p:nvGrpSpPr>
        <p:grpSpPr>
          <a:xfrm>
            <a:off x="747354" y="2557525"/>
            <a:ext cx="7649232" cy="885390"/>
            <a:chOff x="747354" y="2557525"/>
            <a:chExt cx="7649232" cy="409363"/>
          </a:xfrm>
        </p:grpSpPr>
        <p:sp>
          <p:nvSpPr>
            <p:cNvPr id="552" name="Google Shape;552;p59"/>
            <p:cNvSpPr/>
            <p:nvPr/>
          </p:nvSpPr>
          <p:spPr>
            <a:xfrm>
              <a:off x="747354" y="2557525"/>
              <a:ext cx="2373300" cy="170100"/>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15213F"/>
                </a:buClr>
                <a:buSzPts val="1100"/>
                <a:buFont typeface="Roboto Slab"/>
                <a:buNone/>
              </a:pPr>
              <a:r>
                <a:rPr lang="en-GB" b="0" i="0" u="none" strike="noStrike" cap="none" dirty="0">
                  <a:solidFill>
                    <a:srgbClr val="15213F"/>
                  </a:solidFill>
                  <a:latin typeface="Roboto Slab"/>
                  <a:ea typeface="Roboto Slab"/>
                  <a:cs typeface="Roboto Slab"/>
                  <a:sym typeface="Roboto Slab"/>
                </a:rPr>
                <a:t>Create document database</a:t>
              </a:r>
              <a:endParaRPr b="0" i="0" u="none" strike="noStrike" cap="none" dirty="0"/>
            </a:p>
          </p:txBody>
        </p:sp>
        <p:sp>
          <p:nvSpPr>
            <p:cNvPr id="553" name="Google Shape;553;p59"/>
            <p:cNvSpPr/>
            <p:nvPr/>
          </p:nvSpPr>
          <p:spPr>
            <a:xfrm>
              <a:off x="765566" y="2788684"/>
              <a:ext cx="2404800" cy="174000"/>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15213F"/>
                </a:buClr>
                <a:buSzPts val="800"/>
                <a:buFont typeface="Roboto"/>
                <a:buNone/>
              </a:pPr>
              <a:r>
                <a:rPr lang="en-GB" sz="1000" b="0" i="0" u="none" strike="noStrike" cap="none">
                  <a:solidFill>
                    <a:srgbClr val="15213F"/>
                  </a:solidFill>
                  <a:latin typeface="Roboto"/>
                  <a:ea typeface="Roboto"/>
                  <a:cs typeface="Roboto"/>
                  <a:sym typeface="Roboto"/>
                </a:rPr>
                <a:t>(your papers/protocols)</a:t>
              </a:r>
              <a:endParaRPr sz="1000" b="0" i="0" u="none" strike="noStrike" cap="none"/>
            </a:p>
          </p:txBody>
        </p:sp>
        <p:sp>
          <p:nvSpPr>
            <p:cNvPr id="555" name="Google Shape;555;p59"/>
            <p:cNvSpPr/>
            <p:nvPr/>
          </p:nvSpPr>
          <p:spPr>
            <a:xfrm>
              <a:off x="3369626" y="2557525"/>
              <a:ext cx="2404800" cy="170100"/>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15213F"/>
                </a:buClr>
                <a:buSzPts val="1100"/>
                <a:buFont typeface="Roboto Slab"/>
                <a:buNone/>
              </a:pPr>
              <a:r>
                <a:rPr lang="en-GB" b="0" i="0" u="none" strike="noStrike" cap="none">
                  <a:solidFill>
                    <a:srgbClr val="15213F"/>
                  </a:solidFill>
                  <a:latin typeface="Roboto Slab"/>
                  <a:ea typeface="Roboto Slab"/>
                  <a:cs typeface="Roboto Slab"/>
                  <a:sym typeface="Roboto Slab"/>
                </a:rPr>
                <a:t>Query retrieves relevant chunks</a:t>
              </a:r>
              <a:endParaRPr b="0" i="0" u="none" strike="noStrike" cap="none"/>
            </a:p>
          </p:txBody>
        </p:sp>
        <p:sp>
          <p:nvSpPr>
            <p:cNvPr id="556" name="Google Shape;556;p59"/>
            <p:cNvSpPr/>
            <p:nvPr/>
          </p:nvSpPr>
          <p:spPr>
            <a:xfrm>
              <a:off x="3369617" y="2792834"/>
              <a:ext cx="2404691" cy="174054"/>
            </a:xfrm>
            <a:prstGeom prst="rect">
              <a:avLst/>
            </a:prstGeom>
            <a:noFill/>
            <a:ln>
              <a:noFill/>
            </a:ln>
          </p:spPr>
          <p:txBody>
            <a:bodyPr spcFirstLastPara="1" wrap="square" lIns="0" tIns="0" rIns="0" bIns="0" anchor="t" anchorCtr="0">
              <a:noAutofit/>
            </a:bodyPr>
            <a:lstStyle/>
            <a:p>
              <a:pPr marL="0" marR="0" lvl="0" indent="0" algn="l" rtl="0">
                <a:lnSpc>
                  <a:spcPct val="159259"/>
                </a:lnSpc>
                <a:spcBef>
                  <a:spcPts val="0"/>
                </a:spcBef>
                <a:spcAft>
                  <a:spcPts val="0"/>
                </a:spcAft>
                <a:buClr>
                  <a:srgbClr val="15213F"/>
                </a:buClr>
                <a:buSzPts val="800"/>
                <a:buFont typeface="Roboto"/>
                <a:buNone/>
              </a:pPr>
              <a:r>
                <a:rPr lang="en-GB" sz="1000" b="0" i="0" u="none" strike="noStrike" cap="none">
                  <a:solidFill>
                    <a:srgbClr val="15213F"/>
                  </a:solidFill>
                  <a:latin typeface="Roboto"/>
                  <a:ea typeface="Roboto"/>
                  <a:cs typeface="Roboto"/>
                  <a:sym typeface="Roboto"/>
                </a:rPr>
                <a:t>automatically</a:t>
              </a:r>
              <a:endParaRPr sz="1000" b="0" i="0" u="none" strike="noStrike" cap="none"/>
            </a:p>
          </p:txBody>
        </p:sp>
        <p:sp>
          <p:nvSpPr>
            <p:cNvPr id="558" name="Google Shape;558;p59"/>
            <p:cNvSpPr/>
            <p:nvPr/>
          </p:nvSpPr>
          <p:spPr>
            <a:xfrm>
              <a:off x="5991895" y="2557537"/>
              <a:ext cx="2404691" cy="340072"/>
            </a:xfrm>
            <a:prstGeom prst="rect">
              <a:avLst/>
            </a:prstGeom>
            <a:noFill/>
            <a:ln>
              <a:noFill/>
            </a:ln>
          </p:spPr>
          <p:txBody>
            <a:bodyPr spcFirstLastPara="1" wrap="square" lIns="0" tIns="0" rIns="0" bIns="0" anchor="t" anchorCtr="0">
              <a:noAutofit/>
            </a:bodyPr>
            <a:lstStyle/>
            <a:p>
              <a:pPr marL="0" marR="0" lvl="0" indent="0" algn="l" rtl="0">
                <a:lnSpc>
                  <a:spcPct val="123529"/>
                </a:lnSpc>
                <a:spcBef>
                  <a:spcPts val="0"/>
                </a:spcBef>
                <a:spcAft>
                  <a:spcPts val="0"/>
                </a:spcAft>
                <a:buClr>
                  <a:srgbClr val="15213F"/>
                </a:buClr>
                <a:buSzPts val="1100"/>
                <a:buFont typeface="Roboto Slab"/>
                <a:buNone/>
              </a:pPr>
              <a:r>
                <a:rPr lang="en-GB" b="0" i="0" u="none" strike="noStrike" cap="none">
                  <a:solidFill>
                    <a:srgbClr val="15213F"/>
                  </a:solidFill>
                  <a:latin typeface="Roboto Slab"/>
                  <a:ea typeface="Roboto Slab"/>
                  <a:cs typeface="Roboto Slab"/>
                  <a:sym typeface="Roboto Slab"/>
                </a:rPr>
                <a:t>AI generates using ONLY those chunks</a:t>
              </a:r>
              <a:endParaRPr b="0" i="0" u="none" strike="noStrike" cap="none"/>
            </a:p>
          </p:txBody>
        </p:sp>
      </p:grpSp>
      <p:sp>
        <p:nvSpPr>
          <p:cNvPr id="559" name="Google Shape;559;p59"/>
          <p:cNvSpPr/>
          <p:nvPr/>
        </p:nvSpPr>
        <p:spPr>
          <a:xfrm>
            <a:off x="377953" y="3350341"/>
            <a:ext cx="1893016" cy="92574"/>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3257B8"/>
              </a:buClr>
              <a:buSzPts val="1300"/>
              <a:buFont typeface="Roboto Slab"/>
              <a:buNone/>
            </a:pPr>
            <a:r>
              <a:rPr lang="en-GB" sz="1300" b="0" i="0" u="none" strike="noStrike" cap="none" dirty="0">
                <a:solidFill>
                  <a:srgbClr val="3257B8"/>
                </a:solidFill>
                <a:latin typeface="Roboto Slab"/>
                <a:ea typeface="Roboto Slab"/>
                <a:cs typeface="Roboto Slab"/>
                <a:sym typeface="Roboto Slab"/>
              </a:rPr>
              <a:t>Example:</a:t>
            </a:r>
            <a:endParaRPr sz="1300" b="0" i="0" u="none" strike="noStrike" cap="none" dirty="0"/>
          </a:p>
        </p:txBody>
      </p:sp>
      <p:sp>
        <p:nvSpPr>
          <p:cNvPr id="560" name="Google Shape;560;p59"/>
          <p:cNvSpPr/>
          <p:nvPr/>
        </p:nvSpPr>
        <p:spPr>
          <a:xfrm>
            <a:off x="638547" y="3539429"/>
            <a:ext cx="7866831" cy="217587"/>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15213F"/>
              </a:buClr>
              <a:buSzPts val="1100"/>
              <a:buFont typeface="Roboto"/>
              <a:buNone/>
            </a:pPr>
            <a:r>
              <a:rPr lang="en-GB" b="1" i="0" u="none" strike="noStrike" cap="none" dirty="0">
                <a:solidFill>
                  <a:srgbClr val="15213F"/>
                </a:solidFill>
                <a:latin typeface="Roboto"/>
                <a:ea typeface="Roboto"/>
                <a:cs typeface="Roboto"/>
                <a:sym typeface="Roboto"/>
              </a:rPr>
              <a:t>You:</a:t>
            </a:r>
            <a:r>
              <a:rPr lang="en-GB" b="0" i="0" u="none" strike="noStrike" cap="none" dirty="0">
                <a:solidFill>
                  <a:srgbClr val="15213F"/>
                </a:solidFill>
                <a:latin typeface="Roboto"/>
                <a:ea typeface="Roboto"/>
                <a:cs typeface="Roboto"/>
                <a:sym typeface="Roboto"/>
              </a:rPr>
              <a:t> "What temperature did Zhang use?"</a:t>
            </a:r>
            <a:endParaRPr b="0" i="0" u="none" strike="noStrike" cap="none" dirty="0"/>
          </a:p>
        </p:txBody>
      </p:sp>
      <p:sp>
        <p:nvSpPr>
          <p:cNvPr id="561" name="Google Shape;561;p59"/>
          <p:cNvSpPr/>
          <p:nvPr/>
        </p:nvSpPr>
        <p:spPr>
          <a:xfrm>
            <a:off x="638547" y="3879426"/>
            <a:ext cx="7866831" cy="217587"/>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15213F"/>
              </a:buClr>
              <a:buSzPts val="1100"/>
              <a:buFont typeface="Roboto"/>
              <a:buNone/>
            </a:pPr>
            <a:r>
              <a:rPr lang="en-GB" b="1" i="0" u="none" strike="noStrike" cap="none" dirty="0">
                <a:solidFill>
                  <a:srgbClr val="15213F"/>
                </a:solidFill>
                <a:latin typeface="Roboto"/>
                <a:ea typeface="Roboto"/>
                <a:cs typeface="Roboto"/>
                <a:sym typeface="Roboto"/>
              </a:rPr>
              <a:t>RAG:</a:t>
            </a:r>
            <a:r>
              <a:rPr lang="en-GB" b="0" i="0" u="none" strike="noStrike" cap="none" dirty="0">
                <a:solidFill>
                  <a:srgbClr val="15213F"/>
                </a:solidFill>
                <a:latin typeface="Roboto"/>
                <a:ea typeface="Roboto"/>
                <a:cs typeface="Roboto"/>
                <a:sym typeface="Roboto"/>
              </a:rPr>
              <a:t> [Retrieves Zhang paper, Section 3.2]</a:t>
            </a:r>
            <a:endParaRPr b="0" i="0" u="none" strike="noStrike" cap="none" dirty="0"/>
          </a:p>
        </p:txBody>
      </p:sp>
      <p:sp>
        <p:nvSpPr>
          <p:cNvPr id="562" name="Google Shape;562;p59"/>
          <p:cNvSpPr/>
          <p:nvPr/>
        </p:nvSpPr>
        <p:spPr>
          <a:xfrm>
            <a:off x="638547" y="4219424"/>
            <a:ext cx="7866831" cy="217587"/>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15213F"/>
              </a:buClr>
              <a:buSzPts val="1100"/>
              <a:buFont typeface="Roboto"/>
              <a:buNone/>
            </a:pPr>
            <a:r>
              <a:rPr lang="en-GB" b="1" i="0" u="none" strike="noStrike" cap="none" dirty="0">
                <a:solidFill>
                  <a:srgbClr val="15213F"/>
                </a:solidFill>
                <a:latin typeface="Roboto"/>
                <a:ea typeface="Roboto"/>
                <a:cs typeface="Roboto"/>
                <a:sym typeface="Roboto"/>
              </a:rPr>
              <a:t>AI:</a:t>
            </a:r>
            <a:r>
              <a:rPr lang="en-GB" b="0" i="0" u="none" strike="noStrike" cap="none" dirty="0">
                <a:solidFill>
                  <a:srgbClr val="15213F"/>
                </a:solidFill>
                <a:latin typeface="Roboto"/>
                <a:ea typeface="Roboto"/>
                <a:cs typeface="Roboto"/>
                <a:sym typeface="Roboto"/>
              </a:rPr>
              <a:t> </a:t>
            </a:r>
            <a:r>
              <a:rPr lang="en-GB" b="0" i="0" u="none" strike="noStrike" cap="none" dirty="0">
                <a:solidFill>
                  <a:srgbClr val="3257B8"/>
                </a:solidFill>
                <a:latin typeface="Roboto"/>
                <a:ea typeface="Roboto"/>
                <a:cs typeface="Roboto"/>
                <a:sym typeface="Roboto"/>
              </a:rPr>
              <a:t>"Zhang used 23±2°C (Section 3.2, p.8)"</a:t>
            </a:r>
            <a:endParaRPr b="0" i="0" u="none" strike="noStrike" cap="none" dirty="0"/>
          </a:p>
        </p:txBody>
      </p:sp>
      <p:sp>
        <p:nvSpPr>
          <p:cNvPr id="563" name="Google Shape;563;p59"/>
          <p:cNvSpPr/>
          <p:nvPr/>
        </p:nvSpPr>
        <p:spPr>
          <a:xfrm>
            <a:off x="638547" y="4626099"/>
            <a:ext cx="7866831" cy="217587"/>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15213F"/>
              </a:buClr>
              <a:buSzPts val="1100"/>
              <a:buFont typeface="Roboto"/>
              <a:buNone/>
            </a:pPr>
            <a:r>
              <a:rPr lang="en-GB" sz="1100" b="1" i="0" u="none" strike="noStrike" cap="none">
                <a:solidFill>
                  <a:srgbClr val="15213F"/>
                </a:solidFill>
                <a:latin typeface="Roboto"/>
                <a:ea typeface="Roboto"/>
                <a:cs typeface="Roboto"/>
                <a:sym typeface="Roboto"/>
              </a:rPr>
              <a:t>Response grounded in actual text you provided</a:t>
            </a:r>
            <a:endParaRPr sz="1100" b="0" i="0" u="none" strike="noStrike" cap="non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60"/>
          <p:cNvSpPr/>
          <p:nvPr/>
        </p:nvSpPr>
        <p:spPr>
          <a:xfrm>
            <a:off x="142551" y="207895"/>
            <a:ext cx="7832973"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dirty="0">
                <a:solidFill>
                  <a:srgbClr val="3257B8"/>
                </a:solidFill>
                <a:latin typeface="Roboto Slab"/>
                <a:ea typeface="Roboto Slab"/>
                <a:cs typeface="Roboto Slab"/>
                <a:sym typeface="Roboto Slab"/>
              </a:rPr>
              <a:t>Technique 3 &amp; 4 - Temperature and Chain-of-Thought</a:t>
            </a:r>
            <a:endParaRPr sz="2400" b="0" i="0" u="none" strike="noStrike" cap="none" dirty="0"/>
          </a:p>
        </p:txBody>
      </p:sp>
      <p:sp>
        <p:nvSpPr>
          <p:cNvPr id="570" name="Google Shape;570;p60"/>
          <p:cNvSpPr/>
          <p:nvPr/>
        </p:nvSpPr>
        <p:spPr>
          <a:xfrm>
            <a:off x="276663" y="1063228"/>
            <a:ext cx="3924598" cy="620167"/>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dirty="0">
                <a:solidFill>
                  <a:srgbClr val="3257B8"/>
                </a:solidFill>
                <a:latin typeface="Roboto Slab"/>
                <a:ea typeface="Roboto Slab"/>
                <a:cs typeface="Roboto Slab"/>
                <a:sym typeface="Roboto Slab"/>
              </a:rPr>
              <a:t>Technique 3: Temperature Control</a:t>
            </a:r>
            <a:endParaRPr sz="1900" b="0" i="0" u="none" strike="noStrike" cap="none" dirty="0"/>
          </a:p>
        </p:txBody>
      </p:sp>
      <p:sp>
        <p:nvSpPr>
          <p:cNvPr id="571" name="Google Shape;571;p60"/>
          <p:cNvSpPr/>
          <p:nvPr/>
        </p:nvSpPr>
        <p:spPr>
          <a:xfrm>
            <a:off x="276663" y="1670968"/>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b="1" i="0" u="none" strike="noStrike" cap="none" dirty="0">
                <a:solidFill>
                  <a:srgbClr val="15213F"/>
                </a:solidFill>
                <a:latin typeface="Roboto"/>
                <a:ea typeface="Roboto"/>
                <a:cs typeface="Roboto"/>
                <a:sym typeface="Roboto"/>
              </a:rPr>
              <a:t>"Temperature" = Randomness in token selection</a:t>
            </a:r>
            <a:endParaRPr b="0" i="0" u="none" strike="noStrike" cap="none" dirty="0"/>
          </a:p>
        </p:txBody>
      </p:sp>
      <p:grpSp>
        <p:nvGrpSpPr>
          <p:cNvPr id="2" name="Group 1">
            <a:extLst>
              <a:ext uri="{FF2B5EF4-FFF2-40B4-BE49-F238E27FC236}">
                <a16:creationId xmlns:a16="http://schemas.microsoft.com/office/drawing/2014/main" id="{88867882-6E87-D33D-7FA7-E33A9A31904B}"/>
              </a:ext>
            </a:extLst>
          </p:cNvPr>
          <p:cNvGrpSpPr/>
          <p:nvPr/>
        </p:nvGrpSpPr>
        <p:grpSpPr>
          <a:xfrm>
            <a:off x="276663" y="2151179"/>
            <a:ext cx="3924598" cy="2784426"/>
            <a:chOff x="496119" y="2753023"/>
            <a:chExt cx="3924598" cy="1327249"/>
          </a:xfrm>
        </p:grpSpPr>
        <p:sp>
          <p:nvSpPr>
            <p:cNvPr id="572" name="Google Shape;572;p60"/>
            <p:cNvSpPr/>
            <p:nvPr/>
          </p:nvSpPr>
          <p:spPr>
            <a:xfrm>
              <a:off x="496119" y="2753023"/>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dirty="0">
                  <a:solidFill>
                    <a:srgbClr val="15213F"/>
                  </a:solidFill>
                  <a:latin typeface="Roboto"/>
                  <a:ea typeface="Roboto"/>
                  <a:cs typeface="Roboto"/>
                  <a:sym typeface="Roboto"/>
                </a:rPr>
                <a:t>Low (0.0-0.3):</a:t>
              </a:r>
              <a:r>
                <a:rPr lang="en-GB" sz="1600" b="0" i="0" u="none" strike="noStrike" cap="none" dirty="0">
                  <a:solidFill>
                    <a:srgbClr val="15213F"/>
                  </a:solidFill>
                  <a:latin typeface="Roboto"/>
                  <a:ea typeface="Roboto"/>
                  <a:cs typeface="Roboto"/>
                  <a:sym typeface="Roboto"/>
                </a:rPr>
                <a:t> Deterministic, conservative, factual</a:t>
              </a:r>
              <a:endParaRPr sz="1600" b="0" i="0" u="none" strike="noStrike" cap="none" dirty="0"/>
            </a:p>
          </p:txBody>
        </p:sp>
        <p:sp>
          <p:nvSpPr>
            <p:cNvPr id="573" name="Google Shape;573;p60"/>
            <p:cNvSpPr/>
            <p:nvPr/>
          </p:nvSpPr>
          <p:spPr>
            <a:xfrm>
              <a:off x="496119" y="3112740"/>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a:solidFill>
                    <a:srgbClr val="15213F"/>
                  </a:solidFill>
                  <a:latin typeface="Roboto"/>
                  <a:ea typeface="Roboto"/>
                  <a:cs typeface="Roboto"/>
                  <a:sym typeface="Roboto"/>
                </a:rPr>
                <a:t>High (0.7-1.0):</a:t>
              </a:r>
              <a:r>
                <a:rPr lang="en-GB" sz="1600" b="0" i="0" u="none" strike="noStrike" cap="none">
                  <a:solidFill>
                    <a:srgbClr val="15213F"/>
                  </a:solidFill>
                  <a:latin typeface="Roboto"/>
                  <a:ea typeface="Roboto"/>
                  <a:cs typeface="Roboto"/>
                  <a:sym typeface="Roboto"/>
                </a:rPr>
                <a:t> Creative, exploratory, risky</a:t>
              </a:r>
              <a:endParaRPr sz="1600" b="0" i="0" u="none" strike="noStrike" cap="none"/>
            </a:p>
          </p:txBody>
        </p:sp>
        <p:sp>
          <p:nvSpPr>
            <p:cNvPr id="574" name="Google Shape;574;p60"/>
            <p:cNvSpPr/>
            <p:nvPr/>
          </p:nvSpPr>
          <p:spPr>
            <a:xfrm>
              <a:off x="496119" y="3472458"/>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3257B8"/>
                </a:buClr>
                <a:buSzPts val="1200"/>
                <a:buFont typeface="Roboto"/>
                <a:buNone/>
              </a:pPr>
              <a:r>
                <a:rPr lang="en-GB" sz="1600" b="1" i="0" u="none" strike="noStrike" cap="none">
                  <a:solidFill>
                    <a:srgbClr val="3257B8"/>
                  </a:solidFill>
                  <a:latin typeface="Roboto"/>
                  <a:ea typeface="Roboto"/>
                  <a:cs typeface="Roboto"/>
                  <a:sym typeface="Roboto"/>
                </a:rPr>
                <a:t>Use Low for:</a:t>
              </a:r>
              <a:r>
                <a:rPr lang="en-GB" sz="1600" b="0" i="0" u="none" strike="noStrike" cap="none">
                  <a:solidFill>
                    <a:srgbClr val="15213F"/>
                  </a:solidFill>
                  <a:latin typeface="Roboto"/>
                  <a:ea typeface="Roboto"/>
                  <a:cs typeface="Roboto"/>
                  <a:sym typeface="Roboto"/>
                </a:rPr>
                <a:t> Data extraction, citations, technical work</a:t>
              </a:r>
              <a:endParaRPr sz="1600" b="0" i="0" u="none" strike="noStrike" cap="none"/>
            </a:p>
          </p:txBody>
        </p:sp>
        <p:sp>
          <p:nvSpPr>
            <p:cNvPr id="575" name="Google Shape;575;p60"/>
            <p:cNvSpPr/>
            <p:nvPr/>
          </p:nvSpPr>
          <p:spPr>
            <a:xfrm>
              <a:off x="496119" y="3832176"/>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a:solidFill>
                    <a:srgbClr val="15213F"/>
                  </a:solidFill>
                  <a:latin typeface="Roboto"/>
                  <a:ea typeface="Roboto"/>
                  <a:cs typeface="Roboto"/>
                  <a:sym typeface="Roboto"/>
                </a:rPr>
                <a:t>Use High for:</a:t>
              </a:r>
              <a:r>
                <a:rPr lang="en-GB" sz="1600" b="0" i="0" u="none" strike="noStrike" cap="none">
                  <a:solidFill>
                    <a:srgbClr val="15213F"/>
                  </a:solidFill>
                  <a:latin typeface="Roboto"/>
                  <a:ea typeface="Roboto"/>
                  <a:cs typeface="Roboto"/>
                  <a:sym typeface="Roboto"/>
                </a:rPr>
                <a:t> Brainstorming, creative tasks</a:t>
              </a:r>
              <a:endParaRPr sz="1600" b="0" i="0" u="none" strike="noStrike" cap="none"/>
            </a:p>
          </p:txBody>
        </p:sp>
      </p:grpSp>
      <p:sp>
        <p:nvSpPr>
          <p:cNvPr id="576" name="Google Shape;576;p60"/>
          <p:cNvSpPr/>
          <p:nvPr/>
        </p:nvSpPr>
        <p:spPr>
          <a:xfrm>
            <a:off x="4728046" y="1029249"/>
            <a:ext cx="3663553"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dirty="0">
                <a:solidFill>
                  <a:srgbClr val="3257B8"/>
                </a:solidFill>
                <a:latin typeface="Roboto Slab"/>
                <a:ea typeface="Roboto Slab"/>
                <a:cs typeface="Roboto Slab"/>
                <a:sym typeface="Roboto Slab"/>
              </a:rPr>
              <a:t>Technique 4: Chain-of-Thought</a:t>
            </a:r>
            <a:endParaRPr sz="1900" b="0" i="0" u="none" strike="noStrike" cap="none" dirty="0"/>
          </a:p>
        </p:txBody>
      </p:sp>
      <p:sp>
        <p:nvSpPr>
          <p:cNvPr id="577" name="Google Shape;577;p60"/>
          <p:cNvSpPr/>
          <p:nvPr/>
        </p:nvSpPr>
        <p:spPr>
          <a:xfrm>
            <a:off x="4728046" y="1661807"/>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b="1" i="0" u="none" strike="noStrike" cap="none" dirty="0">
                <a:solidFill>
                  <a:srgbClr val="15213F"/>
                </a:solidFill>
                <a:latin typeface="Roboto"/>
                <a:ea typeface="Roboto"/>
                <a:cs typeface="Roboto"/>
                <a:sym typeface="Roboto"/>
              </a:rPr>
              <a:t>Force AI to "show its work"</a:t>
            </a:r>
            <a:endParaRPr b="0" i="0" u="none" strike="noStrike" cap="none" dirty="0"/>
          </a:p>
        </p:txBody>
      </p:sp>
      <p:grpSp>
        <p:nvGrpSpPr>
          <p:cNvPr id="3" name="Group 2">
            <a:extLst>
              <a:ext uri="{FF2B5EF4-FFF2-40B4-BE49-F238E27FC236}">
                <a16:creationId xmlns:a16="http://schemas.microsoft.com/office/drawing/2014/main" id="{9825C630-C617-3128-BA07-0280C5342A14}"/>
              </a:ext>
            </a:extLst>
          </p:cNvPr>
          <p:cNvGrpSpPr/>
          <p:nvPr/>
        </p:nvGrpSpPr>
        <p:grpSpPr>
          <a:xfrm>
            <a:off x="4728046" y="2048256"/>
            <a:ext cx="3924598" cy="2887349"/>
            <a:chOff x="4728046" y="2442939"/>
            <a:chExt cx="3924598" cy="1215628"/>
          </a:xfrm>
        </p:grpSpPr>
        <p:sp>
          <p:nvSpPr>
            <p:cNvPr id="578" name="Google Shape;578;p60"/>
            <p:cNvSpPr/>
            <p:nvPr/>
          </p:nvSpPr>
          <p:spPr>
            <a:xfrm>
              <a:off x="4728046" y="2442939"/>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dirty="0">
                  <a:solidFill>
                    <a:srgbClr val="15213F"/>
                  </a:solidFill>
                  <a:latin typeface="Roboto"/>
                  <a:ea typeface="Roboto"/>
                  <a:cs typeface="Roboto"/>
                  <a:sym typeface="Roboto"/>
                </a:rPr>
                <a:t>Instead of:</a:t>
              </a:r>
              <a:r>
                <a:rPr lang="en-GB" sz="1600" b="0" i="0" u="none" strike="noStrike" cap="none" dirty="0">
                  <a:solidFill>
                    <a:srgbClr val="15213F"/>
                  </a:solidFill>
                  <a:latin typeface="Roboto"/>
                  <a:ea typeface="Roboto"/>
                  <a:cs typeface="Roboto"/>
                  <a:sym typeface="Roboto"/>
                </a:rPr>
                <a:t> "Is PLA/graphene aerospace-suitable?"</a:t>
              </a:r>
              <a:endParaRPr sz="1600" b="0" i="0" u="none" strike="noStrike" cap="none" dirty="0"/>
            </a:p>
          </p:txBody>
        </p:sp>
        <p:sp>
          <p:nvSpPr>
            <p:cNvPr id="579" name="Google Shape;579;p60"/>
            <p:cNvSpPr/>
            <p:nvPr/>
          </p:nvSpPr>
          <p:spPr>
            <a:xfrm>
              <a:off x="4728046" y="2802657"/>
              <a:ext cx="3924598" cy="496193"/>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3257B8"/>
                </a:buClr>
                <a:buSzPts val="1200"/>
                <a:buFont typeface="Roboto"/>
                <a:buNone/>
              </a:pPr>
              <a:r>
                <a:rPr lang="en-GB" sz="1600" b="1" i="0" u="none" strike="noStrike" cap="none">
                  <a:solidFill>
                    <a:srgbClr val="3257B8"/>
                  </a:solidFill>
                  <a:latin typeface="Roboto"/>
                  <a:ea typeface="Roboto"/>
                  <a:cs typeface="Roboto"/>
                  <a:sym typeface="Roboto"/>
                </a:rPr>
                <a:t>Use:</a:t>
              </a:r>
              <a:r>
                <a:rPr lang="en-GB" sz="1600" b="0" i="0" u="none" strike="noStrike" cap="none">
                  <a:solidFill>
                    <a:srgbClr val="15213F"/>
                  </a:solidFill>
                  <a:latin typeface="Roboto"/>
                  <a:ea typeface="Roboto"/>
                  <a:cs typeface="Roboto"/>
                  <a:sym typeface="Roboto"/>
                </a:rPr>
                <a:t> "Analyze step-by-step: 1) Requirements? 2) Properties? 3) Match/mismatch? 4) Assessment?"</a:t>
              </a:r>
              <a:endParaRPr sz="1600" b="0" i="0" u="none" strike="noStrike" cap="none"/>
            </a:p>
          </p:txBody>
        </p:sp>
        <p:sp>
          <p:nvSpPr>
            <p:cNvPr id="580" name="Google Shape;580;p60"/>
            <p:cNvSpPr/>
            <p:nvPr/>
          </p:nvSpPr>
          <p:spPr>
            <a:xfrm>
              <a:off x="4728046" y="3410471"/>
              <a:ext cx="3924598"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600" b="1" i="0" u="none" strike="noStrike" cap="none">
                  <a:solidFill>
                    <a:srgbClr val="15213F"/>
                  </a:solidFill>
                  <a:latin typeface="Roboto"/>
                  <a:ea typeface="Roboto"/>
                  <a:cs typeface="Roboto"/>
                  <a:sym typeface="Roboto"/>
                </a:rPr>
                <a:t>Catches reasoning errors early</a:t>
              </a:r>
              <a:endParaRPr sz="1600" b="0" i="0" u="none" strike="noStrike" cap="none"/>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D10E92-391F-0607-6225-77989A48AD5E}"/>
              </a:ext>
            </a:extLst>
          </p:cNvPr>
          <p:cNvSpPr txBox="1"/>
          <p:nvPr/>
        </p:nvSpPr>
        <p:spPr>
          <a:xfrm>
            <a:off x="1034979" y="643095"/>
            <a:ext cx="6722347" cy="707886"/>
          </a:xfrm>
          <a:prstGeom prst="rect">
            <a:avLst/>
          </a:prstGeom>
          <a:noFill/>
        </p:spPr>
        <p:txBody>
          <a:bodyPr wrap="square" rtlCol="0">
            <a:spAutoFit/>
          </a:bodyPr>
          <a:lstStyle/>
          <a:p>
            <a:r>
              <a:rPr lang="en-US" sz="4000"/>
              <a:t>http://192.168.1.183:3000/</a:t>
            </a:r>
            <a:endParaRPr lang="en-US" sz="4000" dirty="0"/>
          </a:p>
        </p:txBody>
      </p:sp>
      <p:sp>
        <p:nvSpPr>
          <p:cNvPr id="3" name="TextBox 2">
            <a:extLst>
              <a:ext uri="{FF2B5EF4-FFF2-40B4-BE49-F238E27FC236}">
                <a16:creationId xmlns:a16="http://schemas.microsoft.com/office/drawing/2014/main" id="{046DC998-131F-B1CA-4215-3F4E27A36AB1}"/>
              </a:ext>
            </a:extLst>
          </p:cNvPr>
          <p:cNvSpPr txBox="1"/>
          <p:nvPr/>
        </p:nvSpPr>
        <p:spPr>
          <a:xfrm>
            <a:off x="1467059" y="2351314"/>
            <a:ext cx="2850460" cy="769441"/>
          </a:xfrm>
          <a:prstGeom prst="rect">
            <a:avLst/>
          </a:prstGeom>
          <a:noFill/>
        </p:spPr>
        <p:txBody>
          <a:bodyPr wrap="none" rtlCol="0">
            <a:spAutoFit/>
          </a:bodyPr>
          <a:lstStyle/>
          <a:p>
            <a:r>
              <a:rPr lang="en-GB" sz="4400" dirty="0" err="1"/>
              <a:t>AmaDema</a:t>
            </a:r>
            <a:endParaRPr lang="en-US" sz="4400" dirty="0"/>
          </a:p>
        </p:txBody>
      </p:sp>
    </p:spTree>
    <p:extLst>
      <p:ext uri="{BB962C8B-B14F-4D97-AF65-F5344CB8AC3E}">
        <p14:creationId xmlns:p14="http://schemas.microsoft.com/office/powerpoint/2010/main" val="3601116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1"/>
          <p:cNvSpPr/>
          <p:nvPr/>
        </p:nvSpPr>
        <p:spPr>
          <a:xfrm>
            <a:off x="200508" y="174910"/>
            <a:ext cx="4560466"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dirty="0">
                <a:solidFill>
                  <a:srgbClr val="3257B8"/>
                </a:solidFill>
                <a:latin typeface="Roboto Slab"/>
                <a:ea typeface="Roboto Slab"/>
                <a:cs typeface="Roboto Slab"/>
                <a:sym typeface="Roboto Slab"/>
              </a:rPr>
              <a:t>Practical Verification Checklist</a:t>
            </a:r>
            <a:endParaRPr sz="2400" b="0" i="0" u="none" strike="noStrike" cap="none" dirty="0"/>
          </a:p>
        </p:txBody>
      </p:sp>
      <p:sp>
        <p:nvSpPr>
          <p:cNvPr id="587" name="Google Shape;587;p61"/>
          <p:cNvSpPr/>
          <p:nvPr/>
        </p:nvSpPr>
        <p:spPr>
          <a:xfrm>
            <a:off x="200508" y="705055"/>
            <a:ext cx="3039666"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dirty="0">
                <a:solidFill>
                  <a:srgbClr val="3257B8"/>
                </a:solidFill>
                <a:latin typeface="Roboto Slab"/>
                <a:ea typeface="Roboto Slab"/>
                <a:cs typeface="Roboto Slab"/>
                <a:sym typeface="Roboto Slab"/>
              </a:rPr>
              <a:t>Before Trusting AI Output:</a:t>
            </a:r>
            <a:endParaRPr sz="1900" b="0" i="0" u="none" strike="noStrike" cap="none" dirty="0"/>
          </a:p>
        </p:txBody>
      </p:sp>
      <p:grpSp>
        <p:nvGrpSpPr>
          <p:cNvPr id="2" name="Group 1">
            <a:extLst>
              <a:ext uri="{FF2B5EF4-FFF2-40B4-BE49-F238E27FC236}">
                <a16:creationId xmlns:a16="http://schemas.microsoft.com/office/drawing/2014/main" id="{2826D308-FCB0-228C-BF7F-365B9838FAE2}"/>
              </a:ext>
            </a:extLst>
          </p:cNvPr>
          <p:cNvGrpSpPr/>
          <p:nvPr/>
        </p:nvGrpSpPr>
        <p:grpSpPr>
          <a:xfrm>
            <a:off x="109728" y="931515"/>
            <a:ext cx="9034271" cy="2241799"/>
            <a:chOff x="496119" y="1467818"/>
            <a:chExt cx="8151763" cy="1705495"/>
          </a:xfrm>
        </p:grpSpPr>
        <p:sp>
          <p:nvSpPr>
            <p:cNvPr id="588" name="Google Shape;588;p61"/>
            <p:cNvSpPr/>
            <p:nvPr/>
          </p:nvSpPr>
          <p:spPr>
            <a:xfrm>
              <a:off x="496119" y="1467818"/>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dirty="0">
                  <a:solidFill>
                    <a:srgbClr val="15213F"/>
                  </a:solidFill>
                  <a:latin typeface="Roboto"/>
                  <a:ea typeface="Roboto"/>
                  <a:cs typeface="Roboto"/>
                  <a:sym typeface="Roboto"/>
                </a:rPr>
                <a:t>Citations are real (DOI resolves, authors match)</a:t>
              </a:r>
              <a:endParaRPr sz="1800" b="0" i="0" u="none" strike="noStrike" cap="none" dirty="0"/>
            </a:p>
          </p:txBody>
        </p:sp>
        <p:sp>
          <p:nvSpPr>
            <p:cNvPr id="589" name="Google Shape;589;p61"/>
            <p:cNvSpPr/>
            <p:nvPr/>
          </p:nvSpPr>
          <p:spPr>
            <a:xfrm>
              <a:off x="496119" y="175929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Numbers are reasonable (within known ranges)</a:t>
              </a:r>
              <a:endParaRPr sz="1800" b="0" i="0" u="none" strike="noStrike" cap="none"/>
            </a:p>
          </p:txBody>
        </p:sp>
        <p:sp>
          <p:nvSpPr>
            <p:cNvPr id="590" name="Google Shape;590;p61"/>
            <p:cNvSpPr/>
            <p:nvPr/>
          </p:nvSpPr>
          <p:spPr>
            <a:xfrm>
              <a:off x="496119" y="205077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Units are correct (MPa not GPa, unless appropriate)</a:t>
              </a:r>
              <a:endParaRPr sz="1800" b="0" i="0" u="none" strike="noStrike" cap="none"/>
            </a:p>
          </p:txBody>
        </p:sp>
        <p:sp>
          <p:nvSpPr>
            <p:cNvPr id="591" name="Google Shape;591;p61"/>
            <p:cNvSpPr/>
            <p:nvPr/>
          </p:nvSpPr>
          <p:spPr>
            <a:xfrm>
              <a:off x="496119" y="234225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Methods exist (no "nano-quantum-XPS" fabrications)</a:t>
              </a:r>
              <a:endParaRPr sz="1800" b="0" i="0" u="none" strike="noStrike" cap="none"/>
            </a:p>
          </p:txBody>
        </p:sp>
        <p:sp>
          <p:nvSpPr>
            <p:cNvPr id="592" name="Google Shape;592;p61"/>
            <p:cNvSpPr/>
            <p:nvPr/>
          </p:nvSpPr>
          <p:spPr>
            <a:xfrm>
              <a:off x="496119" y="263373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Logic is sound (no contradictions)</a:t>
              </a:r>
              <a:endParaRPr sz="1800" b="0" i="0" u="none" strike="noStrike" cap="none"/>
            </a:p>
          </p:txBody>
        </p:sp>
        <p:sp>
          <p:nvSpPr>
            <p:cNvPr id="593" name="Google Shape;593;p61"/>
            <p:cNvSpPr/>
            <p:nvPr/>
          </p:nvSpPr>
          <p:spPr>
            <a:xfrm>
              <a:off x="496119" y="2925217"/>
              <a:ext cx="8151763" cy="248096"/>
            </a:xfrm>
            <a:prstGeom prst="rect">
              <a:avLst/>
            </a:prstGeom>
            <a:noFill/>
            <a:ln>
              <a:noFill/>
            </a:ln>
          </p:spPr>
          <p:txBody>
            <a:bodyPr spcFirstLastPara="1" wrap="square" lIns="0" tIns="0" rIns="0" bIns="0" anchor="t" anchorCtr="0">
              <a:noAutofit/>
            </a:bodyPr>
            <a:lstStyle/>
            <a:p>
              <a:pPr marL="215900" marR="0" lvl="0" indent="-215900" algn="l" rtl="0">
                <a:lnSpc>
                  <a:spcPct val="161290"/>
                </a:lnSpc>
                <a:spcBef>
                  <a:spcPts val="0"/>
                </a:spcBef>
                <a:spcAft>
                  <a:spcPts val="0"/>
                </a:spcAft>
                <a:buClr>
                  <a:srgbClr val="15213F"/>
                </a:buClr>
                <a:buSzPts val="1000"/>
                <a:buFont typeface="Roboto"/>
                <a:buChar char="•"/>
              </a:pPr>
              <a:r>
                <a:rPr lang="en-GB" sz="1800" b="0" i="0" u="none" strike="noStrike" cap="none">
                  <a:solidFill>
                    <a:srgbClr val="15213F"/>
                  </a:solidFill>
                  <a:latin typeface="Roboto"/>
                  <a:ea typeface="Roboto"/>
                  <a:cs typeface="Roboto"/>
                  <a:sym typeface="Roboto"/>
                </a:rPr>
                <a:t>Sources are primary (not vague "studies show...")</a:t>
              </a:r>
              <a:endParaRPr sz="1800" b="0" i="0" u="none" strike="noStrike" cap="none"/>
            </a:p>
          </p:txBody>
        </p:sp>
      </p:grpSp>
      <p:sp>
        <p:nvSpPr>
          <p:cNvPr id="594" name="Google Shape;594;p61"/>
          <p:cNvSpPr/>
          <p:nvPr/>
        </p:nvSpPr>
        <p:spPr>
          <a:xfrm>
            <a:off x="496119" y="3359349"/>
            <a:ext cx="2577480" cy="310083"/>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3257B8"/>
              </a:buClr>
              <a:buSzPts val="1900"/>
              <a:buFont typeface="Roboto Slab"/>
              <a:buNone/>
            </a:pPr>
            <a:r>
              <a:rPr lang="en-GB" sz="1900" b="0" i="0" u="none" strike="noStrike" cap="none">
                <a:solidFill>
                  <a:srgbClr val="3257B8"/>
                </a:solidFill>
                <a:latin typeface="Roboto Slab"/>
                <a:ea typeface="Roboto Slab"/>
                <a:cs typeface="Roboto Slab"/>
                <a:sym typeface="Roboto Slab"/>
              </a:rPr>
              <a:t>Risk-Based Approach:</a:t>
            </a:r>
            <a:endParaRPr sz="1900" b="0" i="0" u="none" strike="noStrike" cap="none"/>
          </a:p>
        </p:txBody>
      </p:sp>
      <p:sp>
        <p:nvSpPr>
          <p:cNvPr id="595" name="Google Shape;595;p61"/>
          <p:cNvSpPr/>
          <p:nvPr/>
        </p:nvSpPr>
        <p:spPr>
          <a:xfrm>
            <a:off x="496119" y="3855467"/>
            <a:ext cx="2634556" cy="753368"/>
          </a:xfrm>
          <a:prstGeom prst="roundRect">
            <a:avLst>
              <a:gd name="adj" fmla="val 2470"/>
            </a:avLst>
          </a:prstGeom>
          <a:solidFill>
            <a:srgbClr val="00AA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96" name="Google Shape;596;p61"/>
          <p:cNvSpPr/>
          <p:nvPr/>
        </p:nvSpPr>
        <p:spPr>
          <a:xfrm>
            <a:off x="620092" y="3979441"/>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FFFFFF"/>
              </a:buClr>
              <a:buSzPts val="1400"/>
              <a:buFont typeface="Roboto Slab"/>
              <a:buNone/>
            </a:pPr>
            <a:r>
              <a:rPr lang="en-GB" sz="1400" b="0" i="0" u="none" strike="noStrike" cap="none">
                <a:solidFill>
                  <a:srgbClr val="FFFFFF"/>
                </a:solidFill>
                <a:latin typeface="Roboto Slab"/>
                <a:ea typeface="Roboto Slab"/>
                <a:cs typeface="Roboto Slab"/>
                <a:sym typeface="Roboto Slab"/>
              </a:rPr>
              <a:t>Low Risk</a:t>
            </a:r>
            <a:endParaRPr sz="1400" b="0" i="0" u="none" strike="noStrike" cap="none"/>
          </a:p>
        </p:txBody>
      </p:sp>
      <p:sp>
        <p:nvSpPr>
          <p:cNvPr id="597" name="Google Shape;597;p61"/>
          <p:cNvSpPr/>
          <p:nvPr/>
        </p:nvSpPr>
        <p:spPr>
          <a:xfrm>
            <a:off x="620092" y="4286399"/>
            <a:ext cx="2386608"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FFFFFF"/>
              </a:buClr>
              <a:buSzPts val="1000"/>
              <a:buFont typeface="Roboto"/>
              <a:buNone/>
            </a:pPr>
            <a:r>
              <a:rPr lang="en-GB" sz="1000" b="0" i="0" u="none" strike="noStrike" cap="none">
                <a:solidFill>
                  <a:srgbClr val="FFFFFF"/>
                </a:solidFill>
                <a:latin typeface="Roboto"/>
                <a:ea typeface="Roboto"/>
                <a:cs typeface="Roboto"/>
                <a:sym typeface="Roboto"/>
              </a:rPr>
              <a:t>Quick spot-check</a:t>
            </a:r>
            <a:endParaRPr sz="1000" b="0" i="0" u="none" strike="noStrike" cap="none"/>
          </a:p>
        </p:txBody>
      </p:sp>
      <p:sp>
        <p:nvSpPr>
          <p:cNvPr id="598" name="Google Shape;598;p61"/>
          <p:cNvSpPr/>
          <p:nvPr/>
        </p:nvSpPr>
        <p:spPr>
          <a:xfrm>
            <a:off x="3254648" y="3855467"/>
            <a:ext cx="2634630" cy="753368"/>
          </a:xfrm>
          <a:prstGeom prst="roundRect">
            <a:avLst>
              <a:gd name="adj" fmla="val 2470"/>
            </a:avLst>
          </a:prstGeom>
          <a:solidFill>
            <a:srgbClr val="FFAA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599" name="Google Shape;599;p61"/>
          <p:cNvSpPr/>
          <p:nvPr/>
        </p:nvSpPr>
        <p:spPr>
          <a:xfrm>
            <a:off x="3378622" y="3979441"/>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Medium Risk</a:t>
            </a:r>
            <a:endParaRPr sz="1400" b="0" i="0" u="none" strike="noStrike" cap="none"/>
          </a:p>
        </p:txBody>
      </p:sp>
      <p:sp>
        <p:nvSpPr>
          <p:cNvPr id="600" name="Google Shape;600;p61"/>
          <p:cNvSpPr/>
          <p:nvPr/>
        </p:nvSpPr>
        <p:spPr>
          <a:xfrm>
            <a:off x="3378622" y="4286399"/>
            <a:ext cx="2386682"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000000"/>
              </a:buClr>
              <a:buSzPts val="1000"/>
              <a:buFont typeface="Roboto"/>
              <a:buNone/>
            </a:pPr>
            <a:r>
              <a:rPr lang="en-GB" sz="1000" b="0" i="0" u="none" strike="noStrike" cap="none">
                <a:solidFill>
                  <a:srgbClr val="000000"/>
                </a:solidFill>
                <a:latin typeface="Roboto"/>
                <a:ea typeface="Roboto"/>
                <a:cs typeface="Roboto"/>
                <a:sym typeface="Roboto"/>
              </a:rPr>
              <a:t>Verify citations and key facts</a:t>
            </a:r>
            <a:endParaRPr sz="1000" b="0" i="0" u="none" strike="noStrike" cap="none"/>
          </a:p>
        </p:txBody>
      </p:sp>
      <p:sp>
        <p:nvSpPr>
          <p:cNvPr id="601" name="Google Shape;601;p61"/>
          <p:cNvSpPr/>
          <p:nvPr/>
        </p:nvSpPr>
        <p:spPr>
          <a:xfrm>
            <a:off x="6013252" y="3855467"/>
            <a:ext cx="2634556" cy="753368"/>
          </a:xfrm>
          <a:prstGeom prst="roundRect">
            <a:avLst>
              <a:gd name="adj" fmla="val 2470"/>
            </a:avLst>
          </a:prstGeom>
          <a:solidFill>
            <a:srgbClr val="FF0000"/>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02" name="Google Shape;602;p61"/>
          <p:cNvSpPr/>
          <p:nvPr/>
        </p:nvSpPr>
        <p:spPr>
          <a:xfrm>
            <a:off x="6137226" y="3979441"/>
            <a:ext cx="1860649" cy="232544"/>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FFFFFF"/>
              </a:buClr>
              <a:buSzPts val="1400"/>
              <a:buFont typeface="Roboto Slab"/>
              <a:buNone/>
            </a:pPr>
            <a:r>
              <a:rPr lang="en-GB" sz="1400" b="0" i="0" u="none" strike="noStrike" cap="none">
                <a:solidFill>
                  <a:srgbClr val="FFFFFF"/>
                </a:solidFill>
                <a:latin typeface="Roboto Slab"/>
                <a:ea typeface="Roboto Slab"/>
                <a:cs typeface="Roboto Slab"/>
                <a:sym typeface="Roboto Slab"/>
              </a:rPr>
              <a:t>High Risk</a:t>
            </a:r>
            <a:endParaRPr sz="1400" b="0" i="0" u="none" strike="noStrike" cap="none"/>
          </a:p>
        </p:txBody>
      </p:sp>
      <p:sp>
        <p:nvSpPr>
          <p:cNvPr id="603" name="Google Shape;603;p61"/>
          <p:cNvSpPr/>
          <p:nvPr/>
        </p:nvSpPr>
        <p:spPr>
          <a:xfrm>
            <a:off x="6137226" y="4286399"/>
            <a:ext cx="2386608" cy="198463"/>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FFFFFF"/>
              </a:buClr>
              <a:buSzPts val="1000"/>
              <a:buFont typeface="Roboto"/>
              <a:buNone/>
            </a:pPr>
            <a:r>
              <a:rPr lang="en-GB" sz="1000" b="0" i="0" u="none" strike="noStrike" cap="none">
                <a:solidFill>
                  <a:srgbClr val="FFFFFF"/>
                </a:solidFill>
                <a:latin typeface="Roboto"/>
                <a:ea typeface="Roboto"/>
                <a:cs typeface="Roboto"/>
                <a:sym typeface="Roboto"/>
              </a:rPr>
              <a:t>Full verification, multiple sources</a:t>
            </a:r>
            <a:endParaRPr sz="1000" b="0" i="0" u="none" strike="noStrike" cap="non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2"/>
          <p:cNvSpPr/>
          <p:nvPr/>
        </p:nvSpPr>
        <p:spPr>
          <a:xfrm>
            <a:off x="496119" y="480715"/>
            <a:ext cx="6354961" cy="387549"/>
          </a:xfrm>
          <a:prstGeom prst="rect">
            <a:avLst/>
          </a:prstGeom>
          <a:noFill/>
          <a:ln>
            <a:noFill/>
          </a:ln>
        </p:spPr>
        <p:txBody>
          <a:bodyPr spcFirstLastPara="1" wrap="square" lIns="0" tIns="0" rIns="0" bIns="0" anchor="t" anchorCtr="0">
            <a:noAutofit/>
          </a:bodyPr>
          <a:lstStyle/>
          <a:p>
            <a:pPr marL="0" marR="0" lvl="0" indent="0" algn="l" rtl="0">
              <a:lnSpc>
                <a:spcPct val="124358"/>
              </a:lnSpc>
              <a:spcBef>
                <a:spcPts val="0"/>
              </a:spcBef>
              <a:spcAft>
                <a:spcPts val="0"/>
              </a:spcAft>
              <a:buClr>
                <a:srgbClr val="3257B8"/>
              </a:buClr>
              <a:buSzPts val="2400"/>
              <a:buFont typeface="Roboto Slab"/>
              <a:buNone/>
            </a:pPr>
            <a:r>
              <a:rPr lang="en-GB" sz="2400" b="0" i="0" u="none" strike="noStrike" cap="none">
                <a:solidFill>
                  <a:srgbClr val="3257B8"/>
                </a:solidFill>
                <a:latin typeface="Roboto Slab"/>
                <a:ea typeface="Roboto Slab"/>
                <a:cs typeface="Roboto Slab"/>
                <a:sym typeface="Roboto Slab"/>
              </a:rPr>
              <a:t>Red Flags: Heightened Skepticism Required</a:t>
            </a:r>
            <a:endParaRPr sz="2400" b="0" i="0" u="none" strike="noStrike" cap="none"/>
          </a:p>
        </p:txBody>
      </p:sp>
      <p:sp>
        <p:nvSpPr>
          <p:cNvPr id="610" name="Google Shape;610;p62"/>
          <p:cNvSpPr/>
          <p:nvPr/>
        </p:nvSpPr>
        <p:spPr>
          <a:xfrm>
            <a:off x="496119" y="1116286"/>
            <a:ext cx="4013894" cy="841102"/>
          </a:xfrm>
          <a:prstGeom prst="roundRect">
            <a:avLst>
              <a:gd name="adj" fmla="val 8154"/>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11" name="Google Shape;611;p62" descr="preencoded.png"/>
          <p:cNvPicPr preferRelativeResize="0"/>
          <p:nvPr/>
        </p:nvPicPr>
        <p:blipFill rotWithShape="1">
          <a:blip r:embed="rId3">
            <a:alphaModFix/>
          </a:blip>
          <a:srcRect/>
          <a:stretch/>
        </p:blipFill>
        <p:spPr>
          <a:xfrm>
            <a:off x="481831" y="1116286"/>
            <a:ext cx="57150" cy="841102"/>
          </a:xfrm>
          <a:prstGeom prst="rect">
            <a:avLst/>
          </a:prstGeom>
          <a:noFill/>
          <a:ln>
            <a:noFill/>
          </a:ln>
        </p:spPr>
      </p:pic>
      <p:sp>
        <p:nvSpPr>
          <p:cNvPr id="612" name="Google Shape;612;p62"/>
          <p:cNvSpPr/>
          <p:nvPr/>
        </p:nvSpPr>
        <p:spPr>
          <a:xfrm>
            <a:off x="677243" y="1254547"/>
            <a:ext cx="2791569" cy="24206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a:t>
            </a:r>
            <a:r>
              <a:rPr lang="en-GB" sz="1400" b="0" i="0" u="none" strike="noStrike" cap="none">
                <a:solidFill>
                  <a:srgbClr val="15213F"/>
                </a:solidFill>
                <a:latin typeface="Roboto Slab"/>
                <a:ea typeface="Roboto Slab"/>
                <a:cs typeface="Roboto Slab"/>
                <a:sym typeface="Roboto Slab"/>
              </a:rPr>
              <a:t> Suspiciously round numbers</a:t>
            </a:r>
            <a:endParaRPr sz="1400" b="0" i="0" u="none" strike="noStrike" cap="none"/>
          </a:p>
        </p:txBody>
      </p:sp>
      <p:sp>
        <p:nvSpPr>
          <p:cNvPr id="613" name="Google Shape;613;p62"/>
          <p:cNvSpPr/>
          <p:nvPr/>
        </p:nvSpPr>
        <p:spPr>
          <a:xfrm>
            <a:off x="677242" y="1571030"/>
            <a:ext cx="3694509"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(exactly 100°C, 5.0 GPa)</a:t>
            </a:r>
            <a:endParaRPr sz="1200" b="0" i="0" u="none" strike="noStrike" cap="none"/>
          </a:p>
        </p:txBody>
      </p:sp>
      <p:sp>
        <p:nvSpPr>
          <p:cNvPr id="614" name="Google Shape;614;p62"/>
          <p:cNvSpPr/>
          <p:nvPr/>
        </p:nvSpPr>
        <p:spPr>
          <a:xfrm>
            <a:off x="4633987" y="1116286"/>
            <a:ext cx="4013894" cy="841102"/>
          </a:xfrm>
          <a:prstGeom prst="roundRect">
            <a:avLst>
              <a:gd name="adj" fmla="val 8154"/>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15" name="Google Shape;615;p62" descr="preencoded.png"/>
          <p:cNvPicPr preferRelativeResize="0"/>
          <p:nvPr/>
        </p:nvPicPr>
        <p:blipFill rotWithShape="1">
          <a:blip r:embed="rId3">
            <a:alphaModFix/>
          </a:blip>
          <a:srcRect/>
          <a:stretch/>
        </p:blipFill>
        <p:spPr>
          <a:xfrm>
            <a:off x="4619699" y="1116286"/>
            <a:ext cx="57150" cy="841102"/>
          </a:xfrm>
          <a:prstGeom prst="rect">
            <a:avLst/>
          </a:prstGeom>
          <a:noFill/>
          <a:ln>
            <a:noFill/>
          </a:ln>
        </p:spPr>
      </p:pic>
      <p:sp>
        <p:nvSpPr>
          <p:cNvPr id="616" name="Google Shape;616;p62"/>
          <p:cNvSpPr/>
          <p:nvPr/>
        </p:nvSpPr>
        <p:spPr>
          <a:xfrm>
            <a:off x="4815111" y="1254547"/>
            <a:ext cx="2010296" cy="24206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a:t>
            </a:r>
            <a:r>
              <a:rPr lang="en-GB" sz="1400" b="0" i="0" u="none" strike="noStrike" cap="none">
                <a:solidFill>
                  <a:srgbClr val="15213F"/>
                </a:solidFill>
                <a:latin typeface="Roboto Slab"/>
                <a:ea typeface="Roboto Slab"/>
                <a:cs typeface="Roboto Slab"/>
                <a:sym typeface="Roboto Slab"/>
              </a:rPr>
              <a:t> Excessive precision</a:t>
            </a:r>
            <a:endParaRPr sz="1400" b="0" i="0" u="none" strike="noStrike" cap="none"/>
          </a:p>
        </p:txBody>
      </p:sp>
      <p:sp>
        <p:nvSpPr>
          <p:cNvPr id="617" name="Google Shape;617;p62"/>
          <p:cNvSpPr/>
          <p:nvPr/>
        </p:nvSpPr>
        <p:spPr>
          <a:xfrm>
            <a:off x="4815111" y="1571030"/>
            <a:ext cx="3694509"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(87.34256°C when ±2°C precision)</a:t>
            </a:r>
            <a:endParaRPr sz="1200" b="0" i="0" u="none" strike="noStrike" cap="none"/>
          </a:p>
        </p:txBody>
      </p:sp>
      <p:sp>
        <p:nvSpPr>
          <p:cNvPr id="618" name="Google Shape;618;p62"/>
          <p:cNvSpPr/>
          <p:nvPr/>
        </p:nvSpPr>
        <p:spPr>
          <a:xfrm>
            <a:off x="496119" y="2081361"/>
            <a:ext cx="4013894" cy="841102"/>
          </a:xfrm>
          <a:prstGeom prst="roundRect">
            <a:avLst>
              <a:gd name="adj" fmla="val 8154"/>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19" name="Google Shape;619;p62" descr="preencoded.png"/>
          <p:cNvPicPr preferRelativeResize="0"/>
          <p:nvPr/>
        </p:nvPicPr>
        <p:blipFill rotWithShape="1">
          <a:blip r:embed="rId3">
            <a:alphaModFix/>
          </a:blip>
          <a:srcRect/>
          <a:stretch/>
        </p:blipFill>
        <p:spPr>
          <a:xfrm>
            <a:off x="481831" y="2081361"/>
            <a:ext cx="57150" cy="841102"/>
          </a:xfrm>
          <a:prstGeom prst="rect">
            <a:avLst/>
          </a:prstGeom>
          <a:noFill/>
          <a:ln>
            <a:noFill/>
          </a:ln>
        </p:spPr>
      </p:pic>
      <p:sp>
        <p:nvSpPr>
          <p:cNvPr id="620" name="Google Shape;620;p62"/>
          <p:cNvSpPr/>
          <p:nvPr/>
        </p:nvSpPr>
        <p:spPr>
          <a:xfrm>
            <a:off x="677242" y="2219623"/>
            <a:ext cx="1905223" cy="24206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a:t>
            </a:r>
            <a:r>
              <a:rPr lang="en-GB" sz="1400" b="0" i="0" u="none" strike="noStrike" cap="none">
                <a:solidFill>
                  <a:srgbClr val="15213F"/>
                </a:solidFill>
                <a:latin typeface="Roboto Slab"/>
                <a:ea typeface="Roboto Slab"/>
                <a:cs typeface="Roboto Slab"/>
                <a:sym typeface="Roboto Slab"/>
              </a:rPr>
              <a:t> Vague attributions</a:t>
            </a:r>
            <a:endParaRPr sz="1400" b="0" i="0" u="none" strike="noStrike" cap="none"/>
          </a:p>
        </p:txBody>
      </p:sp>
      <p:sp>
        <p:nvSpPr>
          <p:cNvPr id="621" name="Google Shape;621;p62"/>
          <p:cNvSpPr/>
          <p:nvPr/>
        </p:nvSpPr>
        <p:spPr>
          <a:xfrm>
            <a:off x="677242" y="2536106"/>
            <a:ext cx="3694509"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("studies show" without citation)</a:t>
            </a:r>
            <a:endParaRPr sz="1200" b="0" i="0" u="none" strike="noStrike" cap="none"/>
          </a:p>
        </p:txBody>
      </p:sp>
      <p:sp>
        <p:nvSpPr>
          <p:cNvPr id="622" name="Google Shape;622;p62"/>
          <p:cNvSpPr/>
          <p:nvPr/>
        </p:nvSpPr>
        <p:spPr>
          <a:xfrm>
            <a:off x="4633987" y="2081361"/>
            <a:ext cx="4013894" cy="841102"/>
          </a:xfrm>
          <a:prstGeom prst="roundRect">
            <a:avLst>
              <a:gd name="adj" fmla="val 8154"/>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23" name="Google Shape;623;p62" descr="preencoded.png"/>
          <p:cNvPicPr preferRelativeResize="0"/>
          <p:nvPr/>
        </p:nvPicPr>
        <p:blipFill rotWithShape="1">
          <a:blip r:embed="rId3">
            <a:alphaModFix/>
          </a:blip>
          <a:srcRect/>
          <a:stretch/>
        </p:blipFill>
        <p:spPr>
          <a:xfrm>
            <a:off x="4619699" y="2081361"/>
            <a:ext cx="57150" cy="841102"/>
          </a:xfrm>
          <a:prstGeom prst="rect">
            <a:avLst/>
          </a:prstGeom>
          <a:noFill/>
          <a:ln>
            <a:noFill/>
          </a:ln>
        </p:spPr>
      </p:pic>
      <p:sp>
        <p:nvSpPr>
          <p:cNvPr id="624" name="Google Shape;624;p62"/>
          <p:cNvSpPr/>
          <p:nvPr/>
        </p:nvSpPr>
        <p:spPr>
          <a:xfrm>
            <a:off x="4815111" y="2219623"/>
            <a:ext cx="2492574" cy="24206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a:t>
            </a:r>
            <a:r>
              <a:rPr lang="en-GB" sz="1400" b="0" i="0" u="none" strike="noStrike" cap="none">
                <a:solidFill>
                  <a:srgbClr val="15213F"/>
                </a:solidFill>
                <a:latin typeface="Roboto Slab"/>
                <a:ea typeface="Roboto Slab"/>
                <a:cs typeface="Roboto Slab"/>
                <a:sym typeface="Roboto Slab"/>
              </a:rPr>
              <a:t> Impossible combinations</a:t>
            </a:r>
            <a:endParaRPr sz="1400" b="0" i="0" u="none" strike="noStrike" cap="none"/>
          </a:p>
        </p:txBody>
      </p:sp>
      <p:sp>
        <p:nvSpPr>
          <p:cNvPr id="625" name="Google Shape;625;p62"/>
          <p:cNvSpPr/>
          <p:nvPr/>
        </p:nvSpPr>
        <p:spPr>
          <a:xfrm>
            <a:off x="4815111" y="2536106"/>
            <a:ext cx="3694509"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(high modulus AND ductility)</a:t>
            </a:r>
            <a:endParaRPr sz="1200" b="0" i="0" u="none" strike="noStrike" cap="none"/>
          </a:p>
        </p:txBody>
      </p:sp>
      <p:sp>
        <p:nvSpPr>
          <p:cNvPr id="626" name="Google Shape;626;p62"/>
          <p:cNvSpPr/>
          <p:nvPr/>
        </p:nvSpPr>
        <p:spPr>
          <a:xfrm>
            <a:off x="496119" y="3046438"/>
            <a:ext cx="4013894" cy="841102"/>
          </a:xfrm>
          <a:prstGeom prst="roundRect">
            <a:avLst>
              <a:gd name="adj" fmla="val 8154"/>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27" name="Google Shape;627;p62" descr="preencoded.png"/>
          <p:cNvPicPr preferRelativeResize="0"/>
          <p:nvPr/>
        </p:nvPicPr>
        <p:blipFill rotWithShape="1">
          <a:blip r:embed="rId3">
            <a:alphaModFix/>
          </a:blip>
          <a:srcRect/>
          <a:stretch/>
        </p:blipFill>
        <p:spPr>
          <a:xfrm>
            <a:off x="481831" y="3046438"/>
            <a:ext cx="57150" cy="841102"/>
          </a:xfrm>
          <a:prstGeom prst="rect">
            <a:avLst/>
          </a:prstGeom>
          <a:noFill/>
          <a:ln>
            <a:noFill/>
          </a:ln>
        </p:spPr>
      </p:pic>
      <p:sp>
        <p:nvSpPr>
          <p:cNvPr id="628" name="Google Shape;628;p62"/>
          <p:cNvSpPr/>
          <p:nvPr/>
        </p:nvSpPr>
        <p:spPr>
          <a:xfrm>
            <a:off x="677242" y="3184699"/>
            <a:ext cx="2361456" cy="24206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a:t>
            </a:r>
            <a:r>
              <a:rPr lang="en-GB" sz="1400" b="0" i="0" u="none" strike="noStrike" cap="none">
                <a:solidFill>
                  <a:srgbClr val="15213F"/>
                </a:solidFill>
                <a:latin typeface="Roboto Slab"/>
                <a:ea typeface="Roboto Slab"/>
                <a:cs typeface="Roboto Slab"/>
                <a:sym typeface="Roboto Slab"/>
              </a:rPr>
              <a:t> Nonexistent techniques</a:t>
            </a:r>
            <a:endParaRPr sz="1400" b="0" i="0" u="none" strike="noStrike" cap="none"/>
          </a:p>
        </p:txBody>
      </p:sp>
      <p:sp>
        <p:nvSpPr>
          <p:cNvPr id="629" name="Google Shape;629;p62"/>
          <p:cNvSpPr/>
          <p:nvPr/>
        </p:nvSpPr>
        <p:spPr>
          <a:xfrm>
            <a:off x="677242" y="3501182"/>
            <a:ext cx="3694509"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(quantum-resolution methods)</a:t>
            </a:r>
            <a:endParaRPr sz="1200" b="0" i="0" u="none" strike="noStrike" cap="none"/>
          </a:p>
        </p:txBody>
      </p:sp>
      <p:sp>
        <p:nvSpPr>
          <p:cNvPr id="630" name="Google Shape;630;p62"/>
          <p:cNvSpPr/>
          <p:nvPr/>
        </p:nvSpPr>
        <p:spPr>
          <a:xfrm>
            <a:off x="4633987" y="3046438"/>
            <a:ext cx="4013894" cy="841102"/>
          </a:xfrm>
          <a:prstGeom prst="roundRect">
            <a:avLst>
              <a:gd name="adj" fmla="val 8154"/>
            </a:avLst>
          </a:prstGeom>
          <a:solidFill>
            <a:srgbClr val="FBFCFE"/>
          </a:solidFill>
          <a:ln w="22850" cap="flat" cmpd="sng">
            <a:solidFill>
              <a:srgbClr val="CFD2D8"/>
            </a:solidFill>
            <a:prstDash val="solid"/>
            <a:round/>
            <a:headEnd type="none" w="sm" len="sm"/>
            <a:tailEnd type="none" w="sm" len="sm"/>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pic>
        <p:nvPicPr>
          <p:cNvPr id="631" name="Google Shape;631;p62" descr="preencoded.png"/>
          <p:cNvPicPr preferRelativeResize="0"/>
          <p:nvPr/>
        </p:nvPicPr>
        <p:blipFill rotWithShape="1">
          <a:blip r:embed="rId3">
            <a:alphaModFix/>
          </a:blip>
          <a:srcRect/>
          <a:stretch/>
        </p:blipFill>
        <p:spPr>
          <a:xfrm>
            <a:off x="4619699" y="3046438"/>
            <a:ext cx="57150" cy="841102"/>
          </a:xfrm>
          <a:prstGeom prst="rect">
            <a:avLst/>
          </a:prstGeom>
          <a:noFill/>
          <a:ln>
            <a:noFill/>
          </a:ln>
        </p:spPr>
      </p:pic>
      <p:sp>
        <p:nvSpPr>
          <p:cNvPr id="632" name="Google Shape;632;p62"/>
          <p:cNvSpPr/>
          <p:nvPr/>
        </p:nvSpPr>
        <p:spPr>
          <a:xfrm>
            <a:off x="4815111" y="3184699"/>
            <a:ext cx="1860649" cy="242069"/>
          </a:xfrm>
          <a:prstGeom prst="rect">
            <a:avLst/>
          </a:prstGeom>
          <a:noFill/>
          <a:ln>
            <a:noFill/>
          </a:ln>
        </p:spPr>
        <p:txBody>
          <a:bodyPr spcFirstLastPara="1" wrap="square" lIns="0" tIns="0" rIns="0" bIns="0" anchor="t" anchorCtr="0">
            <a:noAutofit/>
          </a:bodyPr>
          <a:lstStyle/>
          <a:p>
            <a:pPr marL="0" marR="0" lvl="0" indent="0" algn="l" rtl="0">
              <a:lnSpc>
                <a:spcPct val="126086"/>
              </a:lnSpc>
              <a:spcBef>
                <a:spcPts val="0"/>
              </a:spcBef>
              <a:spcAft>
                <a:spcPts val="0"/>
              </a:spcAft>
              <a:buClr>
                <a:srgbClr val="000000"/>
              </a:buClr>
              <a:buSzPts val="1400"/>
              <a:buFont typeface="Roboto Slab"/>
              <a:buNone/>
            </a:pPr>
            <a:r>
              <a:rPr lang="en-GB" sz="1400" b="0" i="0" u="none" strike="noStrike" cap="none">
                <a:solidFill>
                  <a:srgbClr val="000000"/>
                </a:solidFill>
                <a:latin typeface="Roboto Slab"/>
                <a:ea typeface="Roboto Slab"/>
                <a:cs typeface="Roboto Slab"/>
                <a:sym typeface="Roboto Slab"/>
              </a:rPr>
              <a:t>🚩</a:t>
            </a:r>
            <a:r>
              <a:rPr lang="en-GB" sz="1400" b="0" i="0" u="none" strike="noStrike" cap="none">
                <a:solidFill>
                  <a:srgbClr val="15213F"/>
                </a:solidFill>
                <a:latin typeface="Roboto Slab"/>
                <a:ea typeface="Roboto Slab"/>
                <a:cs typeface="Roboto Slab"/>
                <a:sym typeface="Roboto Slab"/>
              </a:rPr>
              <a:t> Perfect results</a:t>
            </a:r>
            <a:endParaRPr sz="1400" b="0" i="0" u="none" strike="noStrike" cap="none"/>
          </a:p>
        </p:txBody>
      </p:sp>
      <p:sp>
        <p:nvSpPr>
          <p:cNvPr id="633" name="Google Shape;633;p62"/>
          <p:cNvSpPr/>
          <p:nvPr/>
        </p:nvSpPr>
        <p:spPr>
          <a:xfrm>
            <a:off x="4815111" y="3501182"/>
            <a:ext cx="3694509"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0" i="0" u="none" strike="noStrike" cap="none">
                <a:solidFill>
                  <a:srgbClr val="15213F"/>
                </a:solidFill>
                <a:latin typeface="Roboto"/>
                <a:ea typeface="Roboto"/>
                <a:cs typeface="Roboto"/>
                <a:sym typeface="Roboto"/>
              </a:rPr>
              <a:t>(no error bars, no uncertainties)</a:t>
            </a:r>
            <a:endParaRPr sz="1200" b="0" i="0" u="none" strike="noStrike" cap="none"/>
          </a:p>
        </p:txBody>
      </p:sp>
      <p:sp>
        <p:nvSpPr>
          <p:cNvPr id="634" name="Google Shape;634;p62"/>
          <p:cNvSpPr/>
          <p:nvPr/>
        </p:nvSpPr>
        <p:spPr>
          <a:xfrm>
            <a:off x="496119" y="4027066"/>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3257B8"/>
              </a:buClr>
              <a:buSzPts val="1200"/>
              <a:buFont typeface="Roboto"/>
              <a:buNone/>
            </a:pPr>
            <a:r>
              <a:rPr lang="en-GB" sz="1200" b="1" i="0" u="none" strike="noStrike" cap="none">
                <a:solidFill>
                  <a:srgbClr val="3257B8"/>
                </a:solidFill>
                <a:latin typeface="Roboto"/>
                <a:ea typeface="Roboto"/>
                <a:cs typeface="Roboto"/>
                <a:sym typeface="Roboto"/>
              </a:rPr>
              <a:t>If it sounds too good to be true, verify extensively</a:t>
            </a:r>
            <a:endParaRPr sz="1200" b="0" i="0" u="none" strike="noStrike" cap="none"/>
          </a:p>
        </p:txBody>
      </p:sp>
      <p:sp>
        <p:nvSpPr>
          <p:cNvPr id="635" name="Google Shape;635;p62"/>
          <p:cNvSpPr/>
          <p:nvPr/>
        </p:nvSpPr>
        <p:spPr>
          <a:xfrm>
            <a:off x="496119" y="4414689"/>
            <a:ext cx="8151763" cy="248096"/>
          </a:xfrm>
          <a:prstGeom prst="rect">
            <a:avLst/>
          </a:prstGeom>
          <a:noFill/>
          <a:ln>
            <a:noFill/>
          </a:ln>
        </p:spPr>
        <p:txBody>
          <a:bodyPr spcFirstLastPara="1" wrap="square" lIns="0" tIns="0" rIns="0" bIns="0" anchor="t" anchorCtr="0">
            <a:noAutofit/>
          </a:bodyPr>
          <a:lstStyle/>
          <a:p>
            <a:pPr marL="0" marR="0" lvl="0" indent="0" algn="l" rtl="0">
              <a:lnSpc>
                <a:spcPct val="158974"/>
              </a:lnSpc>
              <a:spcBef>
                <a:spcPts val="0"/>
              </a:spcBef>
              <a:spcAft>
                <a:spcPts val="0"/>
              </a:spcAft>
              <a:buClr>
                <a:srgbClr val="15213F"/>
              </a:buClr>
              <a:buSzPts val="1200"/>
              <a:buFont typeface="Roboto"/>
              <a:buNone/>
            </a:pPr>
            <a:r>
              <a:rPr lang="en-GB" sz="1200" b="1" i="0" u="none" strike="noStrike" cap="none">
                <a:solidFill>
                  <a:srgbClr val="15213F"/>
                </a:solidFill>
                <a:latin typeface="Roboto"/>
                <a:ea typeface="Roboto"/>
                <a:cs typeface="Roboto"/>
                <a:sym typeface="Roboto"/>
              </a:rPr>
              <a:t>Your domain expertise is your best defense</a:t>
            </a:r>
            <a:endParaRPr sz="1200" b="0" i="0" u="none" strike="noStrike" cap="non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63"/>
          <p:cNvSpPr/>
          <p:nvPr/>
        </p:nvSpPr>
        <p:spPr>
          <a:xfrm>
            <a:off x="719869" y="500500"/>
            <a:ext cx="7216200" cy="333000"/>
          </a:xfrm>
          <a:prstGeom prst="rect">
            <a:avLst/>
          </a:prstGeom>
          <a:noFill/>
          <a:ln>
            <a:noFill/>
          </a:ln>
        </p:spPr>
        <p:txBody>
          <a:bodyPr spcFirstLastPara="1" wrap="square" lIns="0" tIns="0" rIns="0" bIns="0" anchor="t" anchorCtr="0">
            <a:noAutofit/>
          </a:bodyPr>
          <a:lstStyle/>
          <a:p>
            <a:pPr marL="0" marR="0" lvl="0" indent="0" algn="l" rtl="0">
              <a:lnSpc>
                <a:spcPct val="123880"/>
              </a:lnSpc>
              <a:spcBef>
                <a:spcPts val="0"/>
              </a:spcBef>
              <a:spcAft>
                <a:spcPts val="0"/>
              </a:spcAft>
              <a:buClr>
                <a:srgbClr val="3257B8"/>
              </a:buClr>
              <a:buSzPts val="2100"/>
              <a:buFont typeface="Roboto Slab"/>
              <a:buNone/>
            </a:pPr>
            <a:r>
              <a:rPr lang="en-GB" sz="2100" b="0" i="0" u="none" strike="noStrike" cap="none">
                <a:solidFill>
                  <a:srgbClr val="3257B8"/>
                </a:solidFill>
                <a:latin typeface="Roboto Slab"/>
                <a:ea typeface="Roboto Slab"/>
                <a:cs typeface="Roboto Slab"/>
                <a:sym typeface="Roboto Slab"/>
              </a:rPr>
              <a:t>Day 3 Summary &amp; Takeaways</a:t>
            </a:r>
            <a:endParaRPr sz="2100" b="0" i="0" u="none" strike="noStrike" cap="none"/>
          </a:p>
        </p:txBody>
      </p:sp>
      <p:sp>
        <p:nvSpPr>
          <p:cNvPr id="642" name="Google Shape;642;p63"/>
          <p:cNvSpPr/>
          <p:nvPr/>
        </p:nvSpPr>
        <p:spPr>
          <a:xfrm>
            <a:off x="719866" y="876150"/>
            <a:ext cx="6669600" cy="266400"/>
          </a:xfrm>
          <a:prstGeom prst="rect">
            <a:avLst/>
          </a:prstGeom>
          <a:noFill/>
          <a:ln>
            <a:noFill/>
          </a:ln>
        </p:spPr>
        <p:txBody>
          <a:bodyPr spcFirstLastPara="1" wrap="square" lIns="0" tIns="0" rIns="0" bIns="0" anchor="t" anchorCtr="0">
            <a:noAutofit/>
          </a:bodyPr>
          <a:lstStyle/>
          <a:p>
            <a:pPr marL="0" marR="0" lvl="0" indent="0" algn="l" rtl="0">
              <a:lnSpc>
                <a:spcPct val="126415"/>
              </a:lnSpc>
              <a:spcBef>
                <a:spcPts val="0"/>
              </a:spcBef>
              <a:spcAft>
                <a:spcPts val="0"/>
              </a:spcAft>
              <a:buClr>
                <a:srgbClr val="3257B8"/>
              </a:buClr>
              <a:buSzPts val="1700"/>
              <a:buFont typeface="Roboto Slab"/>
              <a:buNone/>
            </a:pPr>
            <a:r>
              <a:rPr lang="en-GB" sz="1700" b="0" i="0" u="none" strike="noStrike" cap="none">
                <a:solidFill>
                  <a:srgbClr val="3257B8"/>
                </a:solidFill>
                <a:latin typeface="Roboto Slab"/>
                <a:ea typeface="Roboto Slab"/>
                <a:cs typeface="Roboto Slab"/>
                <a:sym typeface="Roboto Slab"/>
              </a:rPr>
              <a:t>What You've Learned Today</a:t>
            </a:r>
            <a:endParaRPr sz="1700" b="0" i="0" u="none" strike="noStrike" cap="none"/>
          </a:p>
        </p:txBody>
      </p:sp>
      <p:sp>
        <p:nvSpPr>
          <p:cNvPr id="643" name="Google Shape;643;p63"/>
          <p:cNvSpPr/>
          <p:nvPr/>
        </p:nvSpPr>
        <p:spPr>
          <a:xfrm>
            <a:off x="719882" y="1302395"/>
            <a:ext cx="2496964" cy="1457176"/>
          </a:xfrm>
          <a:prstGeom prst="roundRect">
            <a:avLst>
              <a:gd name="adj" fmla="val 1097"/>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44" name="Google Shape;644;p63"/>
          <p:cNvSpPr/>
          <p:nvPr/>
        </p:nvSpPr>
        <p:spPr>
          <a:xfrm>
            <a:off x="826452" y="1408950"/>
            <a:ext cx="2230500" cy="199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5213F"/>
              </a:buClr>
              <a:buSzPts val="1300"/>
              <a:buFont typeface="Roboto Slab"/>
              <a:buNone/>
            </a:pPr>
            <a:r>
              <a:rPr lang="en-GB" sz="1300" b="0" i="0" u="none" strike="noStrike" cap="none">
                <a:solidFill>
                  <a:srgbClr val="15213F"/>
                </a:solidFill>
                <a:latin typeface="Roboto Slab"/>
                <a:ea typeface="Roboto Slab"/>
                <a:cs typeface="Roboto Slab"/>
                <a:sym typeface="Roboto Slab"/>
              </a:rPr>
              <a:t>Part 1: NLM Foundations</a:t>
            </a:r>
            <a:endParaRPr sz="1300" b="0" i="0" u="none" strike="noStrike" cap="none"/>
          </a:p>
        </p:txBody>
      </p:sp>
      <p:sp>
        <p:nvSpPr>
          <p:cNvPr id="645" name="Google Shape;645;p63"/>
          <p:cNvSpPr/>
          <p:nvPr/>
        </p:nvSpPr>
        <p:spPr>
          <a:xfrm>
            <a:off x="826442" y="1672679"/>
            <a:ext cx="2283842" cy="42624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5213F"/>
              </a:buClr>
              <a:buSzPts val="1000"/>
              <a:buFont typeface="Roboto"/>
              <a:buNone/>
            </a:pPr>
            <a:r>
              <a:rPr lang="en-GB" b="0" i="0" u="none" strike="noStrike" cap="none" dirty="0">
                <a:solidFill>
                  <a:srgbClr val="15213F"/>
                </a:solidFill>
                <a:latin typeface="Roboto"/>
                <a:ea typeface="Roboto"/>
                <a:cs typeface="Roboto"/>
                <a:sym typeface="Roboto"/>
              </a:rPr>
              <a:t>Words → Coordinates in semantic space</a:t>
            </a:r>
            <a:endParaRPr b="0" i="0" u="none" strike="noStrike" cap="none" dirty="0"/>
          </a:p>
        </p:txBody>
      </p:sp>
      <p:sp>
        <p:nvSpPr>
          <p:cNvPr id="647" name="Google Shape;647;p63"/>
          <p:cNvSpPr/>
          <p:nvPr/>
        </p:nvSpPr>
        <p:spPr>
          <a:xfrm>
            <a:off x="3323406" y="1302395"/>
            <a:ext cx="2497038" cy="1457176"/>
          </a:xfrm>
          <a:prstGeom prst="roundRect">
            <a:avLst>
              <a:gd name="adj" fmla="val 1097"/>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48" name="Google Shape;648;p63"/>
          <p:cNvSpPr/>
          <p:nvPr/>
        </p:nvSpPr>
        <p:spPr>
          <a:xfrm>
            <a:off x="3429976" y="1408950"/>
            <a:ext cx="2283900" cy="1998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5213F"/>
              </a:buClr>
              <a:buSzPts val="1300"/>
              <a:buFont typeface="Roboto Slab"/>
              <a:buNone/>
            </a:pPr>
            <a:r>
              <a:rPr lang="en-GB" sz="1300" b="0" i="0" u="none" strike="noStrike" cap="none">
                <a:solidFill>
                  <a:srgbClr val="15213F"/>
                </a:solidFill>
                <a:latin typeface="Roboto Slab"/>
                <a:ea typeface="Roboto Slab"/>
                <a:cs typeface="Roboto Slab"/>
                <a:sym typeface="Roboto Slab"/>
              </a:rPr>
              <a:t>Part 2: The "Large" in LLM</a:t>
            </a:r>
            <a:endParaRPr sz="1300" b="0" i="0" u="none" strike="noStrike" cap="none"/>
          </a:p>
        </p:txBody>
      </p:sp>
      <p:sp>
        <p:nvSpPr>
          <p:cNvPr id="649" name="Google Shape;649;p63"/>
          <p:cNvSpPr/>
          <p:nvPr/>
        </p:nvSpPr>
        <p:spPr>
          <a:xfrm>
            <a:off x="3429968" y="1672679"/>
            <a:ext cx="2283916" cy="42624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5213F"/>
              </a:buClr>
              <a:buSzPts val="1000"/>
              <a:buFont typeface="Roboto"/>
              <a:buNone/>
            </a:pPr>
            <a:r>
              <a:rPr lang="en-GB" b="0" i="0" u="none" strike="noStrike" cap="none" dirty="0">
                <a:solidFill>
                  <a:srgbClr val="15213F"/>
                </a:solidFill>
                <a:latin typeface="Roboto"/>
                <a:ea typeface="Roboto"/>
                <a:cs typeface="Roboto"/>
                <a:sym typeface="Roboto"/>
              </a:rPr>
              <a:t>Attention + Scale = Context understanding</a:t>
            </a:r>
            <a:endParaRPr b="0" i="0" u="none" strike="noStrike" cap="none" dirty="0"/>
          </a:p>
        </p:txBody>
      </p:sp>
      <p:sp>
        <p:nvSpPr>
          <p:cNvPr id="651" name="Google Shape;651;p63"/>
          <p:cNvSpPr/>
          <p:nvPr/>
        </p:nvSpPr>
        <p:spPr>
          <a:xfrm>
            <a:off x="5927006" y="1302395"/>
            <a:ext cx="2497038" cy="1457176"/>
          </a:xfrm>
          <a:prstGeom prst="roundRect">
            <a:avLst>
              <a:gd name="adj" fmla="val 1097"/>
            </a:avLst>
          </a:prstGeom>
          <a:solidFill>
            <a:srgbClr val="E9ECF2"/>
          </a:solidFill>
          <a:ln>
            <a:noFill/>
          </a:ln>
        </p:spPr>
        <p:txBody>
          <a:bodyPr spcFirstLastPara="1" wrap="square" lIns="57150" tIns="57150" rIns="57150" bIns="57150" anchor="ctr" anchorCtr="0">
            <a:noAutofit/>
          </a:bodyPr>
          <a:lstStyle/>
          <a:p>
            <a:pPr marL="0" lvl="0" indent="0" algn="l" rtl="0">
              <a:spcBef>
                <a:spcPts val="0"/>
              </a:spcBef>
              <a:spcAft>
                <a:spcPts val="0"/>
              </a:spcAft>
              <a:buNone/>
            </a:pPr>
            <a:endParaRPr/>
          </a:p>
        </p:txBody>
      </p:sp>
      <p:sp>
        <p:nvSpPr>
          <p:cNvPr id="652" name="Google Shape;652;p63"/>
          <p:cNvSpPr/>
          <p:nvPr/>
        </p:nvSpPr>
        <p:spPr>
          <a:xfrm>
            <a:off x="6033575" y="1408949"/>
            <a:ext cx="2636100" cy="21300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15213F"/>
              </a:buClr>
              <a:buSzPts val="1300"/>
              <a:buFont typeface="Roboto Slab"/>
              <a:buNone/>
            </a:pPr>
            <a:r>
              <a:rPr lang="en-GB" sz="1300" b="0" i="0" u="none" strike="noStrike" cap="none">
                <a:solidFill>
                  <a:srgbClr val="15213F"/>
                </a:solidFill>
                <a:latin typeface="Roboto Slab"/>
                <a:ea typeface="Roboto Slab"/>
                <a:cs typeface="Roboto Slab"/>
                <a:sym typeface="Roboto Slab"/>
              </a:rPr>
              <a:t>Part 3: Truth vs. Probability</a:t>
            </a:r>
            <a:endParaRPr sz="1300" b="0" i="0" u="none" strike="noStrike" cap="none"/>
          </a:p>
        </p:txBody>
      </p:sp>
      <p:sp>
        <p:nvSpPr>
          <p:cNvPr id="653" name="Google Shape;653;p63"/>
          <p:cNvSpPr/>
          <p:nvPr/>
        </p:nvSpPr>
        <p:spPr>
          <a:xfrm>
            <a:off x="6033567" y="1672679"/>
            <a:ext cx="2283916" cy="213122"/>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5213F"/>
              </a:buClr>
              <a:buSzPts val="1000"/>
              <a:buFont typeface="Roboto"/>
              <a:buNone/>
            </a:pPr>
            <a:r>
              <a:rPr lang="en-GB" sz="1100" b="0" i="0" u="none" strike="noStrike" cap="none" dirty="0">
                <a:solidFill>
                  <a:srgbClr val="15213F"/>
                </a:solidFill>
                <a:latin typeface="Roboto"/>
                <a:ea typeface="Roboto"/>
                <a:cs typeface="Roboto"/>
                <a:sym typeface="Roboto"/>
              </a:rPr>
              <a:t>AI prioritizes plausibility over truth</a:t>
            </a:r>
            <a:endParaRPr sz="1100" b="0" i="0" u="none" strike="noStrike" cap="none" dirty="0"/>
          </a:p>
        </p:txBody>
      </p:sp>
      <p:sp>
        <p:nvSpPr>
          <p:cNvPr id="654" name="Google Shape;654;p63"/>
          <p:cNvSpPr/>
          <p:nvPr/>
        </p:nvSpPr>
        <p:spPr>
          <a:xfrm>
            <a:off x="6033567" y="1949723"/>
            <a:ext cx="2283916" cy="426244"/>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 Use grounding techniques (constraints, RAG, temperature, CoT)</a:t>
            </a:r>
            <a:endParaRPr sz="1000" b="0" i="0" u="none" strike="noStrike" cap="none"/>
          </a:p>
        </p:txBody>
      </p:sp>
      <p:sp>
        <p:nvSpPr>
          <p:cNvPr id="655" name="Google Shape;655;p63"/>
          <p:cNvSpPr/>
          <p:nvPr/>
        </p:nvSpPr>
        <p:spPr>
          <a:xfrm>
            <a:off x="6033567" y="2439888"/>
            <a:ext cx="2283916" cy="213122"/>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15213F"/>
              </a:buClr>
              <a:buSzPts val="1000"/>
              <a:buFont typeface="Roboto"/>
              <a:buNone/>
            </a:pPr>
            <a:r>
              <a:rPr lang="en-GB" sz="1000" b="0" i="0" u="none" strike="noStrike" cap="none">
                <a:solidFill>
                  <a:srgbClr val="15213F"/>
                </a:solidFill>
                <a:latin typeface="Roboto"/>
                <a:ea typeface="Roboto"/>
                <a:cs typeface="Roboto"/>
                <a:sym typeface="Roboto"/>
              </a:rPr>
              <a:t>→ Always verify</a:t>
            </a:r>
            <a:endParaRPr sz="1000" b="0" i="0" u="none" strike="noStrike" cap="none"/>
          </a:p>
        </p:txBody>
      </p:sp>
      <p:sp>
        <p:nvSpPr>
          <p:cNvPr id="656" name="Google Shape;656;p63"/>
          <p:cNvSpPr/>
          <p:nvPr/>
        </p:nvSpPr>
        <p:spPr>
          <a:xfrm>
            <a:off x="346325" y="2844956"/>
            <a:ext cx="6829200" cy="266400"/>
          </a:xfrm>
          <a:prstGeom prst="rect">
            <a:avLst/>
          </a:prstGeom>
          <a:noFill/>
          <a:ln>
            <a:noFill/>
          </a:ln>
        </p:spPr>
        <p:txBody>
          <a:bodyPr spcFirstLastPara="1" wrap="square" lIns="0" tIns="0" rIns="0" bIns="0" anchor="t" anchorCtr="0">
            <a:noAutofit/>
          </a:bodyPr>
          <a:lstStyle/>
          <a:p>
            <a:pPr marL="0" marR="0" lvl="0" indent="0" algn="l" rtl="0">
              <a:lnSpc>
                <a:spcPct val="126415"/>
              </a:lnSpc>
              <a:spcBef>
                <a:spcPts val="0"/>
              </a:spcBef>
              <a:spcAft>
                <a:spcPts val="0"/>
              </a:spcAft>
              <a:buClr>
                <a:srgbClr val="3257B8"/>
              </a:buClr>
              <a:buSzPts val="1700"/>
              <a:buFont typeface="Roboto Slab"/>
              <a:buNone/>
            </a:pPr>
            <a:r>
              <a:rPr lang="en-GB" sz="1700" b="0" i="0" u="none" strike="noStrike" cap="none" dirty="0">
                <a:solidFill>
                  <a:srgbClr val="3257B8"/>
                </a:solidFill>
                <a:latin typeface="Roboto Slab"/>
                <a:ea typeface="Roboto Slab"/>
                <a:cs typeface="Roboto Slab"/>
                <a:sym typeface="Roboto Slab"/>
              </a:rPr>
              <a:t>Practical Takeaways:</a:t>
            </a:r>
            <a:endParaRPr sz="1700" b="0" i="0" u="none" strike="noStrike" cap="none" dirty="0"/>
          </a:p>
        </p:txBody>
      </p:sp>
      <p:grpSp>
        <p:nvGrpSpPr>
          <p:cNvPr id="2" name="Group 1">
            <a:extLst>
              <a:ext uri="{FF2B5EF4-FFF2-40B4-BE49-F238E27FC236}">
                <a16:creationId xmlns:a16="http://schemas.microsoft.com/office/drawing/2014/main" id="{20B7C163-578F-91F3-C91D-1FBA675B4C65}"/>
              </a:ext>
            </a:extLst>
          </p:cNvPr>
          <p:cNvGrpSpPr/>
          <p:nvPr/>
        </p:nvGrpSpPr>
        <p:grpSpPr>
          <a:xfrm>
            <a:off x="719843" y="3249528"/>
            <a:ext cx="7704163" cy="1180143"/>
            <a:chOff x="719882" y="3345656"/>
            <a:chExt cx="7704163" cy="964332"/>
          </a:xfrm>
        </p:grpSpPr>
        <p:sp>
          <p:nvSpPr>
            <p:cNvPr id="657" name="Google Shape;657;p63"/>
            <p:cNvSpPr/>
            <p:nvPr/>
          </p:nvSpPr>
          <p:spPr>
            <a:xfrm>
              <a:off x="719882" y="3345656"/>
              <a:ext cx="7704163" cy="213122"/>
            </a:xfrm>
            <a:prstGeom prst="rect">
              <a:avLst/>
            </a:prstGeom>
            <a:noFill/>
            <a:ln>
              <a:noFill/>
            </a:ln>
          </p:spPr>
          <p:txBody>
            <a:bodyPr spcFirstLastPara="1" wrap="square" lIns="0" tIns="0" rIns="0" bIns="0" anchor="t" anchorCtr="0">
              <a:noAutofit/>
            </a:bodyPr>
            <a:lstStyle/>
            <a:p>
              <a:pPr marL="215900" marR="0" lvl="0" indent="-215900" algn="l" rtl="0">
                <a:lnSpc>
                  <a:spcPct val="161538"/>
                </a:lnSpc>
                <a:spcBef>
                  <a:spcPts val="0"/>
                </a:spcBef>
                <a:spcAft>
                  <a:spcPts val="0"/>
                </a:spcAft>
                <a:buClr>
                  <a:srgbClr val="15213F"/>
                </a:buClr>
                <a:buSzPts val="800"/>
                <a:buFont typeface="Roboto"/>
                <a:buChar char="•"/>
              </a:pPr>
              <a:r>
                <a:rPr lang="en-GB" b="0" i="0" u="none" strike="noStrike" cap="none" dirty="0">
                  <a:solidFill>
                    <a:srgbClr val="15213F"/>
                  </a:solidFill>
                  <a:latin typeface="Roboto"/>
                  <a:ea typeface="Roboto"/>
                  <a:cs typeface="Roboto"/>
                  <a:sym typeface="Roboto"/>
                </a:rPr>
                <a:t>Never trust citations without verification</a:t>
              </a:r>
              <a:endParaRPr b="0" i="0" u="none" strike="noStrike" cap="none" dirty="0"/>
            </a:p>
          </p:txBody>
        </p:sp>
        <p:sp>
          <p:nvSpPr>
            <p:cNvPr id="658" name="Google Shape;658;p63"/>
            <p:cNvSpPr/>
            <p:nvPr/>
          </p:nvSpPr>
          <p:spPr>
            <a:xfrm>
              <a:off x="719882" y="3596059"/>
              <a:ext cx="7704163" cy="213122"/>
            </a:xfrm>
            <a:prstGeom prst="rect">
              <a:avLst/>
            </a:prstGeom>
            <a:noFill/>
            <a:ln>
              <a:noFill/>
            </a:ln>
          </p:spPr>
          <p:txBody>
            <a:bodyPr spcFirstLastPara="1" wrap="square" lIns="0" tIns="0" rIns="0" bIns="0" anchor="t" anchorCtr="0">
              <a:noAutofit/>
            </a:bodyPr>
            <a:lstStyle/>
            <a:p>
              <a:pPr marL="215900" marR="0" lvl="0" indent="-215900" algn="l" rtl="0">
                <a:lnSpc>
                  <a:spcPct val="161538"/>
                </a:lnSpc>
                <a:spcBef>
                  <a:spcPts val="0"/>
                </a:spcBef>
                <a:spcAft>
                  <a:spcPts val="0"/>
                </a:spcAft>
                <a:buClr>
                  <a:srgbClr val="15213F"/>
                </a:buClr>
                <a:buSzPts val="800"/>
                <a:buFont typeface="Roboto"/>
                <a:buChar char="•"/>
              </a:pPr>
              <a:r>
                <a:rPr lang="en-GB" b="0" i="0" u="none" strike="noStrike" cap="none">
                  <a:solidFill>
                    <a:srgbClr val="15213F"/>
                  </a:solidFill>
                  <a:latin typeface="Roboto"/>
                  <a:ea typeface="Roboto"/>
                  <a:cs typeface="Roboto"/>
                  <a:sym typeface="Roboto"/>
                </a:rPr>
                <a:t>Use RAG for document-based tasks</a:t>
              </a:r>
              <a:endParaRPr b="0" i="0" u="none" strike="noStrike" cap="none"/>
            </a:p>
          </p:txBody>
        </p:sp>
        <p:sp>
          <p:nvSpPr>
            <p:cNvPr id="659" name="Google Shape;659;p63"/>
            <p:cNvSpPr/>
            <p:nvPr/>
          </p:nvSpPr>
          <p:spPr>
            <a:xfrm>
              <a:off x="719882" y="3846463"/>
              <a:ext cx="7704163" cy="213122"/>
            </a:xfrm>
            <a:prstGeom prst="rect">
              <a:avLst/>
            </a:prstGeom>
            <a:noFill/>
            <a:ln>
              <a:noFill/>
            </a:ln>
          </p:spPr>
          <p:txBody>
            <a:bodyPr spcFirstLastPara="1" wrap="square" lIns="0" tIns="0" rIns="0" bIns="0" anchor="t" anchorCtr="0">
              <a:noAutofit/>
            </a:bodyPr>
            <a:lstStyle/>
            <a:p>
              <a:pPr marL="215900" marR="0" lvl="0" indent="-215900" algn="l" rtl="0">
                <a:lnSpc>
                  <a:spcPct val="161538"/>
                </a:lnSpc>
                <a:spcBef>
                  <a:spcPts val="0"/>
                </a:spcBef>
                <a:spcAft>
                  <a:spcPts val="0"/>
                </a:spcAft>
                <a:buClr>
                  <a:srgbClr val="15213F"/>
                </a:buClr>
                <a:buSzPts val="800"/>
                <a:buFont typeface="Roboto"/>
                <a:buChar char="•"/>
              </a:pPr>
              <a:r>
                <a:rPr lang="en-GB" b="0" i="0" u="none" strike="noStrike" cap="none">
                  <a:solidFill>
                    <a:srgbClr val="15213F"/>
                  </a:solidFill>
                  <a:latin typeface="Roboto"/>
                  <a:ea typeface="Roboto"/>
                  <a:cs typeface="Roboto"/>
                  <a:sym typeface="Roboto"/>
                </a:rPr>
                <a:t>Set low temperature (0.1-0.2) for technical work</a:t>
              </a:r>
              <a:endParaRPr b="0" i="0" u="none" strike="noStrike" cap="none"/>
            </a:p>
          </p:txBody>
        </p:sp>
        <p:sp>
          <p:nvSpPr>
            <p:cNvPr id="660" name="Google Shape;660;p63"/>
            <p:cNvSpPr/>
            <p:nvPr/>
          </p:nvSpPr>
          <p:spPr>
            <a:xfrm>
              <a:off x="719882" y="4096866"/>
              <a:ext cx="7704163" cy="213122"/>
            </a:xfrm>
            <a:prstGeom prst="rect">
              <a:avLst/>
            </a:prstGeom>
            <a:noFill/>
            <a:ln>
              <a:noFill/>
            </a:ln>
          </p:spPr>
          <p:txBody>
            <a:bodyPr spcFirstLastPara="1" wrap="square" lIns="0" tIns="0" rIns="0" bIns="0" anchor="t" anchorCtr="0">
              <a:noAutofit/>
            </a:bodyPr>
            <a:lstStyle/>
            <a:p>
              <a:pPr marL="215900" marR="0" lvl="0" indent="-215900" algn="l" rtl="0">
                <a:lnSpc>
                  <a:spcPct val="161538"/>
                </a:lnSpc>
                <a:spcBef>
                  <a:spcPts val="0"/>
                </a:spcBef>
                <a:spcAft>
                  <a:spcPts val="0"/>
                </a:spcAft>
                <a:buClr>
                  <a:srgbClr val="15213F"/>
                </a:buClr>
                <a:buSzPts val="800"/>
                <a:buFont typeface="Roboto"/>
                <a:buChar char="•"/>
              </a:pPr>
              <a:r>
                <a:rPr lang="en-GB" b="0" i="0" u="none" strike="noStrike" cap="none">
                  <a:solidFill>
                    <a:srgbClr val="15213F"/>
                  </a:solidFill>
                  <a:latin typeface="Roboto"/>
                  <a:ea typeface="Roboto"/>
                  <a:cs typeface="Roboto"/>
                  <a:sym typeface="Roboto"/>
                </a:rPr>
                <a:t>Apply domain expertise—if it sounds wrong, it is</a:t>
              </a:r>
              <a:endParaRPr b="0" i="0" u="none" strike="noStrike" cap="none"/>
            </a:p>
          </p:txBody>
        </p:sp>
      </p:grpSp>
      <p:sp>
        <p:nvSpPr>
          <p:cNvPr id="661" name="Google Shape;661;p63"/>
          <p:cNvSpPr/>
          <p:nvPr/>
        </p:nvSpPr>
        <p:spPr>
          <a:xfrm>
            <a:off x="231906" y="4600640"/>
            <a:ext cx="7704163" cy="213122"/>
          </a:xfrm>
          <a:prstGeom prst="rect">
            <a:avLst/>
          </a:prstGeom>
          <a:noFill/>
          <a:ln>
            <a:noFill/>
          </a:ln>
        </p:spPr>
        <p:txBody>
          <a:bodyPr spcFirstLastPara="1" wrap="square" lIns="0" tIns="0" rIns="0" bIns="0" anchor="t" anchorCtr="0">
            <a:noAutofit/>
          </a:bodyPr>
          <a:lstStyle/>
          <a:p>
            <a:pPr marL="0" marR="0" lvl="0" indent="0" algn="l" rtl="0">
              <a:lnSpc>
                <a:spcPct val="160606"/>
              </a:lnSpc>
              <a:spcBef>
                <a:spcPts val="0"/>
              </a:spcBef>
              <a:spcAft>
                <a:spcPts val="0"/>
              </a:spcAft>
              <a:buClr>
                <a:srgbClr val="3257B8"/>
              </a:buClr>
              <a:buSzPts val="1000"/>
              <a:buFont typeface="Roboto"/>
              <a:buNone/>
            </a:pPr>
            <a:r>
              <a:rPr lang="en-GB" b="1" i="0" u="none" strike="noStrike" cap="none" dirty="0">
                <a:solidFill>
                  <a:srgbClr val="3257B8"/>
                </a:solidFill>
                <a:latin typeface="Roboto"/>
                <a:ea typeface="Roboto"/>
                <a:cs typeface="Roboto"/>
                <a:sym typeface="Roboto"/>
              </a:rPr>
              <a:t>You now understand AI better than 95% of users</a:t>
            </a:r>
            <a:endParaRPr b="0" i="0" u="none" strike="noStrike" cap="none"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4104</Words>
  <Application>Microsoft Office PowerPoint</Application>
  <PresentationFormat>On-screen Show (16:9)</PresentationFormat>
  <Paragraphs>390</Paragraphs>
  <Slides>30</Slides>
  <Notes>29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30</vt:i4>
      </vt:variant>
    </vt:vector>
  </HeadingPairs>
  <TitlesOfParts>
    <vt:vector size="36" baseType="lpstr">
      <vt:lpstr>Calibri</vt:lpstr>
      <vt:lpstr>Arial</vt:lpstr>
      <vt:lpstr>Roboto</vt:lpstr>
      <vt:lpstr>Roboto Slab</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Avgi Stavrou</cp:lastModifiedBy>
  <cp:revision>1</cp:revision>
  <dcterms:modified xsi:type="dcterms:W3CDTF">2026-01-25T18:17:09Z</dcterms:modified>
</cp:coreProperties>
</file>