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6" r:id="rId15"/>
    <p:sldId id="269" r:id="rId16"/>
    <p:sldId id="297" r:id="rId17"/>
    <p:sldId id="270" r:id="rId18"/>
    <p:sldId id="271" r:id="rId19"/>
    <p:sldId id="272" r:id="rId20"/>
    <p:sldId id="273" r:id="rId21"/>
    <p:sldId id="274" r:id="rId22"/>
    <p:sldId id="275" r:id="rId23"/>
    <p:sldId id="276" r:id="rId24"/>
    <p:sldId id="277" r:id="rId25"/>
    <p:sldId id="278" r:id="rId26"/>
    <p:sldId id="279" r:id="rId27"/>
    <p:sldId id="298" r:id="rId28"/>
    <p:sldId id="280" r:id="rId29"/>
    <p:sldId id="281" r:id="rId30"/>
    <p:sldId id="282" r:id="rId31"/>
    <p:sldId id="283" r:id="rId32"/>
    <p:sldId id="284" r:id="rId33"/>
    <p:sldId id="299" r:id="rId34"/>
    <p:sldId id="285" r:id="rId35"/>
    <p:sldId id="286" r:id="rId36"/>
    <p:sldId id="300" r:id="rId37"/>
    <p:sldId id="287" r:id="rId38"/>
    <p:sldId id="288" r:id="rId39"/>
    <p:sldId id="301" r:id="rId40"/>
    <p:sldId id="302" r:id="rId41"/>
    <p:sldId id="311" r:id="rId42"/>
    <p:sldId id="289" r:id="rId43"/>
    <p:sldId id="290" r:id="rId44"/>
    <p:sldId id="291" r:id="rId45"/>
    <p:sldId id="292" r:id="rId46"/>
    <p:sldId id="293" r:id="rId47"/>
    <p:sldId id="294" r:id="rId48"/>
    <p:sldId id="295" r:id="rId49"/>
  </p:sldIdLst>
  <p:sldSz cx="14630400" cy="8229600"/>
  <p:notesSz cx="8229600" cy="14630400"/>
  <p:embeddedFontLst>
    <p:embeddedFont>
      <p:font typeface="Roboto" panose="02000000000000000000" pitchFamily="2" charset="0"/>
      <p:regular r:id="rId51"/>
      <p:bold r:id="rId52"/>
      <p:italic r:id="rId53"/>
      <p:boldItalic r:id="rId54"/>
    </p:embeddedFont>
    <p:embeddedFont>
      <p:font typeface="Roboto Slab" pitchFamily="2" charset="0"/>
      <p:regular r:id="rId55"/>
      <p:bold r:id="rId56"/>
    </p:embeddedFont>
    <p:embeddedFont>
      <p:font typeface="Roboto Slab Light" pitchFamily="2" charset="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046C68-B4C0-47D8-96FC-5C4E85BEE3B1}" v="208" dt="2026-01-19T12:06:57.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580" autoAdjust="0"/>
  </p:normalViewPr>
  <p:slideViewPr>
    <p:cSldViewPr snapToGrid="0" snapToObjects="1">
      <p:cViewPr varScale="1">
        <p:scale>
          <a:sx n="35" d="100"/>
          <a:sy n="35" d="100"/>
        </p:scale>
        <p:origin x="378" y="54"/>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gi Stavrou" userId="dd16d0fc-f2bc-4903-959a-5212f7e12581" providerId="ADAL" clId="{1E03F269-CBA5-46B5-A393-57B181650B55}"/>
    <pc:docChg chg="undo custSel addSld delSld modSld">
      <pc:chgData name="Avgi Stavrou" userId="dd16d0fc-f2bc-4903-959a-5212f7e12581" providerId="ADAL" clId="{1E03F269-CBA5-46B5-A393-57B181650B55}" dt="2026-01-19T12:07:43.863" v="2737" actId="20577"/>
      <pc:docMkLst>
        <pc:docMk/>
      </pc:docMkLst>
      <pc:sldChg chg="modSp mod">
        <pc:chgData name="Avgi Stavrou" userId="dd16d0fc-f2bc-4903-959a-5212f7e12581" providerId="ADAL" clId="{1E03F269-CBA5-46B5-A393-57B181650B55}" dt="2026-01-18T18:40:19.814" v="168" actId="1076"/>
        <pc:sldMkLst>
          <pc:docMk/>
          <pc:sldMk cId="0" sldId="256"/>
        </pc:sldMkLst>
        <pc:spChg chg="mod">
          <ac:chgData name="Avgi Stavrou" userId="dd16d0fc-f2bc-4903-959a-5212f7e12581" providerId="ADAL" clId="{1E03F269-CBA5-46B5-A393-57B181650B55}" dt="2026-01-18T18:40:19.814" v="168" actId="1076"/>
          <ac:spMkLst>
            <pc:docMk/>
            <pc:sldMk cId="0" sldId="256"/>
            <ac:spMk id="3" creationId="{00000000-0000-0000-0000-000000000000}"/>
          </ac:spMkLst>
        </pc:spChg>
        <pc:spChg chg="mod">
          <ac:chgData name="Avgi Stavrou" userId="dd16d0fc-f2bc-4903-959a-5212f7e12581" providerId="ADAL" clId="{1E03F269-CBA5-46B5-A393-57B181650B55}" dt="2026-01-18T18:40:15.668" v="167" actId="1076"/>
          <ac:spMkLst>
            <pc:docMk/>
            <pc:sldMk cId="0" sldId="256"/>
            <ac:spMk id="4" creationId="{00000000-0000-0000-0000-000000000000}"/>
          </ac:spMkLst>
        </pc:spChg>
      </pc:sldChg>
      <pc:sldChg chg="delSp modSp mod">
        <pc:chgData name="Avgi Stavrou" userId="dd16d0fc-f2bc-4903-959a-5212f7e12581" providerId="ADAL" clId="{1E03F269-CBA5-46B5-A393-57B181650B55}" dt="2026-01-18T18:43:44.044" v="204" actId="14100"/>
        <pc:sldMkLst>
          <pc:docMk/>
          <pc:sldMk cId="0" sldId="257"/>
        </pc:sldMkLst>
        <pc:spChg chg="mod">
          <ac:chgData name="Avgi Stavrou" userId="dd16d0fc-f2bc-4903-959a-5212f7e12581" providerId="ADAL" clId="{1E03F269-CBA5-46B5-A393-57B181650B55}" dt="2026-01-18T18:40:51.255" v="171" actId="1076"/>
          <ac:spMkLst>
            <pc:docMk/>
            <pc:sldMk cId="0" sldId="257"/>
            <ac:spMk id="2" creationId="{00000000-0000-0000-0000-000000000000}"/>
          </ac:spMkLst>
        </pc:spChg>
        <pc:spChg chg="mod">
          <ac:chgData name="Avgi Stavrou" userId="dd16d0fc-f2bc-4903-959a-5212f7e12581" providerId="ADAL" clId="{1E03F269-CBA5-46B5-A393-57B181650B55}" dt="2026-01-18T18:43:07.963" v="199" actId="14100"/>
          <ac:spMkLst>
            <pc:docMk/>
            <pc:sldMk cId="0" sldId="257"/>
            <ac:spMk id="3" creationId="{00000000-0000-0000-0000-000000000000}"/>
          </ac:spMkLst>
        </pc:spChg>
        <pc:spChg chg="mod">
          <ac:chgData name="Avgi Stavrou" userId="dd16d0fc-f2bc-4903-959a-5212f7e12581" providerId="ADAL" clId="{1E03F269-CBA5-46B5-A393-57B181650B55}" dt="2026-01-18T18:43:44.044" v="204" actId="14100"/>
          <ac:spMkLst>
            <pc:docMk/>
            <pc:sldMk cId="0" sldId="257"/>
            <ac:spMk id="4" creationId="{00000000-0000-0000-0000-000000000000}"/>
          </ac:spMkLst>
        </pc:spChg>
        <pc:spChg chg="mod">
          <ac:chgData name="Avgi Stavrou" userId="dd16d0fc-f2bc-4903-959a-5212f7e12581" providerId="ADAL" clId="{1E03F269-CBA5-46B5-A393-57B181650B55}" dt="2026-01-18T18:42:49.846" v="196" actId="1076"/>
          <ac:spMkLst>
            <pc:docMk/>
            <pc:sldMk cId="0" sldId="257"/>
            <ac:spMk id="5" creationId="{00000000-0000-0000-0000-000000000000}"/>
          </ac:spMkLst>
        </pc:spChg>
        <pc:spChg chg="mod">
          <ac:chgData name="Avgi Stavrou" userId="dd16d0fc-f2bc-4903-959a-5212f7e12581" providerId="ADAL" clId="{1E03F269-CBA5-46B5-A393-57B181650B55}" dt="2026-01-18T18:43:18.216" v="200" actId="255"/>
          <ac:spMkLst>
            <pc:docMk/>
            <pc:sldMk cId="0" sldId="257"/>
            <ac:spMk id="6" creationId="{00000000-0000-0000-0000-000000000000}"/>
          </ac:spMkLst>
        </pc:spChg>
        <pc:spChg chg="mod">
          <ac:chgData name="Avgi Stavrou" userId="dd16d0fc-f2bc-4903-959a-5212f7e12581" providerId="ADAL" clId="{1E03F269-CBA5-46B5-A393-57B181650B55}" dt="2026-01-18T18:43:00.534" v="198" actId="14100"/>
          <ac:spMkLst>
            <pc:docMk/>
            <pc:sldMk cId="0" sldId="257"/>
            <ac:spMk id="7" creationId="{00000000-0000-0000-0000-000000000000}"/>
          </ac:spMkLst>
        </pc:spChg>
        <pc:spChg chg="mod">
          <ac:chgData name="Avgi Stavrou" userId="dd16d0fc-f2bc-4903-959a-5212f7e12581" providerId="ADAL" clId="{1E03F269-CBA5-46B5-A393-57B181650B55}" dt="2026-01-18T18:43:40.355" v="203" actId="14100"/>
          <ac:spMkLst>
            <pc:docMk/>
            <pc:sldMk cId="0" sldId="257"/>
            <ac:spMk id="8" creationId="{00000000-0000-0000-0000-000000000000}"/>
          </ac:spMkLst>
        </pc:spChg>
        <pc:spChg chg="del mod">
          <ac:chgData name="Avgi Stavrou" userId="dd16d0fc-f2bc-4903-959a-5212f7e12581" providerId="ADAL" clId="{1E03F269-CBA5-46B5-A393-57B181650B55}" dt="2026-01-18T18:41:14.718" v="175" actId="478"/>
          <ac:spMkLst>
            <pc:docMk/>
            <pc:sldMk cId="0" sldId="257"/>
            <ac:spMk id="9" creationId="{00000000-0000-0000-0000-000000000000}"/>
          </ac:spMkLst>
        </pc:spChg>
      </pc:sldChg>
      <pc:sldChg chg="modSp mod">
        <pc:chgData name="Avgi Stavrou" userId="dd16d0fc-f2bc-4903-959a-5212f7e12581" providerId="ADAL" clId="{1E03F269-CBA5-46B5-A393-57B181650B55}" dt="2026-01-18T18:49:51.237" v="344" actId="14100"/>
        <pc:sldMkLst>
          <pc:docMk/>
          <pc:sldMk cId="0" sldId="258"/>
        </pc:sldMkLst>
        <pc:spChg chg="mod">
          <ac:chgData name="Avgi Stavrou" userId="dd16d0fc-f2bc-4903-959a-5212f7e12581" providerId="ADAL" clId="{1E03F269-CBA5-46B5-A393-57B181650B55}" dt="2026-01-18T18:44:12.445" v="207" actId="1076"/>
          <ac:spMkLst>
            <pc:docMk/>
            <pc:sldMk cId="0" sldId="258"/>
            <ac:spMk id="2" creationId="{00000000-0000-0000-0000-000000000000}"/>
          </ac:spMkLst>
        </pc:spChg>
        <pc:spChg chg="mod">
          <ac:chgData name="Avgi Stavrou" userId="dd16d0fc-f2bc-4903-959a-5212f7e12581" providerId="ADAL" clId="{1E03F269-CBA5-46B5-A393-57B181650B55}" dt="2026-01-18T18:48:30.679" v="274" actId="14100"/>
          <ac:spMkLst>
            <pc:docMk/>
            <pc:sldMk cId="0" sldId="258"/>
            <ac:spMk id="3" creationId="{00000000-0000-0000-0000-000000000000}"/>
          </ac:spMkLst>
        </pc:spChg>
        <pc:spChg chg="mod">
          <ac:chgData name="Avgi Stavrou" userId="dd16d0fc-f2bc-4903-959a-5212f7e12581" providerId="ADAL" clId="{1E03F269-CBA5-46B5-A393-57B181650B55}" dt="2026-01-18T18:47:03.941" v="238" actId="2710"/>
          <ac:spMkLst>
            <pc:docMk/>
            <pc:sldMk cId="0" sldId="258"/>
            <ac:spMk id="4" creationId="{00000000-0000-0000-0000-000000000000}"/>
          </ac:spMkLst>
        </pc:spChg>
        <pc:spChg chg="mod">
          <ac:chgData name="Avgi Stavrou" userId="dd16d0fc-f2bc-4903-959a-5212f7e12581" providerId="ADAL" clId="{1E03F269-CBA5-46B5-A393-57B181650B55}" dt="2026-01-18T18:48:40.650" v="292" actId="1036"/>
          <ac:spMkLst>
            <pc:docMk/>
            <pc:sldMk cId="0" sldId="258"/>
            <ac:spMk id="5" creationId="{00000000-0000-0000-0000-000000000000}"/>
          </ac:spMkLst>
        </pc:spChg>
        <pc:spChg chg="mod">
          <ac:chgData name="Avgi Stavrou" userId="dd16d0fc-f2bc-4903-959a-5212f7e12581" providerId="ADAL" clId="{1E03F269-CBA5-46B5-A393-57B181650B55}" dt="2026-01-18T18:48:44.824" v="293" actId="14100"/>
          <ac:spMkLst>
            <pc:docMk/>
            <pc:sldMk cId="0" sldId="258"/>
            <ac:spMk id="6" creationId="{00000000-0000-0000-0000-000000000000}"/>
          </ac:spMkLst>
        </pc:spChg>
        <pc:spChg chg="mod">
          <ac:chgData name="Avgi Stavrou" userId="dd16d0fc-f2bc-4903-959a-5212f7e12581" providerId="ADAL" clId="{1E03F269-CBA5-46B5-A393-57B181650B55}" dt="2026-01-18T18:47:33.255" v="262" actId="20577"/>
          <ac:spMkLst>
            <pc:docMk/>
            <pc:sldMk cId="0" sldId="258"/>
            <ac:spMk id="7" creationId="{00000000-0000-0000-0000-000000000000}"/>
          </ac:spMkLst>
        </pc:spChg>
        <pc:spChg chg="mod">
          <ac:chgData name="Avgi Stavrou" userId="dd16d0fc-f2bc-4903-959a-5212f7e12581" providerId="ADAL" clId="{1E03F269-CBA5-46B5-A393-57B181650B55}" dt="2026-01-18T18:49:02.751" v="333" actId="1035"/>
          <ac:spMkLst>
            <pc:docMk/>
            <pc:sldMk cId="0" sldId="258"/>
            <ac:spMk id="8" creationId="{00000000-0000-0000-0000-000000000000}"/>
          </ac:spMkLst>
        </pc:spChg>
        <pc:spChg chg="mod">
          <ac:chgData name="Avgi Stavrou" userId="dd16d0fc-f2bc-4903-959a-5212f7e12581" providerId="ADAL" clId="{1E03F269-CBA5-46B5-A393-57B181650B55}" dt="2026-01-18T18:48:55.174" v="310" actId="1035"/>
          <ac:spMkLst>
            <pc:docMk/>
            <pc:sldMk cId="0" sldId="258"/>
            <ac:spMk id="9" creationId="{00000000-0000-0000-0000-000000000000}"/>
          </ac:spMkLst>
        </pc:spChg>
        <pc:spChg chg="mod">
          <ac:chgData name="Avgi Stavrou" userId="dd16d0fc-f2bc-4903-959a-5212f7e12581" providerId="ADAL" clId="{1E03F269-CBA5-46B5-A393-57B181650B55}" dt="2026-01-18T18:49:23.607" v="336" actId="14100"/>
          <ac:spMkLst>
            <pc:docMk/>
            <pc:sldMk cId="0" sldId="258"/>
            <ac:spMk id="10" creationId="{00000000-0000-0000-0000-000000000000}"/>
          </ac:spMkLst>
        </pc:spChg>
        <pc:spChg chg="mod">
          <ac:chgData name="Avgi Stavrou" userId="dd16d0fc-f2bc-4903-959a-5212f7e12581" providerId="ADAL" clId="{1E03F269-CBA5-46B5-A393-57B181650B55}" dt="2026-01-18T18:49:19.968" v="335" actId="1076"/>
          <ac:spMkLst>
            <pc:docMk/>
            <pc:sldMk cId="0" sldId="258"/>
            <ac:spMk id="11" creationId="{00000000-0000-0000-0000-000000000000}"/>
          </ac:spMkLst>
        </pc:spChg>
        <pc:spChg chg="mod">
          <ac:chgData name="Avgi Stavrou" userId="dd16d0fc-f2bc-4903-959a-5212f7e12581" providerId="ADAL" clId="{1E03F269-CBA5-46B5-A393-57B181650B55}" dt="2026-01-18T18:49:16.485" v="334" actId="255"/>
          <ac:spMkLst>
            <pc:docMk/>
            <pc:sldMk cId="0" sldId="258"/>
            <ac:spMk id="12" creationId="{00000000-0000-0000-0000-000000000000}"/>
          </ac:spMkLst>
        </pc:spChg>
        <pc:spChg chg="mod">
          <ac:chgData name="Avgi Stavrou" userId="dd16d0fc-f2bc-4903-959a-5212f7e12581" providerId="ADAL" clId="{1E03F269-CBA5-46B5-A393-57B181650B55}" dt="2026-01-18T18:49:51.237" v="344" actId="14100"/>
          <ac:spMkLst>
            <pc:docMk/>
            <pc:sldMk cId="0" sldId="258"/>
            <ac:spMk id="13" creationId="{00000000-0000-0000-0000-000000000000}"/>
          </ac:spMkLst>
        </pc:spChg>
        <pc:spChg chg="mod">
          <ac:chgData name="Avgi Stavrou" userId="dd16d0fc-f2bc-4903-959a-5212f7e12581" providerId="ADAL" clId="{1E03F269-CBA5-46B5-A393-57B181650B55}" dt="2026-01-18T18:49:40.775" v="342" actId="255"/>
          <ac:spMkLst>
            <pc:docMk/>
            <pc:sldMk cId="0" sldId="258"/>
            <ac:spMk id="14" creationId="{00000000-0000-0000-0000-000000000000}"/>
          </ac:spMkLst>
        </pc:spChg>
        <pc:spChg chg="mod">
          <ac:chgData name="Avgi Stavrou" userId="dd16d0fc-f2bc-4903-959a-5212f7e12581" providerId="ADAL" clId="{1E03F269-CBA5-46B5-A393-57B181650B55}" dt="2026-01-18T18:49:47.619" v="343" actId="255"/>
          <ac:spMkLst>
            <pc:docMk/>
            <pc:sldMk cId="0" sldId="258"/>
            <ac:spMk id="15" creationId="{00000000-0000-0000-0000-000000000000}"/>
          </ac:spMkLst>
        </pc:spChg>
      </pc:sldChg>
      <pc:sldChg chg="addSp modSp mod">
        <pc:chgData name="Avgi Stavrou" userId="dd16d0fc-f2bc-4903-959a-5212f7e12581" providerId="ADAL" clId="{1E03F269-CBA5-46B5-A393-57B181650B55}" dt="2026-01-19T07:57:04.970" v="2172" actId="1076"/>
        <pc:sldMkLst>
          <pc:docMk/>
          <pc:sldMk cId="0" sldId="259"/>
        </pc:sldMkLst>
        <pc:spChg chg="mod">
          <ac:chgData name="Avgi Stavrou" userId="dd16d0fc-f2bc-4903-959a-5212f7e12581" providerId="ADAL" clId="{1E03F269-CBA5-46B5-A393-57B181650B55}" dt="2026-01-18T18:50:24.116" v="347" actId="255"/>
          <ac:spMkLst>
            <pc:docMk/>
            <pc:sldMk cId="0" sldId="259"/>
            <ac:spMk id="2" creationId="{00000000-0000-0000-0000-000000000000}"/>
          </ac:spMkLst>
        </pc:spChg>
        <pc:spChg chg="mod">
          <ac:chgData name="Avgi Stavrou" userId="dd16d0fc-f2bc-4903-959a-5212f7e12581" providerId="ADAL" clId="{1E03F269-CBA5-46B5-A393-57B181650B55}" dt="2026-01-18T18:51:16.608" v="383" actId="1036"/>
          <ac:spMkLst>
            <pc:docMk/>
            <pc:sldMk cId="0" sldId="259"/>
            <ac:spMk id="3" creationId="{00000000-0000-0000-0000-000000000000}"/>
          </ac:spMkLst>
        </pc:spChg>
        <pc:spChg chg="mod">
          <ac:chgData name="Avgi Stavrou" userId="dd16d0fc-f2bc-4903-959a-5212f7e12581" providerId="ADAL" clId="{1E03F269-CBA5-46B5-A393-57B181650B55}" dt="2026-01-18T18:51:29.099" v="391" actId="6549"/>
          <ac:spMkLst>
            <pc:docMk/>
            <pc:sldMk cId="0" sldId="259"/>
            <ac:spMk id="5" creationId="{00000000-0000-0000-0000-000000000000}"/>
          </ac:spMkLst>
        </pc:spChg>
        <pc:spChg chg="mod">
          <ac:chgData name="Avgi Stavrou" userId="dd16d0fc-f2bc-4903-959a-5212f7e12581" providerId="ADAL" clId="{1E03F269-CBA5-46B5-A393-57B181650B55}" dt="2026-01-18T18:54:45.830" v="686" actId="1076"/>
          <ac:spMkLst>
            <pc:docMk/>
            <pc:sldMk cId="0" sldId="259"/>
            <ac:spMk id="6" creationId="{00000000-0000-0000-0000-000000000000}"/>
          </ac:spMkLst>
        </pc:spChg>
        <pc:spChg chg="mod">
          <ac:chgData name="Avgi Stavrou" userId="dd16d0fc-f2bc-4903-959a-5212f7e12581" providerId="ADAL" clId="{1E03F269-CBA5-46B5-A393-57B181650B55}" dt="2026-01-18T18:54:51.059" v="687" actId="1076"/>
          <ac:spMkLst>
            <pc:docMk/>
            <pc:sldMk cId="0" sldId="259"/>
            <ac:spMk id="7" creationId="{00000000-0000-0000-0000-000000000000}"/>
          </ac:spMkLst>
        </pc:spChg>
        <pc:spChg chg="mod">
          <ac:chgData name="Avgi Stavrou" userId="dd16d0fc-f2bc-4903-959a-5212f7e12581" providerId="ADAL" clId="{1E03F269-CBA5-46B5-A393-57B181650B55}" dt="2026-01-18T18:54:27.231" v="682" actId="1036"/>
          <ac:spMkLst>
            <pc:docMk/>
            <pc:sldMk cId="0" sldId="259"/>
            <ac:spMk id="8" creationId="{00000000-0000-0000-0000-000000000000}"/>
          </ac:spMkLst>
        </pc:spChg>
        <pc:spChg chg="mod">
          <ac:chgData name="Avgi Stavrou" userId="dd16d0fc-f2bc-4903-959a-5212f7e12581" providerId="ADAL" clId="{1E03F269-CBA5-46B5-A393-57B181650B55}" dt="2026-01-18T18:53:38.039" v="533" actId="1037"/>
          <ac:spMkLst>
            <pc:docMk/>
            <pc:sldMk cId="0" sldId="259"/>
            <ac:spMk id="9" creationId="{00000000-0000-0000-0000-000000000000}"/>
          </ac:spMkLst>
        </pc:spChg>
        <pc:spChg chg="mod">
          <ac:chgData name="Avgi Stavrou" userId="dd16d0fc-f2bc-4903-959a-5212f7e12581" providerId="ADAL" clId="{1E03F269-CBA5-46B5-A393-57B181650B55}" dt="2026-01-18T18:53:38.039" v="533" actId="1037"/>
          <ac:spMkLst>
            <pc:docMk/>
            <pc:sldMk cId="0" sldId="259"/>
            <ac:spMk id="11" creationId="{00000000-0000-0000-0000-000000000000}"/>
          </ac:spMkLst>
        </pc:spChg>
        <pc:spChg chg="mod">
          <ac:chgData name="Avgi Stavrou" userId="dd16d0fc-f2bc-4903-959a-5212f7e12581" providerId="ADAL" clId="{1E03F269-CBA5-46B5-A393-57B181650B55}" dt="2026-01-18T18:54:24.056" v="670" actId="1036"/>
          <ac:spMkLst>
            <pc:docMk/>
            <pc:sldMk cId="0" sldId="259"/>
            <ac:spMk id="12" creationId="{00000000-0000-0000-0000-000000000000}"/>
          </ac:spMkLst>
        </pc:spChg>
        <pc:spChg chg="mod">
          <ac:chgData name="Avgi Stavrou" userId="dd16d0fc-f2bc-4903-959a-5212f7e12581" providerId="ADAL" clId="{1E03F269-CBA5-46B5-A393-57B181650B55}" dt="2026-01-18T18:54:17.245" v="649" actId="1036"/>
          <ac:spMkLst>
            <pc:docMk/>
            <pc:sldMk cId="0" sldId="259"/>
            <ac:spMk id="13" creationId="{00000000-0000-0000-0000-000000000000}"/>
          </ac:spMkLst>
        </pc:spChg>
        <pc:spChg chg="mod">
          <ac:chgData name="Avgi Stavrou" userId="dd16d0fc-f2bc-4903-959a-5212f7e12581" providerId="ADAL" clId="{1E03F269-CBA5-46B5-A393-57B181650B55}" dt="2026-01-18T18:54:14.718" v="638" actId="1036"/>
          <ac:spMkLst>
            <pc:docMk/>
            <pc:sldMk cId="0" sldId="259"/>
            <ac:spMk id="14" creationId="{00000000-0000-0000-0000-000000000000}"/>
          </ac:spMkLst>
        </pc:spChg>
        <pc:spChg chg="mod">
          <ac:chgData name="Avgi Stavrou" userId="dd16d0fc-f2bc-4903-959a-5212f7e12581" providerId="ADAL" clId="{1E03F269-CBA5-46B5-A393-57B181650B55}" dt="2026-01-18T18:51:16.608" v="383" actId="1036"/>
          <ac:spMkLst>
            <pc:docMk/>
            <pc:sldMk cId="0" sldId="259"/>
            <ac:spMk id="15" creationId="{00000000-0000-0000-0000-000000000000}"/>
          </ac:spMkLst>
        </pc:spChg>
        <pc:spChg chg="mod">
          <ac:chgData name="Avgi Stavrou" userId="dd16d0fc-f2bc-4903-959a-5212f7e12581" providerId="ADAL" clId="{1E03F269-CBA5-46B5-A393-57B181650B55}" dt="2026-01-19T07:57:01.080" v="2171" actId="1076"/>
          <ac:spMkLst>
            <pc:docMk/>
            <pc:sldMk cId="0" sldId="259"/>
            <ac:spMk id="17" creationId="{00000000-0000-0000-0000-000000000000}"/>
          </ac:spMkLst>
        </pc:spChg>
        <pc:spChg chg="mod">
          <ac:chgData name="Avgi Stavrou" userId="dd16d0fc-f2bc-4903-959a-5212f7e12581" providerId="ADAL" clId="{1E03F269-CBA5-46B5-A393-57B181650B55}" dt="2026-01-18T18:53:48.221" v="558" actId="1035"/>
          <ac:spMkLst>
            <pc:docMk/>
            <pc:sldMk cId="0" sldId="259"/>
            <ac:spMk id="18" creationId="{00000000-0000-0000-0000-000000000000}"/>
          </ac:spMkLst>
        </pc:spChg>
        <pc:spChg chg="mod">
          <ac:chgData name="Avgi Stavrou" userId="dd16d0fc-f2bc-4903-959a-5212f7e12581" providerId="ADAL" clId="{1E03F269-CBA5-46B5-A393-57B181650B55}" dt="2026-01-18T18:54:02.414" v="599" actId="1035"/>
          <ac:spMkLst>
            <pc:docMk/>
            <pc:sldMk cId="0" sldId="259"/>
            <ac:spMk id="19" creationId="{00000000-0000-0000-0000-000000000000}"/>
          </ac:spMkLst>
        </pc:spChg>
        <pc:spChg chg="mod">
          <ac:chgData name="Avgi Stavrou" userId="dd16d0fc-f2bc-4903-959a-5212f7e12581" providerId="ADAL" clId="{1E03F269-CBA5-46B5-A393-57B181650B55}" dt="2026-01-18T18:54:09.605" v="628" actId="1035"/>
          <ac:spMkLst>
            <pc:docMk/>
            <pc:sldMk cId="0" sldId="259"/>
            <ac:spMk id="20" creationId="{00000000-0000-0000-0000-000000000000}"/>
          </ac:spMkLst>
        </pc:spChg>
        <pc:spChg chg="add mod">
          <ac:chgData name="Avgi Stavrou" userId="dd16d0fc-f2bc-4903-959a-5212f7e12581" providerId="ADAL" clId="{1E03F269-CBA5-46B5-A393-57B181650B55}" dt="2026-01-19T07:57:04.970" v="2172" actId="1076"/>
          <ac:spMkLst>
            <pc:docMk/>
            <pc:sldMk cId="0" sldId="259"/>
            <ac:spMk id="21" creationId="{C814915F-22E3-241A-793E-88DB6BD1BACF}"/>
          </ac:spMkLst>
        </pc:spChg>
        <pc:spChg chg="add mod">
          <ac:chgData name="Avgi Stavrou" userId="dd16d0fc-f2bc-4903-959a-5212f7e12581" providerId="ADAL" clId="{1E03F269-CBA5-46B5-A393-57B181650B55}" dt="2026-01-19T07:56:53.052" v="2170" actId="1076"/>
          <ac:spMkLst>
            <pc:docMk/>
            <pc:sldMk cId="0" sldId="259"/>
            <ac:spMk id="22" creationId="{275903EE-948A-5225-2832-94F9D2479054}"/>
          </ac:spMkLst>
        </pc:spChg>
        <pc:picChg chg="mod">
          <ac:chgData name="Avgi Stavrou" userId="dd16d0fc-f2bc-4903-959a-5212f7e12581" providerId="ADAL" clId="{1E03F269-CBA5-46B5-A393-57B181650B55}" dt="2026-01-18T18:51:16.608" v="383" actId="1036"/>
          <ac:picMkLst>
            <pc:docMk/>
            <pc:sldMk cId="0" sldId="259"/>
            <ac:picMk id="4" creationId="{00000000-0000-0000-0000-000000000000}"/>
          </ac:picMkLst>
        </pc:picChg>
        <pc:picChg chg="mod">
          <ac:chgData name="Avgi Stavrou" userId="dd16d0fc-f2bc-4903-959a-5212f7e12581" providerId="ADAL" clId="{1E03F269-CBA5-46B5-A393-57B181650B55}" dt="2026-01-18T18:51:16.608" v="383" actId="1036"/>
          <ac:picMkLst>
            <pc:docMk/>
            <pc:sldMk cId="0" sldId="259"/>
            <ac:picMk id="10" creationId="{00000000-0000-0000-0000-000000000000}"/>
          </ac:picMkLst>
        </pc:picChg>
      </pc:sldChg>
      <pc:sldChg chg="modSp mod">
        <pc:chgData name="Avgi Stavrou" userId="dd16d0fc-f2bc-4903-959a-5212f7e12581" providerId="ADAL" clId="{1E03F269-CBA5-46B5-A393-57B181650B55}" dt="2026-01-18T19:15:01.590" v="1075" actId="14100"/>
        <pc:sldMkLst>
          <pc:docMk/>
          <pc:sldMk cId="0" sldId="260"/>
        </pc:sldMkLst>
        <pc:spChg chg="mod">
          <ac:chgData name="Avgi Stavrou" userId="dd16d0fc-f2bc-4903-959a-5212f7e12581" providerId="ADAL" clId="{1E03F269-CBA5-46B5-A393-57B181650B55}" dt="2026-01-18T18:34:54.606" v="0" actId="1076"/>
          <ac:spMkLst>
            <pc:docMk/>
            <pc:sldMk cId="0" sldId="260"/>
            <ac:spMk id="2" creationId="{00000000-0000-0000-0000-000000000000}"/>
          </ac:spMkLst>
        </pc:spChg>
        <pc:spChg chg="mod">
          <ac:chgData name="Avgi Stavrou" userId="dd16d0fc-f2bc-4903-959a-5212f7e12581" providerId="ADAL" clId="{1E03F269-CBA5-46B5-A393-57B181650B55}" dt="2026-01-18T19:15:01.590" v="1075" actId="14100"/>
          <ac:spMkLst>
            <pc:docMk/>
            <pc:sldMk cId="0" sldId="260"/>
            <ac:spMk id="3" creationId="{00000000-0000-0000-0000-000000000000}"/>
          </ac:spMkLst>
        </pc:spChg>
        <pc:spChg chg="mod">
          <ac:chgData name="Avgi Stavrou" userId="dd16d0fc-f2bc-4903-959a-5212f7e12581" providerId="ADAL" clId="{1E03F269-CBA5-46B5-A393-57B181650B55}" dt="2026-01-18T18:35:57.695" v="69" actId="255"/>
          <ac:spMkLst>
            <pc:docMk/>
            <pc:sldMk cId="0" sldId="260"/>
            <ac:spMk id="5" creationId="{00000000-0000-0000-0000-000000000000}"/>
          </ac:spMkLst>
        </pc:spChg>
        <pc:spChg chg="mod">
          <ac:chgData name="Avgi Stavrou" userId="dd16d0fc-f2bc-4903-959a-5212f7e12581" providerId="ADAL" clId="{1E03F269-CBA5-46B5-A393-57B181650B55}" dt="2026-01-18T18:36:17.157" v="119" actId="14100"/>
          <ac:spMkLst>
            <pc:docMk/>
            <pc:sldMk cId="0" sldId="260"/>
            <ac:spMk id="6" creationId="{00000000-0000-0000-0000-000000000000}"/>
          </ac:spMkLst>
        </pc:spChg>
        <pc:spChg chg="mod">
          <ac:chgData name="Avgi Stavrou" userId="dd16d0fc-f2bc-4903-959a-5212f7e12581" providerId="ADAL" clId="{1E03F269-CBA5-46B5-A393-57B181650B55}" dt="2026-01-18T18:35:57.695" v="69" actId="255"/>
          <ac:spMkLst>
            <pc:docMk/>
            <pc:sldMk cId="0" sldId="260"/>
            <ac:spMk id="8" creationId="{00000000-0000-0000-0000-000000000000}"/>
          </ac:spMkLst>
        </pc:spChg>
        <pc:spChg chg="mod">
          <ac:chgData name="Avgi Stavrou" userId="dd16d0fc-f2bc-4903-959a-5212f7e12581" providerId="ADAL" clId="{1E03F269-CBA5-46B5-A393-57B181650B55}" dt="2026-01-18T18:36:17.157" v="119" actId="14100"/>
          <ac:spMkLst>
            <pc:docMk/>
            <pc:sldMk cId="0" sldId="260"/>
            <ac:spMk id="9" creationId="{00000000-0000-0000-0000-000000000000}"/>
          </ac:spMkLst>
        </pc:spChg>
        <pc:spChg chg="mod">
          <ac:chgData name="Avgi Stavrou" userId="dd16d0fc-f2bc-4903-959a-5212f7e12581" providerId="ADAL" clId="{1E03F269-CBA5-46B5-A393-57B181650B55}" dt="2026-01-18T18:35:57.695" v="69" actId="255"/>
          <ac:spMkLst>
            <pc:docMk/>
            <pc:sldMk cId="0" sldId="260"/>
            <ac:spMk id="11" creationId="{00000000-0000-0000-0000-000000000000}"/>
          </ac:spMkLst>
        </pc:spChg>
        <pc:spChg chg="mod">
          <ac:chgData name="Avgi Stavrou" userId="dd16d0fc-f2bc-4903-959a-5212f7e12581" providerId="ADAL" clId="{1E03F269-CBA5-46B5-A393-57B181650B55}" dt="2026-01-18T18:36:17.157" v="119" actId="14100"/>
          <ac:spMkLst>
            <pc:docMk/>
            <pc:sldMk cId="0" sldId="260"/>
            <ac:spMk id="12" creationId="{00000000-0000-0000-0000-000000000000}"/>
          </ac:spMkLst>
        </pc:spChg>
        <pc:spChg chg="mod">
          <ac:chgData name="Avgi Stavrou" userId="dd16d0fc-f2bc-4903-959a-5212f7e12581" providerId="ADAL" clId="{1E03F269-CBA5-46B5-A393-57B181650B55}" dt="2026-01-18T18:35:57.695" v="69" actId="255"/>
          <ac:spMkLst>
            <pc:docMk/>
            <pc:sldMk cId="0" sldId="260"/>
            <ac:spMk id="14" creationId="{00000000-0000-0000-0000-000000000000}"/>
          </ac:spMkLst>
        </pc:spChg>
        <pc:spChg chg="mod">
          <ac:chgData name="Avgi Stavrou" userId="dd16d0fc-f2bc-4903-959a-5212f7e12581" providerId="ADAL" clId="{1E03F269-CBA5-46B5-A393-57B181650B55}" dt="2026-01-18T18:36:17.157" v="119" actId="14100"/>
          <ac:spMkLst>
            <pc:docMk/>
            <pc:sldMk cId="0" sldId="260"/>
            <ac:spMk id="15" creationId="{00000000-0000-0000-0000-000000000000}"/>
          </ac:spMkLst>
        </pc:spChg>
        <pc:spChg chg="mod">
          <ac:chgData name="Avgi Stavrou" userId="dd16d0fc-f2bc-4903-959a-5212f7e12581" providerId="ADAL" clId="{1E03F269-CBA5-46B5-A393-57B181650B55}" dt="2026-01-18T18:35:57.695" v="69" actId="255"/>
          <ac:spMkLst>
            <pc:docMk/>
            <pc:sldMk cId="0" sldId="260"/>
            <ac:spMk id="17" creationId="{00000000-0000-0000-0000-000000000000}"/>
          </ac:spMkLst>
        </pc:spChg>
        <pc:spChg chg="mod">
          <ac:chgData name="Avgi Stavrou" userId="dd16d0fc-f2bc-4903-959a-5212f7e12581" providerId="ADAL" clId="{1E03F269-CBA5-46B5-A393-57B181650B55}" dt="2026-01-18T18:36:17.157" v="119" actId="14100"/>
          <ac:spMkLst>
            <pc:docMk/>
            <pc:sldMk cId="0" sldId="260"/>
            <ac:spMk id="18" creationId="{00000000-0000-0000-0000-000000000000}"/>
          </ac:spMkLst>
        </pc:spChg>
        <pc:spChg chg="mod">
          <ac:chgData name="Avgi Stavrou" userId="dd16d0fc-f2bc-4903-959a-5212f7e12581" providerId="ADAL" clId="{1E03F269-CBA5-46B5-A393-57B181650B55}" dt="2026-01-18T18:35:57.695" v="69" actId="255"/>
          <ac:spMkLst>
            <pc:docMk/>
            <pc:sldMk cId="0" sldId="260"/>
            <ac:spMk id="20" creationId="{00000000-0000-0000-0000-000000000000}"/>
          </ac:spMkLst>
        </pc:spChg>
        <pc:picChg chg="mod">
          <ac:chgData name="Avgi Stavrou" userId="dd16d0fc-f2bc-4903-959a-5212f7e12581" providerId="ADAL" clId="{1E03F269-CBA5-46B5-A393-57B181650B55}" dt="2026-01-18T18:36:17.157" v="119" actId="14100"/>
          <ac:picMkLst>
            <pc:docMk/>
            <pc:sldMk cId="0" sldId="260"/>
            <ac:picMk id="4" creationId="{00000000-0000-0000-0000-000000000000}"/>
          </ac:picMkLst>
        </pc:picChg>
        <pc:picChg chg="mod">
          <ac:chgData name="Avgi Stavrou" userId="dd16d0fc-f2bc-4903-959a-5212f7e12581" providerId="ADAL" clId="{1E03F269-CBA5-46B5-A393-57B181650B55}" dt="2026-01-18T18:36:17.157" v="119" actId="14100"/>
          <ac:picMkLst>
            <pc:docMk/>
            <pc:sldMk cId="0" sldId="260"/>
            <ac:picMk id="7" creationId="{00000000-0000-0000-0000-000000000000}"/>
          </ac:picMkLst>
        </pc:picChg>
        <pc:picChg chg="mod">
          <ac:chgData name="Avgi Stavrou" userId="dd16d0fc-f2bc-4903-959a-5212f7e12581" providerId="ADAL" clId="{1E03F269-CBA5-46B5-A393-57B181650B55}" dt="2026-01-18T18:36:17.157" v="119" actId="14100"/>
          <ac:picMkLst>
            <pc:docMk/>
            <pc:sldMk cId="0" sldId="260"/>
            <ac:picMk id="13" creationId="{00000000-0000-0000-0000-000000000000}"/>
          </ac:picMkLst>
        </pc:picChg>
        <pc:picChg chg="mod">
          <ac:chgData name="Avgi Stavrou" userId="dd16d0fc-f2bc-4903-959a-5212f7e12581" providerId="ADAL" clId="{1E03F269-CBA5-46B5-A393-57B181650B55}" dt="2026-01-18T18:36:17.157" v="119" actId="14100"/>
          <ac:picMkLst>
            <pc:docMk/>
            <pc:sldMk cId="0" sldId="260"/>
            <ac:picMk id="16" creationId="{00000000-0000-0000-0000-000000000000}"/>
          </ac:picMkLst>
        </pc:picChg>
      </pc:sldChg>
      <pc:sldChg chg="modSp mod">
        <pc:chgData name="Avgi Stavrou" userId="dd16d0fc-f2bc-4903-959a-5212f7e12581" providerId="ADAL" clId="{1E03F269-CBA5-46B5-A393-57B181650B55}" dt="2026-01-18T18:58:39.734" v="725" actId="1076"/>
        <pc:sldMkLst>
          <pc:docMk/>
          <pc:sldMk cId="0" sldId="262"/>
        </pc:sldMkLst>
        <pc:spChg chg="mod">
          <ac:chgData name="Avgi Stavrou" userId="dd16d0fc-f2bc-4903-959a-5212f7e12581" providerId="ADAL" clId="{1E03F269-CBA5-46B5-A393-57B181650B55}" dt="2026-01-18T18:55:22.712" v="689" actId="1076"/>
          <ac:spMkLst>
            <pc:docMk/>
            <pc:sldMk cId="0" sldId="262"/>
            <ac:spMk id="2" creationId="{00000000-0000-0000-0000-000000000000}"/>
          </ac:spMkLst>
        </pc:spChg>
        <pc:spChg chg="mod">
          <ac:chgData name="Avgi Stavrou" userId="dd16d0fc-f2bc-4903-959a-5212f7e12581" providerId="ADAL" clId="{1E03F269-CBA5-46B5-A393-57B181650B55}" dt="2026-01-18T18:56:13.912" v="697" actId="1076"/>
          <ac:spMkLst>
            <pc:docMk/>
            <pc:sldMk cId="0" sldId="262"/>
            <ac:spMk id="3" creationId="{00000000-0000-0000-0000-000000000000}"/>
          </ac:spMkLst>
        </pc:spChg>
        <pc:spChg chg="mod">
          <ac:chgData name="Avgi Stavrou" userId="dd16d0fc-f2bc-4903-959a-5212f7e12581" providerId="ADAL" clId="{1E03F269-CBA5-46B5-A393-57B181650B55}" dt="2026-01-18T18:56:19.674" v="698" actId="1076"/>
          <ac:spMkLst>
            <pc:docMk/>
            <pc:sldMk cId="0" sldId="262"/>
            <ac:spMk id="4" creationId="{00000000-0000-0000-0000-000000000000}"/>
          </ac:spMkLst>
        </pc:spChg>
        <pc:spChg chg="mod">
          <ac:chgData name="Avgi Stavrou" userId="dd16d0fc-f2bc-4903-959a-5212f7e12581" providerId="ADAL" clId="{1E03F269-CBA5-46B5-A393-57B181650B55}" dt="2026-01-18T18:56:22.831" v="699" actId="1076"/>
          <ac:spMkLst>
            <pc:docMk/>
            <pc:sldMk cId="0" sldId="262"/>
            <ac:spMk id="5" creationId="{00000000-0000-0000-0000-000000000000}"/>
          </ac:spMkLst>
        </pc:spChg>
        <pc:spChg chg="mod">
          <ac:chgData name="Avgi Stavrou" userId="dd16d0fc-f2bc-4903-959a-5212f7e12581" providerId="ADAL" clId="{1E03F269-CBA5-46B5-A393-57B181650B55}" dt="2026-01-18T18:57:03.542" v="705" actId="1076"/>
          <ac:spMkLst>
            <pc:docMk/>
            <pc:sldMk cId="0" sldId="262"/>
            <ac:spMk id="8" creationId="{00000000-0000-0000-0000-000000000000}"/>
          </ac:spMkLst>
        </pc:spChg>
        <pc:spChg chg="mod">
          <ac:chgData name="Avgi Stavrou" userId="dd16d0fc-f2bc-4903-959a-5212f7e12581" providerId="ADAL" clId="{1E03F269-CBA5-46B5-A393-57B181650B55}" dt="2026-01-18T18:57:21.766" v="708" actId="1076"/>
          <ac:spMkLst>
            <pc:docMk/>
            <pc:sldMk cId="0" sldId="262"/>
            <ac:spMk id="9" creationId="{00000000-0000-0000-0000-000000000000}"/>
          </ac:spMkLst>
        </pc:spChg>
        <pc:spChg chg="mod">
          <ac:chgData name="Avgi Stavrou" userId="dd16d0fc-f2bc-4903-959a-5212f7e12581" providerId="ADAL" clId="{1E03F269-CBA5-46B5-A393-57B181650B55}" dt="2026-01-18T18:57:25.948" v="709" actId="1076"/>
          <ac:spMkLst>
            <pc:docMk/>
            <pc:sldMk cId="0" sldId="262"/>
            <ac:spMk id="10" creationId="{00000000-0000-0000-0000-000000000000}"/>
          </ac:spMkLst>
        </pc:spChg>
        <pc:spChg chg="mod">
          <ac:chgData name="Avgi Stavrou" userId="dd16d0fc-f2bc-4903-959a-5212f7e12581" providerId="ADAL" clId="{1E03F269-CBA5-46B5-A393-57B181650B55}" dt="2026-01-18T18:57:40.676" v="712" actId="2710"/>
          <ac:spMkLst>
            <pc:docMk/>
            <pc:sldMk cId="0" sldId="262"/>
            <ac:spMk id="12" creationId="{00000000-0000-0000-0000-000000000000}"/>
          </ac:spMkLst>
        </pc:spChg>
        <pc:spChg chg="mod">
          <ac:chgData name="Avgi Stavrou" userId="dd16d0fc-f2bc-4903-959a-5212f7e12581" providerId="ADAL" clId="{1E03F269-CBA5-46B5-A393-57B181650B55}" dt="2026-01-18T18:58:01.128" v="716" actId="1076"/>
          <ac:spMkLst>
            <pc:docMk/>
            <pc:sldMk cId="0" sldId="262"/>
            <ac:spMk id="13" creationId="{00000000-0000-0000-0000-000000000000}"/>
          </ac:spMkLst>
        </pc:spChg>
        <pc:spChg chg="mod">
          <ac:chgData name="Avgi Stavrou" userId="dd16d0fc-f2bc-4903-959a-5212f7e12581" providerId="ADAL" clId="{1E03F269-CBA5-46B5-A393-57B181650B55}" dt="2026-01-18T18:58:07.910" v="717" actId="1076"/>
          <ac:spMkLst>
            <pc:docMk/>
            <pc:sldMk cId="0" sldId="262"/>
            <ac:spMk id="14" creationId="{00000000-0000-0000-0000-000000000000}"/>
          </ac:spMkLst>
        </pc:spChg>
        <pc:picChg chg="mod">
          <ac:chgData name="Avgi Stavrou" userId="dd16d0fc-f2bc-4903-959a-5212f7e12581" providerId="ADAL" clId="{1E03F269-CBA5-46B5-A393-57B181650B55}" dt="2026-01-18T18:58:39.734" v="725" actId="1076"/>
          <ac:picMkLst>
            <pc:docMk/>
            <pc:sldMk cId="0" sldId="262"/>
            <ac:picMk id="6" creationId="{00000000-0000-0000-0000-000000000000}"/>
          </ac:picMkLst>
        </pc:picChg>
        <pc:picChg chg="mod">
          <ac:chgData name="Avgi Stavrou" userId="dd16d0fc-f2bc-4903-959a-5212f7e12581" providerId="ADAL" clId="{1E03F269-CBA5-46B5-A393-57B181650B55}" dt="2026-01-18T18:58:19.491" v="721" actId="1076"/>
          <ac:picMkLst>
            <pc:docMk/>
            <pc:sldMk cId="0" sldId="262"/>
            <ac:picMk id="7" creationId="{00000000-0000-0000-0000-000000000000}"/>
          </ac:picMkLst>
        </pc:picChg>
        <pc:picChg chg="mod">
          <ac:chgData name="Avgi Stavrou" userId="dd16d0fc-f2bc-4903-959a-5212f7e12581" providerId="ADAL" clId="{1E03F269-CBA5-46B5-A393-57B181650B55}" dt="2026-01-18T18:58:11.426" v="718" actId="14100"/>
          <ac:picMkLst>
            <pc:docMk/>
            <pc:sldMk cId="0" sldId="262"/>
            <ac:picMk id="11" creationId="{00000000-0000-0000-0000-000000000000}"/>
          </ac:picMkLst>
        </pc:picChg>
      </pc:sldChg>
      <pc:sldChg chg="addSp modSp mod modNotesTx">
        <pc:chgData name="Avgi Stavrou" userId="dd16d0fc-f2bc-4903-959a-5212f7e12581" providerId="ADAL" clId="{1E03F269-CBA5-46B5-A393-57B181650B55}" dt="2026-01-19T08:08:47.425" v="2189" actId="20577"/>
        <pc:sldMkLst>
          <pc:docMk/>
          <pc:sldMk cId="0" sldId="263"/>
        </pc:sldMkLst>
        <pc:spChg chg="mod">
          <ac:chgData name="Avgi Stavrou" userId="dd16d0fc-f2bc-4903-959a-5212f7e12581" providerId="ADAL" clId="{1E03F269-CBA5-46B5-A393-57B181650B55}" dt="2026-01-18T19:01:31.726" v="768" actId="164"/>
          <ac:spMkLst>
            <pc:docMk/>
            <pc:sldMk cId="0" sldId="263"/>
            <ac:spMk id="2" creationId="{00000000-0000-0000-0000-000000000000}"/>
          </ac:spMkLst>
        </pc:spChg>
        <pc:spChg chg="mod">
          <ac:chgData name="Avgi Stavrou" userId="dd16d0fc-f2bc-4903-959a-5212f7e12581" providerId="ADAL" clId="{1E03F269-CBA5-46B5-A393-57B181650B55}" dt="2026-01-18T19:01:31.726" v="768" actId="164"/>
          <ac:spMkLst>
            <pc:docMk/>
            <pc:sldMk cId="0" sldId="263"/>
            <ac:spMk id="3" creationId="{00000000-0000-0000-0000-000000000000}"/>
          </ac:spMkLst>
        </pc:spChg>
        <pc:spChg chg="mod">
          <ac:chgData name="Avgi Stavrou" userId="dd16d0fc-f2bc-4903-959a-5212f7e12581" providerId="ADAL" clId="{1E03F269-CBA5-46B5-A393-57B181650B55}" dt="2026-01-18T19:01:37.545" v="770" actId="1076"/>
          <ac:spMkLst>
            <pc:docMk/>
            <pc:sldMk cId="0" sldId="263"/>
            <ac:spMk id="4" creationId="{00000000-0000-0000-0000-000000000000}"/>
          </ac:spMkLst>
        </pc:spChg>
        <pc:spChg chg="mod">
          <ac:chgData name="Avgi Stavrou" userId="dd16d0fc-f2bc-4903-959a-5212f7e12581" providerId="ADAL" clId="{1E03F269-CBA5-46B5-A393-57B181650B55}" dt="2026-01-18T19:01:52.694" v="772" actId="14100"/>
          <ac:spMkLst>
            <pc:docMk/>
            <pc:sldMk cId="0" sldId="263"/>
            <ac:spMk id="5" creationId="{00000000-0000-0000-0000-000000000000}"/>
          </ac:spMkLst>
        </pc:spChg>
        <pc:spChg chg="mod">
          <ac:chgData name="Avgi Stavrou" userId="dd16d0fc-f2bc-4903-959a-5212f7e12581" providerId="ADAL" clId="{1E03F269-CBA5-46B5-A393-57B181650B55}" dt="2026-01-18T19:04:08.302" v="869" actId="1076"/>
          <ac:spMkLst>
            <pc:docMk/>
            <pc:sldMk cId="0" sldId="263"/>
            <ac:spMk id="6" creationId="{00000000-0000-0000-0000-000000000000}"/>
          </ac:spMkLst>
        </pc:spChg>
        <pc:spChg chg="mod">
          <ac:chgData name="Avgi Stavrou" userId="dd16d0fc-f2bc-4903-959a-5212f7e12581" providerId="ADAL" clId="{1E03F269-CBA5-46B5-A393-57B181650B55}" dt="2026-01-18T19:06:50.716" v="943" actId="1076"/>
          <ac:spMkLst>
            <pc:docMk/>
            <pc:sldMk cId="0" sldId="263"/>
            <ac:spMk id="8" creationId="{00000000-0000-0000-0000-000000000000}"/>
          </ac:spMkLst>
        </pc:spChg>
        <pc:spChg chg="mod">
          <ac:chgData name="Avgi Stavrou" userId="dd16d0fc-f2bc-4903-959a-5212f7e12581" providerId="ADAL" clId="{1E03F269-CBA5-46B5-A393-57B181650B55}" dt="2026-01-18T19:06:54.167" v="944" actId="1076"/>
          <ac:spMkLst>
            <pc:docMk/>
            <pc:sldMk cId="0" sldId="263"/>
            <ac:spMk id="9" creationId="{00000000-0000-0000-0000-000000000000}"/>
          </ac:spMkLst>
        </pc:spChg>
        <pc:spChg chg="mod">
          <ac:chgData name="Avgi Stavrou" userId="dd16d0fc-f2bc-4903-959a-5212f7e12581" providerId="ADAL" clId="{1E03F269-CBA5-46B5-A393-57B181650B55}" dt="2026-01-18T19:04:22.876" v="872" actId="14100"/>
          <ac:spMkLst>
            <pc:docMk/>
            <pc:sldMk cId="0" sldId="263"/>
            <ac:spMk id="10" creationId="{00000000-0000-0000-0000-000000000000}"/>
          </ac:spMkLst>
        </pc:spChg>
        <pc:spChg chg="mod">
          <ac:chgData name="Avgi Stavrou" userId="dd16d0fc-f2bc-4903-959a-5212f7e12581" providerId="ADAL" clId="{1E03F269-CBA5-46B5-A393-57B181650B55}" dt="2026-01-18T19:06:40.451" v="941" actId="14100"/>
          <ac:spMkLst>
            <pc:docMk/>
            <pc:sldMk cId="0" sldId="263"/>
            <ac:spMk id="11" creationId="{00000000-0000-0000-0000-000000000000}"/>
          </ac:spMkLst>
        </pc:spChg>
        <pc:spChg chg="mod">
          <ac:chgData name="Avgi Stavrou" userId="dd16d0fc-f2bc-4903-959a-5212f7e12581" providerId="ADAL" clId="{1E03F269-CBA5-46B5-A393-57B181650B55}" dt="2026-01-18T19:05:38.504" v="928" actId="255"/>
          <ac:spMkLst>
            <pc:docMk/>
            <pc:sldMk cId="0" sldId="263"/>
            <ac:spMk id="12" creationId="{00000000-0000-0000-0000-000000000000}"/>
          </ac:spMkLst>
        </pc:spChg>
        <pc:spChg chg="mod">
          <ac:chgData name="Avgi Stavrou" userId="dd16d0fc-f2bc-4903-959a-5212f7e12581" providerId="ADAL" clId="{1E03F269-CBA5-46B5-A393-57B181650B55}" dt="2026-01-18T19:06:58.940" v="946" actId="14100"/>
          <ac:spMkLst>
            <pc:docMk/>
            <pc:sldMk cId="0" sldId="263"/>
            <ac:spMk id="13" creationId="{00000000-0000-0000-0000-000000000000}"/>
          </ac:spMkLst>
        </pc:spChg>
        <pc:spChg chg="mod">
          <ac:chgData name="Avgi Stavrou" userId="dd16d0fc-f2bc-4903-959a-5212f7e12581" providerId="ADAL" clId="{1E03F269-CBA5-46B5-A393-57B181650B55}" dt="2026-01-18T19:07:06.688" v="947" actId="255"/>
          <ac:spMkLst>
            <pc:docMk/>
            <pc:sldMk cId="0" sldId="263"/>
            <ac:spMk id="14" creationId="{00000000-0000-0000-0000-000000000000}"/>
          </ac:spMkLst>
        </pc:spChg>
        <pc:grpChg chg="add mod">
          <ac:chgData name="Avgi Stavrou" userId="dd16d0fc-f2bc-4903-959a-5212f7e12581" providerId="ADAL" clId="{1E03F269-CBA5-46B5-A393-57B181650B55}" dt="2026-01-18T19:01:34.389" v="769" actId="1076"/>
          <ac:grpSpMkLst>
            <pc:docMk/>
            <pc:sldMk cId="0" sldId="263"/>
            <ac:grpSpMk id="15" creationId="{06E36638-B456-0A62-1998-65F436CE99AB}"/>
          </ac:grpSpMkLst>
        </pc:grpChg>
        <pc:picChg chg="mod">
          <ac:chgData name="Avgi Stavrou" userId="dd16d0fc-f2bc-4903-959a-5212f7e12581" providerId="ADAL" clId="{1E03F269-CBA5-46B5-A393-57B181650B55}" dt="2026-01-18T19:06:29.504" v="938" actId="14100"/>
          <ac:picMkLst>
            <pc:docMk/>
            <pc:sldMk cId="0" sldId="263"/>
            <ac:picMk id="7" creationId="{00000000-0000-0000-0000-000000000000}"/>
          </ac:picMkLst>
        </pc:picChg>
      </pc:sldChg>
      <pc:sldChg chg="addSp modSp mod">
        <pc:chgData name="Avgi Stavrou" userId="dd16d0fc-f2bc-4903-959a-5212f7e12581" providerId="ADAL" clId="{1E03F269-CBA5-46B5-A393-57B181650B55}" dt="2026-01-18T19:09:47.058" v="972" actId="255"/>
        <pc:sldMkLst>
          <pc:docMk/>
          <pc:sldMk cId="0" sldId="264"/>
        </pc:sldMkLst>
        <pc:spChg chg="mod">
          <ac:chgData name="Avgi Stavrou" userId="dd16d0fc-f2bc-4903-959a-5212f7e12581" providerId="ADAL" clId="{1E03F269-CBA5-46B5-A393-57B181650B55}" dt="2026-01-18T19:07:18.853" v="948" actId="164"/>
          <ac:spMkLst>
            <pc:docMk/>
            <pc:sldMk cId="0" sldId="264"/>
            <ac:spMk id="2" creationId="{00000000-0000-0000-0000-000000000000}"/>
          </ac:spMkLst>
        </pc:spChg>
        <pc:spChg chg="mod">
          <ac:chgData name="Avgi Stavrou" userId="dd16d0fc-f2bc-4903-959a-5212f7e12581" providerId="ADAL" clId="{1E03F269-CBA5-46B5-A393-57B181650B55}" dt="2026-01-18T19:07:36.142" v="951" actId="255"/>
          <ac:spMkLst>
            <pc:docMk/>
            <pc:sldMk cId="0" sldId="264"/>
            <ac:spMk id="3" creationId="{00000000-0000-0000-0000-000000000000}"/>
          </ac:spMkLst>
        </pc:spChg>
        <pc:spChg chg="mod">
          <ac:chgData name="Avgi Stavrou" userId="dd16d0fc-f2bc-4903-959a-5212f7e12581" providerId="ADAL" clId="{1E03F269-CBA5-46B5-A393-57B181650B55}" dt="2026-01-18T19:07:52.359" v="953" actId="1076"/>
          <ac:spMkLst>
            <pc:docMk/>
            <pc:sldMk cId="0" sldId="264"/>
            <ac:spMk id="4" creationId="{00000000-0000-0000-0000-000000000000}"/>
          </ac:spMkLst>
        </pc:spChg>
        <pc:spChg chg="mod">
          <ac:chgData name="Avgi Stavrou" userId="dd16d0fc-f2bc-4903-959a-5212f7e12581" providerId="ADAL" clId="{1E03F269-CBA5-46B5-A393-57B181650B55}" dt="2026-01-18T19:08:22.105" v="958" actId="14100"/>
          <ac:spMkLst>
            <pc:docMk/>
            <pc:sldMk cId="0" sldId="264"/>
            <ac:spMk id="5" creationId="{00000000-0000-0000-0000-000000000000}"/>
          </ac:spMkLst>
        </pc:spChg>
        <pc:spChg chg="mod">
          <ac:chgData name="Avgi Stavrou" userId="dd16d0fc-f2bc-4903-959a-5212f7e12581" providerId="ADAL" clId="{1E03F269-CBA5-46B5-A393-57B181650B55}" dt="2026-01-18T19:08:30.038" v="960" actId="1076"/>
          <ac:spMkLst>
            <pc:docMk/>
            <pc:sldMk cId="0" sldId="264"/>
            <ac:spMk id="6" creationId="{00000000-0000-0000-0000-000000000000}"/>
          </ac:spMkLst>
        </pc:spChg>
        <pc:spChg chg="mod">
          <ac:chgData name="Avgi Stavrou" userId="dd16d0fc-f2bc-4903-959a-5212f7e12581" providerId="ADAL" clId="{1E03F269-CBA5-46B5-A393-57B181650B55}" dt="2026-01-18T19:08:07.516" v="955" actId="1076"/>
          <ac:spMkLst>
            <pc:docMk/>
            <pc:sldMk cId="0" sldId="264"/>
            <ac:spMk id="7" creationId="{00000000-0000-0000-0000-000000000000}"/>
          </ac:spMkLst>
        </pc:spChg>
        <pc:spChg chg="mod">
          <ac:chgData name="Avgi Stavrou" userId="dd16d0fc-f2bc-4903-959a-5212f7e12581" providerId="ADAL" clId="{1E03F269-CBA5-46B5-A393-57B181650B55}" dt="2026-01-18T19:08:14.029" v="956" actId="255"/>
          <ac:spMkLst>
            <pc:docMk/>
            <pc:sldMk cId="0" sldId="264"/>
            <ac:spMk id="8" creationId="{00000000-0000-0000-0000-000000000000}"/>
          </ac:spMkLst>
        </pc:spChg>
        <pc:spChg chg="mod">
          <ac:chgData name="Avgi Stavrou" userId="dd16d0fc-f2bc-4903-959a-5212f7e12581" providerId="ADAL" clId="{1E03F269-CBA5-46B5-A393-57B181650B55}" dt="2026-01-18T19:08:18.090" v="957" actId="255"/>
          <ac:spMkLst>
            <pc:docMk/>
            <pc:sldMk cId="0" sldId="264"/>
            <ac:spMk id="9" creationId="{00000000-0000-0000-0000-000000000000}"/>
          </ac:spMkLst>
        </pc:spChg>
        <pc:spChg chg="mod">
          <ac:chgData name="Avgi Stavrou" userId="dd16d0fc-f2bc-4903-959a-5212f7e12581" providerId="ADAL" clId="{1E03F269-CBA5-46B5-A393-57B181650B55}" dt="2026-01-18T19:08:34.844" v="961" actId="255"/>
          <ac:spMkLst>
            <pc:docMk/>
            <pc:sldMk cId="0" sldId="264"/>
            <ac:spMk id="10" creationId="{00000000-0000-0000-0000-000000000000}"/>
          </ac:spMkLst>
        </pc:spChg>
        <pc:spChg chg="mod">
          <ac:chgData name="Avgi Stavrou" userId="dd16d0fc-f2bc-4903-959a-5212f7e12581" providerId="ADAL" clId="{1E03F269-CBA5-46B5-A393-57B181650B55}" dt="2026-01-18T19:09:34.481" v="970" actId="255"/>
          <ac:spMkLst>
            <pc:docMk/>
            <pc:sldMk cId="0" sldId="264"/>
            <ac:spMk id="11" creationId="{00000000-0000-0000-0000-000000000000}"/>
          </ac:spMkLst>
        </pc:spChg>
        <pc:spChg chg="mod">
          <ac:chgData name="Avgi Stavrou" userId="dd16d0fc-f2bc-4903-959a-5212f7e12581" providerId="ADAL" clId="{1E03F269-CBA5-46B5-A393-57B181650B55}" dt="2026-01-18T19:09:41.438" v="971" actId="255"/>
          <ac:spMkLst>
            <pc:docMk/>
            <pc:sldMk cId="0" sldId="264"/>
            <ac:spMk id="12" creationId="{00000000-0000-0000-0000-000000000000}"/>
          </ac:spMkLst>
        </pc:spChg>
        <pc:spChg chg="mod">
          <ac:chgData name="Avgi Stavrou" userId="dd16d0fc-f2bc-4903-959a-5212f7e12581" providerId="ADAL" clId="{1E03F269-CBA5-46B5-A393-57B181650B55}" dt="2026-01-18T19:09:47.058" v="972" actId="255"/>
          <ac:spMkLst>
            <pc:docMk/>
            <pc:sldMk cId="0" sldId="264"/>
            <ac:spMk id="13" creationId="{00000000-0000-0000-0000-000000000000}"/>
          </ac:spMkLst>
        </pc:spChg>
        <pc:spChg chg="mod">
          <ac:chgData name="Avgi Stavrou" userId="dd16d0fc-f2bc-4903-959a-5212f7e12581" providerId="ADAL" clId="{1E03F269-CBA5-46B5-A393-57B181650B55}" dt="2026-01-18T19:09:03.491" v="967" actId="1076"/>
          <ac:spMkLst>
            <pc:docMk/>
            <pc:sldMk cId="0" sldId="264"/>
            <ac:spMk id="14" creationId="{00000000-0000-0000-0000-000000000000}"/>
          </ac:spMkLst>
        </pc:spChg>
        <pc:spChg chg="mod">
          <ac:chgData name="Avgi Stavrou" userId="dd16d0fc-f2bc-4903-959a-5212f7e12581" providerId="ADAL" clId="{1E03F269-CBA5-46B5-A393-57B181650B55}" dt="2026-01-18T19:09:00.255" v="966" actId="1076"/>
          <ac:spMkLst>
            <pc:docMk/>
            <pc:sldMk cId="0" sldId="264"/>
            <ac:spMk id="15" creationId="{00000000-0000-0000-0000-000000000000}"/>
          </ac:spMkLst>
        </pc:spChg>
        <pc:grpChg chg="add mod">
          <ac:chgData name="Avgi Stavrou" userId="dd16d0fc-f2bc-4903-959a-5212f7e12581" providerId="ADAL" clId="{1E03F269-CBA5-46B5-A393-57B181650B55}" dt="2026-01-18T19:07:28.007" v="950" actId="14100"/>
          <ac:grpSpMkLst>
            <pc:docMk/>
            <pc:sldMk cId="0" sldId="264"/>
            <ac:grpSpMk id="16" creationId="{556A1E90-F78A-1C39-8813-C805A1E6D605}"/>
          </ac:grpSpMkLst>
        </pc:grpChg>
      </pc:sldChg>
      <pc:sldChg chg="addSp delSp modSp mod modAnim">
        <pc:chgData name="Avgi Stavrou" userId="dd16d0fc-f2bc-4903-959a-5212f7e12581" providerId="ADAL" clId="{1E03F269-CBA5-46B5-A393-57B181650B55}" dt="2026-01-19T08:47:10.294" v="2265"/>
        <pc:sldMkLst>
          <pc:docMk/>
          <pc:sldMk cId="0" sldId="265"/>
        </pc:sldMkLst>
        <pc:spChg chg="mod">
          <ac:chgData name="Avgi Stavrou" userId="dd16d0fc-f2bc-4903-959a-5212f7e12581" providerId="ADAL" clId="{1E03F269-CBA5-46B5-A393-57B181650B55}" dt="2026-01-18T19:09:56.904" v="974" actId="255"/>
          <ac:spMkLst>
            <pc:docMk/>
            <pc:sldMk cId="0" sldId="265"/>
            <ac:spMk id="2" creationId="{00000000-0000-0000-0000-000000000000}"/>
          </ac:spMkLst>
        </pc:spChg>
        <pc:spChg chg="mod">
          <ac:chgData name="Avgi Stavrou" userId="dd16d0fc-f2bc-4903-959a-5212f7e12581" providerId="ADAL" clId="{1E03F269-CBA5-46B5-A393-57B181650B55}" dt="2026-01-19T08:41:01.814" v="2258" actId="14100"/>
          <ac:spMkLst>
            <pc:docMk/>
            <pc:sldMk cId="0" sldId="265"/>
            <ac:spMk id="3" creationId="{00000000-0000-0000-0000-000000000000}"/>
          </ac:spMkLst>
        </pc:spChg>
        <pc:spChg chg="mod">
          <ac:chgData name="Avgi Stavrou" userId="dd16d0fc-f2bc-4903-959a-5212f7e12581" providerId="ADAL" clId="{1E03F269-CBA5-46B5-A393-57B181650B55}" dt="2026-01-18T19:13:40.359" v="1065" actId="255"/>
          <ac:spMkLst>
            <pc:docMk/>
            <pc:sldMk cId="0" sldId="265"/>
            <ac:spMk id="4" creationId="{00000000-0000-0000-0000-000000000000}"/>
          </ac:spMkLst>
        </pc:spChg>
        <pc:spChg chg="mod">
          <ac:chgData name="Avgi Stavrou" userId="dd16d0fc-f2bc-4903-959a-5212f7e12581" providerId="ADAL" clId="{1E03F269-CBA5-46B5-A393-57B181650B55}" dt="2026-01-19T08:10:38.520" v="2191"/>
          <ac:spMkLst>
            <pc:docMk/>
            <pc:sldMk cId="0" sldId="265"/>
            <ac:spMk id="5" creationId="{00000000-0000-0000-0000-000000000000}"/>
          </ac:spMkLst>
        </pc:spChg>
        <pc:spChg chg="mod">
          <ac:chgData name="Avgi Stavrou" userId="dd16d0fc-f2bc-4903-959a-5212f7e12581" providerId="ADAL" clId="{1E03F269-CBA5-46B5-A393-57B181650B55}" dt="2026-01-19T08:10:58.201" v="2194"/>
          <ac:spMkLst>
            <pc:docMk/>
            <pc:sldMk cId="0" sldId="265"/>
            <ac:spMk id="6" creationId="{00000000-0000-0000-0000-000000000000}"/>
          </ac:spMkLst>
        </pc:spChg>
        <pc:spChg chg="mod">
          <ac:chgData name="Avgi Stavrou" userId="dd16d0fc-f2bc-4903-959a-5212f7e12581" providerId="ADAL" clId="{1E03F269-CBA5-46B5-A393-57B181650B55}" dt="2026-01-19T08:11:12.848" v="2196"/>
          <ac:spMkLst>
            <pc:docMk/>
            <pc:sldMk cId="0" sldId="265"/>
            <ac:spMk id="7" creationId="{00000000-0000-0000-0000-000000000000}"/>
          </ac:spMkLst>
        </pc:spChg>
        <pc:spChg chg="mod">
          <ac:chgData name="Avgi Stavrou" userId="dd16d0fc-f2bc-4903-959a-5212f7e12581" providerId="ADAL" clId="{1E03F269-CBA5-46B5-A393-57B181650B55}" dt="2026-01-18T19:12:03.722" v="1049" actId="255"/>
          <ac:spMkLst>
            <pc:docMk/>
            <pc:sldMk cId="0" sldId="265"/>
            <ac:spMk id="8" creationId="{00000000-0000-0000-0000-000000000000}"/>
          </ac:spMkLst>
        </pc:spChg>
        <pc:spChg chg="mod">
          <ac:chgData name="Avgi Stavrou" userId="dd16d0fc-f2bc-4903-959a-5212f7e12581" providerId="ADAL" clId="{1E03F269-CBA5-46B5-A393-57B181650B55}" dt="2026-01-18T19:13:44.406" v="1066" actId="255"/>
          <ac:spMkLst>
            <pc:docMk/>
            <pc:sldMk cId="0" sldId="265"/>
            <ac:spMk id="9" creationId="{00000000-0000-0000-0000-000000000000}"/>
          </ac:spMkLst>
        </pc:spChg>
        <pc:spChg chg="mod">
          <ac:chgData name="Avgi Stavrou" userId="dd16d0fc-f2bc-4903-959a-5212f7e12581" providerId="ADAL" clId="{1E03F269-CBA5-46B5-A393-57B181650B55}" dt="2026-01-19T08:15:15.067" v="2248" actId="404"/>
          <ac:spMkLst>
            <pc:docMk/>
            <pc:sldMk cId="0" sldId="265"/>
            <ac:spMk id="10" creationId="{00000000-0000-0000-0000-000000000000}"/>
          </ac:spMkLst>
        </pc:spChg>
        <pc:spChg chg="del mod">
          <ac:chgData name="Avgi Stavrou" userId="dd16d0fc-f2bc-4903-959a-5212f7e12581" providerId="ADAL" clId="{1E03F269-CBA5-46B5-A393-57B181650B55}" dt="2026-01-19T08:12:16.624" v="2199" actId="478"/>
          <ac:spMkLst>
            <pc:docMk/>
            <pc:sldMk cId="0" sldId="265"/>
            <ac:spMk id="11" creationId="{00000000-0000-0000-0000-000000000000}"/>
          </ac:spMkLst>
        </pc:spChg>
        <pc:spChg chg="del mod">
          <ac:chgData name="Avgi Stavrou" userId="dd16d0fc-f2bc-4903-959a-5212f7e12581" providerId="ADAL" clId="{1E03F269-CBA5-46B5-A393-57B181650B55}" dt="2026-01-19T08:12:18.632" v="2200" actId="478"/>
          <ac:spMkLst>
            <pc:docMk/>
            <pc:sldMk cId="0" sldId="265"/>
            <ac:spMk id="12" creationId="{00000000-0000-0000-0000-000000000000}"/>
          </ac:spMkLst>
        </pc:spChg>
        <pc:spChg chg="mod">
          <ac:chgData name="Avgi Stavrou" userId="dd16d0fc-f2bc-4903-959a-5212f7e12581" providerId="ADAL" clId="{1E03F269-CBA5-46B5-A393-57B181650B55}" dt="2026-01-18T19:14:34.088" v="1073" actId="1076"/>
          <ac:spMkLst>
            <pc:docMk/>
            <pc:sldMk cId="0" sldId="265"/>
            <ac:spMk id="13" creationId="{00000000-0000-0000-0000-000000000000}"/>
          </ac:spMkLst>
        </pc:spChg>
        <pc:spChg chg="mod">
          <ac:chgData name="Avgi Stavrou" userId="dd16d0fc-f2bc-4903-959a-5212f7e12581" providerId="ADAL" clId="{1E03F269-CBA5-46B5-A393-57B181650B55}" dt="2026-01-18T19:13:52.377" v="1067" actId="255"/>
          <ac:spMkLst>
            <pc:docMk/>
            <pc:sldMk cId="0" sldId="265"/>
            <ac:spMk id="14" creationId="{00000000-0000-0000-0000-000000000000}"/>
          </ac:spMkLst>
        </pc:spChg>
        <pc:spChg chg="mod">
          <ac:chgData name="Avgi Stavrou" userId="dd16d0fc-f2bc-4903-959a-5212f7e12581" providerId="ADAL" clId="{1E03F269-CBA5-46B5-A393-57B181650B55}" dt="2026-01-18T19:13:59.748" v="1068" actId="255"/>
          <ac:spMkLst>
            <pc:docMk/>
            <pc:sldMk cId="0" sldId="265"/>
            <ac:spMk id="15" creationId="{00000000-0000-0000-0000-000000000000}"/>
          </ac:spMkLst>
        </pc:spChg>
        <pc:spChg chg="mod">
          <ac:chgData name="Avgi Stavrou" userId="dd16d0fc-f2bc-4903-959a-5212f7e12581" providerId="ADAL" clId="{1E03F269-CBA5-46B5-A393-57B181650B55}" dt="2026-01-19T08:14:35.101" v="2242" actId="5793"/>
          <ac:spMkLst>
            <pc:docMk/>
            <pc:sldMk cId="0" sldId="265"/>
            <ac:spMk id="16" creationId="{00000000-0000-0000-0000-000000000000}"/>
          </ac:spMkLst>
        </pc:spChg>
        <pc:spChg chg="mod">
          <ac:chgData name="Avgi Stavrou" userId="dd16d0fc-f2bc-4903-959a-5212f7e12581" providerId="ADAL" clId="{1E03F269-CBA5-46B5-A393-57B181650B55}" dt="2026-01-19T08:15:00.362" v="2246" actId="5793"/>
          <ac:spMkLst>
            <pc:docMk/>
            <pc:sldMk cId="0" sldId="265"/>
            <ac:spMk id="17" creationId="{00000000-0000-0000-0000-000000000000}"/>
          </ac:spMkLst>
        </pc:spChg>
        <pc:spChg chg="mod">
          <ac:chgData name="Avgi Stavrou" userId="dd16d0fc-f2bc-4903-959a-5212f7e12581" providerId="ADAL" clId="{1E03F269-CBA5-46B5-A393-57B181650B55}" dt="2026-01-18T19:10:42.744" v="987" actId="164"/>
          <ac:spMkLst>
            <pc:docMk/>
            <pc:sldMk cId="0" sldId="265"/>
            <ac:spMk id="18" creationId="{00000000-0000-0000-0000-000000000000}"/>
          </ac:spMkLst>
        </pc:spChg>
        <pc:spChg chg="mod">
          <ac:chgData name="Avgi Stavrou" userId="dd16d0fc-f2bc-4903-959a-5212f7e12581" providerId="ADAL" clId="{1E03F269-CBA5-46B5-A393-57B181650B55}" dt="2026-01-18T19:10:42.744" v="987" actId="164"/>
          <ac:spMkLst>
            <pc:docMk/>
            <pc:sldMk cId="0" sldId="265"/>
            <ac:spMk id="20" creationId="{00000000-0000-0000-0000-000000000000}"/>
          </ac:spMkLst>
        </pc:spChg>
        <pc:grpChg chg="add mod">
          <ac:chgData name="Avgi Stavrou" userId="dd16d0fc-f2bc-4903-959a-5212f7e12581" providerId="ADAL" clId="{1E03F269-CBA5-46B5-A393-57B181650B55}" dt="2026-01-18T19:10:51.023" v="1039" actId="1037"/>
          <ac:grpSpMkLst>
            <pc:docMk/>
            <pc:sldMk cId="0" sldId="265"/>
            <ac:grpSpMk id="21" creationId="{9FB5FF94-FCC4-4AD7-4A5B-AEA56D074516}"/>
          </ac:grpSpMkLst>
        </pc:grpChg>
        <pc:grpChg chg="add mod">
          <ac:chgData name="Avgi Stavrou" userId="dd16d0fc-f2bc-4903-959a-5212f7e12581" providerId="ADAL" clId="{1E03F269-CBA5-46B5-A393-57B181650B55}" dt="2026-01-19T08:10:44.736" v="2192" actId="14100"/>
          <ac:grpSpMkLst>
            <pc:docMk/>
            <pc:sldMk cId="0" sldId="265"/>
            <ac:grpSpMk id="22" creationId="{11ADF671-A894-F1CF-C6A3-A6934A22EAC7}"/>
          </ac:grpSpMkLst>
        </pc:grpChg>
        <pc:grpChg chg="add mod">
          <ac:chgData name="Avgi Stavrou" userId="dd16d0fc-f2bc-4903-959a-5212f7e12581" providerId="ADAL" clId="{1E03F269-CBA5-46B5-A393-57B181650B55}" dt="2026-01-19T08:15:37.578" v="2252" actId="14100"/>
          <ac:grpSpMkLst>
            <pc:docMk/>
            <pc:sldMk cId="0" sldId="265"/>
            <ac:grpSpMk id="23" creationId="{34CCC596-ACFB-A19C-AC04-007691D049A2}"/>
          </ac:grpSpMkLst>
        </pc:grpChg>
        <pc:grpChg chg="add mod">
          <ac:chgData name="Avgi Stavrou" userId="dd16d0fc-f2bc-4903-959a-5212f7e12581" providerId="ADAL" clId="{1E03F269-CBA5-46B5-A393-57B181650B55}" dt="2026-01-18T19:13:22.531" v="1062" actId="164"/>
          <ac:grpSpMkLst>
            <pc:docMk/>
            <pc:sldMk cId="0" sldId="265"/>
            <ac:grpSpMk id="24" creationId="{241CBFBA-ECE1-C598-DAC1-7CB636C069D1}"/>
          </ac:grpSpMkLst>
        </pc:grpChg>
        <pc:grpChg chg="add mod">
          <ac:chgData name="Avgi Stavrou" userId="dd16d0fc-f2bc-4903-959a-5212f7e12581" providerId="ADAL" clId="{1E03F269-CBA5-46B5-A393-57B181650B55}" dt="2026-01-19T08:15:29.971" v="2251" actId="14100"/>
          <ac:grpSpMkLst>
            <pc:docMk/>
            <pc:sldMk cId="0" sldId="265"/>
            <ac:grpSpMk id="25" creationId="{29F25547-F0CA-465E-082D-F38AFF340807}"/>
          </ac:grpSpMkLst>
        </pc:grpChg>
        <pc:picChg chg="mod">
          <ac:chgData name="Avgi Stavrou" userId="dd16d0fc-f2bc-4903-959a-5212f7e12581" providerId="ADAL" clId="{1E03F269-CBA5-46B5-A393-57B181650B55}" dt="2026-01-18T19:10:42.744" v="987" actId="164"/>
          <ac:picMkLst>
            <pc:docMk/>
            <pc:sldMk cId="0" sldId="265"/>
            <ac:picMk id="19" creationId="{00000000-0000-0000-0000-000000000000}"/>
          </ac:picMkLst>
        </pc:picChg>
      </pc:sldChg>
      <pc:sldChg chg="addSp modSp mod modNotesTx">
        <pc:chgData name="Avgi Stavrou" userId="dd16d0fc-f2bc-4903-959a-5212f7e12581" providerId="ADAL" clId="{1E03F269-CBA5-46B5-A393-57B181650B55}" dt="2026-01-19T08:47:34.318" v="2266" actId="1076"/>
        <pc:sldMkLst>
          <pc:docMk/>
          <pc:sldMk cId="0" sldId="266"/>
        </pc:sldMkLst>
        <pc:spChg chg="mod">
          <ac:chgData name="Avgi Stavrou" userId="dd16d0fc-f2bc-4903-959a-5212f7e12581" providerId="ADAL" clId="{1E03F269-CBA5-46B5-A393-57B181650B55}" dt="2026-01-18T19:15:30.011" v="1077" actId="1076"/>
          <ac:spMkLst>
            <pc:docMk/>
            <pc:sldMk cId="0" sldId="266"/>
            <ac:spMk id="2" creationId="{00000000-0000-0000-0000-000000000000}"/>
          </ac:spMkLst>
        </pc:spChg>
        <pc:spChg chg="mod">
          <ac:chgData name="Avgi Stavrou" userId="dd16d0fc-f2bc-4903-959a-5212f7e12581" providerId="ADAL" clId="{1E03F269-CBA5-46B5-A393-57B181650B55}" dt="2026-01-18T19:20:15.019" v="1250" actId="1076"/>
          <ac:spMkLst>
            <pc:docMk/>
            <pc:sldMk cId="0" sldId="266"/>
            <ac:spMk id="3" creationId="{00000000-0000-0000-0000-000000000000}"/>
          </ac:spMkLst>
        </pc:spChg>
        <pc:spChg chg="mod">
          <ac:chgData name="Avgi Stavrou" userId="dd16d0fc-f2bc-4903-959a-5212f7e12581" providerId="ADAL" clId="{1E03F269-CBA5-46B5-A393-57B181650B55}" dt="2026-01-18T19:20:18.519" v="1251" actId="1076"/>
          <ac:spMkLst>
            <pc:docMk/>
            <pc:sldMk cId="0" sldId="266"/>
            <ac:spMk id="4" creationId="{00000000-0000-0000-0000-000000000000}"/>
          </ac:spMkLst>
        </pc:spChg>
        <pc:spChg chg="mod">
          <ac:chgData name="Avgi Stavrou" userId="dd16d0fc-f2bc-4903-959a-5212f7e12581" providerId="ADAL" clId="{1E03F269-CBA5-46B5-A393-57B181650B55}" dt="2026-01-18T19:19:48.961" v="1242" actId="1076"/>
          <ac:spMkLst>
            <pc:docMk/>
            <pc:sldMk cId="0" sldId="266"/>
            <ac:spMk id="7" creationId="{00000000-0000-0000-0000-000000000000}"/>
          </ac:spMkLst>
        </pc:spChg>
        <pc:spChg chg="mod">
          <ac:chgData name="Avgi Stavrou" userId="dd16d0fc-f2bc-4903-959a-5212f7e12581" providerId="ADAL" clId="{1E03F269-CBA5-46B5-A393-57B181650B55}" dt="2026-01-18T19:19:51.837" v="1243" actId="1076"/>
          <ac:spMkLst>
            <pc:docMk/>
            <pc:sldMk cId="0" sldId="266"/>
            <ac:spMk id="8" creationId="{00000000-0000-0000-0000-000000000000}"/>
          </ac:spMkLst>
        </pc:spChg>
        <pc:spChg chg="mod">
          <ac:chgData name="Avgi Stavrou" userId="dd16d0fc-f2bc-4903-959a-5212f7e12581" providerId="ADAL" clId="{1E03F269-CBA5-46B5-A393-57B181650B55}" dt="2026-01-18T19:19:54.463" v="1244" actId="1076"/>
          <ac:spMkLst>
            <pc:docMk/>
            <pc:sldMk cId="0" sldId="266"/>
            <ac:spMk id="11" creationId="{00000000-0000-0000-0000-000000000000}"/>
          </ac:spMkLst>
        </pc:spChg>
        <pc:spChg chg="mod">
          <ac:chgData name="Avgi Stavrou" userId="dd16d0fc-f2bc-4903-959a-5212f7e12581" providerId="ADAL" clId="{1E03F269-CBA5-46B5-A393-57B181650B55}" dt="2026-01-18T19:19:57.404" v="1245" actId="1076"/>
          <ac:spMkLst>
            <pc:docMk/>
            <pc:sldMk cId="0" sldId="266"/>
            <ac:spMk id="12" creationId="{00000000-0000-0000-0000-000000000000}"/>
          </ac:spMkLst>
        </pc:spChg>
        <pc:spChg chg="mod">
          <ac:chgData name="Avgi Stavrou" userId="dd16d0fc-f2bc-4903-959a-5212f7e12581" providerId="ADAL" clId="{1E03F269-CBA5-46B5-A393-57B181650B55}" dt="2026-01-18T19:20:03.471" v="1247" actId="1076"/>
          <ac:spMkLst>
            <pc:docMk/>
            <pc:sldMk cId="0" sldId="266"/>
            <ac:spMk id="15" creationId="{00000000-0000-0000-0000-000000000000}"/>
          </ac:spMkLst>
        </pc:spChg>
        <pc:spChg chg="mod">
          <ac:chgData name="Avgi Stavrou" userId="dd16d0fc-f2bc-4903-959a-5212f7e12581" providerId="ADAL" clId="{1E03F269-CBA5-46B5-A393-57B181650B55}" dt="2026-01-18T19:20:00.864" v="1246" actId="1076"/>
          <ac:spMkLst>
            <pc:docMk/>
            <pc:sldMk cId="0" sldId="266"/>
            <ac:spMk id="16" creationId="{00000000-0000-0000-0000-000000000000}"/>
          </ac:spMkLst>
        </pc:spChg>
        <pc:spChg chg="mod">
          <ac:chgData name="Avgi Stavrou" userId="dd16d0fc-f2bc-4903-959a-5212f7e12581" providerId="ADAL" clId="{1E03F269-CBA5-46B5-A393-57B181650B55}" dt="2026-01-18T19:20:10.319" v="1249" actId="1076"/>
          <ac:spMkLst>
            <pc:docMk/>
            <pc:sldMk cId="0" sldId="266"/>
            <ac:spMk id="19" creationId="{00000000-0000-0000-0000-000000000000}"/>
          </ac:spMkLst>
        </pc:spChg>
        <pc:spChg chg="mod">
          <ac:chgData name="Avgi Stavrou" userId="dd16d0fc-f2bc-4903-959a-5212f7e12581" providerId="ADAL" clId="{1E03F269-CBA5-46B5-A393-57B181650B55}" dt="2026-01-18T19:20:07.559" v="1248" actId="1076"/>
          <ac:spMkLst>
            <pc:docMk/>
            <pc:sldMk cId="0" sldId="266"/>
            <ac:spMk id="20" creationId="{00000000-0000-0000-0000-000000000000}"/>
          </ac:spMkLst>
        </pc:spChg>
        <pc:spChg chg="mod">
          <ac:chgData name="Avgi Stavrou" userId="dd16d0fc-f2bc-4903-959a-5212f7e12581" providerId="ADAL" clId="{1E03F269-CBA5-46B5-A393-57B181650B55}" dt="2026-01-18T19:17:16.567" v="1167" actId="1038"/>
          <ac:spMkLst>
            <pc:docMk/>
            <pc:sldMk cId="0" sldId="266"/>
            <ac:spMk id="23" creationId="{00000000-0000-0000-0000-000000000000}"/>
          </ac:spMkLst>
        </pc:spChg>
        <pc:spChg chg="mod">
          <ac:chgData name="Avgi Stavrou" userId="dd16d0fc-f2bc-4903-959a-5212f7e12581" providerId="ADAL" clId="{1E03F269-CBA5-46B5-A393-57B181650B55}" dt="2026-01-18T19:16:47.244" v="1116" actId="6549"/>
          <ac:spMkLst>
            <pc:docMk/>
            <pc:sldMk cId="0" sldId="266"/>
            <ac:spMk id="24" creationId="{00000000-0000-0000-0000-000000000000}"/>
          </ac:spMkLst>
        </pc:spChg>
        <pc:spChg chg="mod">
          <ac:chgData name="Avgi Stavrou" userId="dd16d0fc-f2bc-4903-959a-5212f7e12581" providerId="ADAL" clId="{1E03F269-CBA5-46B5-A393-57B181650B55}" dt="2026-01-19T08:47:34.318" v="2266" actId="1076"/>
          <ac:spMkLst>
            <pc:docMk/>
            <pc:sldMk cId="0" sldId="266"/>
            <ac:spMk id="27" creationId="{00000000-0000-0000-0000-000000000000}"/>
          </ac:spMkLst>
        </pc:spChg>
        <pc:grpChg chg="mod">
          <ac:chgData name="Avgi Stavrou" userId="dd16d0fc-f2bc-4903-959a-5212f7e12581" providerId="ADAL" clId="{1E03F269-CBA5-46B5-A393-57B181650B55}" dt="2026-01-18T19:19:18.442" v="1215" actId="1076"/>
          <ac:grpSpMkLst>
            <pc:docMk/>
            <pc:sldMk cId="0" sldId="266"/>
            <ac:grpSpMk id="28" creationId="{274E85AA-DFCA-E11B-A04D-12147416423A}"/>
          </ac:grpSpMkLst>
        </pc:grpChg>
        <pc:picChg chg="mod">
          <ac:chgData name="Avgi Stavrou" userId="dd16d0fc-f2bc-4903-959a-5212f7e12581" providerId="ADAL" clId="{1E03F269-CBA5-46B5-A393-57B181650B55}" dt="2026-01-18T19:18:09.208" v="1206" actId="164"/>
          <ac:picMkLst>
            <pc:docMk/>
            <pc:sldMk cId="0" sldId="266"/>
            <ac:picMk id="5"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6"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9"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10"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13"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14"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17"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18" creationId="{00000000-0000-0000-0000-000000000000}"/>
          </ac:picMkLst>
        </pc:picChg>
        <pc:picChg chg="mod">
          <ac:chgData name="Avgi Stavrou" userId="dd16d0fc-f2bc-4903-959a-5212f7e12581" providerId="ADAL" clId="{1E03F269-CBA5-46B5-A393-57B181650B55}" dt="2026-01-18T19:18:23" v="1209" actId="1076"/>
          <ac:picMkLst>
            <pc:docMk/>
            <pc:sldMk cId="0" sldId="266"/>
            <ac:picMk id="21" creationId="{00000000-0000-0000-0000-000000000000}"/>
          </ac:picMkLst>
        </pc:picChg>
        <pc:picChg chg="mod">
          <ac:chgData name="Avgi Stavrou" userId="dd16d0fc-f2bc-4903-959a-5212f7e12581" providerId="ADAL" clId="{1E03F269-CBA5-46B5-A393-57B181650B55}" dt="2026-01-18T19:17:39.018" v="1201" actId="1076"/>
          <ac:picMkLst>
            <pc:docMk/>
            <pc:sldMk cId="0" sldId="266"/>
            <ac:picMk id="22" creationId="{00000000-0000-0000-0000-000000000000}"/>
          </ac:picMkLst>
        </pc:picChg>
        <pc:picChg chg="mod">
          <ac:chgData name="Avgi Stavrou" userId="dd16d0fc-f2bc-4903-959a-5212f7e12581" providerId="ADAL" clId="{1E03F269-CBA5-46B5-A393-57B181650B55}" dt="2026-01-18T19:19:36.299" v="1240" actId="1037"/>
          <ac:picMkLst>
            <pc:docMk/>
            <pc:sldMk cId="0" sldId="266"/>
            <ac:picMk id="25" creationId="{00000000-0000-0000-0000-000000000000}"/>
          </ac:picMkLst>
        </pc:picChg>
        <pc:picChg chg="mod">
          <ac:chgData name="Avgi Stavrou" userId="dd16d0fc-f2bc-4903-959a-5212f7e12581" providerId="ADAL" clId="{1E03F269-CBA5-46B5-A393-57B181650B55}" dt="2026-01-18T19:18:09.208" v="1206" actId="164"/>
          <ac:picMkLst>
            <pc:docMk/>
            <pc:sldMk cId="0" sldId="266"/>
            <ac:picMk id="26" creationId="{00000000-0000-0000-0000-000000000000}"/>
          </ac:picMkLst>
        </pc:picChg>
      </pc:sldChg>
      <pc:sldChg chg="modSp mod modNotesTx">
        <pc:chgData name="Avgi Stavrou" userId="dd16d0fc-f2bc-4903-959a-5212f7e12581" providerId="ADAL" clId="{1E03F269-CBA5-46B5-A393-57B181650B55}" dt="2026-01-19T08:50:05.689" v="2269" actId="113"/>
        <pc:sldMkLst>
          <pc:docMk/>
          <pc:sldMk cId="0" sldId="267"/>
        </pc:sldMkLst>
        <pc:spChg chg="mod">
          <ac:chgData name="Avgi Stavrou" userId="dd16d0fc-f2bc-4903-959a-5212f7e12581" providerId="ADAL" clId="{1E03F269-CBA5-46B5-A393-57B181650B55}" dt="2026-01-18T19:20:47.446" v="1255" actId="14100"/>
          <ac:spMkLst>
            <pc:docMk/>
            <pc:sldMk cId="0" sldId="267"/>
            <ac:spMk id="2" creationId="{00000000-0000-0000-0000-000000000000}"/>
          </ac:spMkLst>
        </pc:spChg>
        <pc:spChg chg="mod">
          <ac:chgData name="Avgi Stavrou" userId="dd16d0fc-f2bc-4903-959a-5212f7e12581" providerId="ADAL" clId="{1E03F269-CBA5-46B5-A393-57B181650B55}" dt="2026-01-18T19:20:40.884" v="1253" actId="1076"/>
          <ac:spMkLst>
            <pc:docMk/>
            <pc:sldMk cId="0" sldId="267"/>
            <ac:spMk id="3" creationId="{00000000-0000-0000-0000-000000000000}"/>
          </ac:spMkLst>
        </pc:spChg>
        <pc:spChg chg="mod">
          <ac:chgData name="Avgi Stavrou" userId="dd16d0fc-f2bc-4903-959a-5212f7e12581" providerId="ADAL" clId="{1E03F269-CBA5-46B5-A393-57B181650B55}" dt="2026-01-18T19:20:52.459" v="1256" actId="255"/>
          <ac:spMkLst>
            <pc:docMk/>
            <pc:sldMk cId="0" sldId="267"/>
            <ac:spMk id="4" creationId="{00000000-0000-0000-0000-000000000000}"/>
          </ac:spMkLst>
        </pc:spChg>
        <pc:spChg chg="mod">
          <ac:chgData name="Avgi Stavrou" userId="dd16d0fc-f2bc-4903-959a-5212f7e12581" providerId="ADAL" clId="{1E03F269-CBA5-46B5-A393-57B181650B55}" dt="2026-01-18T19:21:33.073" v="1293" actId="1037"/>
          <ac:spMkLst>
            <pc:docMk/>
            <pc:sldMk cId="0" sldId="267"/>
            <ac:spMk id="6" creationId="{00000000-0000-0000-0000-000000000000}"/>
          </ac:spMkLst>
        </pc:spChg>
        <pc:spChg chg="mod">
          <ac:chgData name="Avgi Stavrou" userId="dd16d0fc-f2bc-4903-959a-5212f7e12581" providerId="ADAL" clId="{1E03F269-CBA5-46B5-A393-57B181650B55}" dt="2026-01-18T19:22:14.373" v="1352" actId="20577"/>
          <ac:spMkLst>
            <pc:docMk/>
            <pc:sldMk cId="0" sldId="267"/>
            <ac:spMk id="7" creationId="{00000000-0000-0000-0000-000000000000}"/>
          </ac:spMkLst>
        </pc:spChg>
        <pc:spChg chg="mod">
          <ac:chgData name="Avgi Stavrou" userId="dd16d0fc-f2bc-4903-959a-5212f7e12581" providerId="ADAL" clId="{1E03F269-CBA5-46B5-A393-57B181650B55}" dt="2026-01-18T19:23:04.339" v="1364" actId="1076"/>
          <ac:spMkLst>
            <pc:docMk/>
            <pc:sldMk cId="0" sldId="267"/>
            <ac:spMk id="8" creationId="{00000000-0000-0000-0000-000000000000}"/>
          </ac:spMkLst>
        </pc:spChg>
        <pc:spChg chg="mod">
          <ac:chgData name="Avgi Stavrou" userId="dd16d0fc-f2bc-4903-959a-5212f7e12581" providerId="ADAL" clId="{1E03F269-CBA5-46B5-A393-57B181650B55}" dt="2026-01-18T19:21:33.073" v="1293" actId="1037"/>
          <ac:spMkLst>
            <pc:docMk/>
            <pc:sldMk cId="0" sldId="267"/>
            <ac:spMk id="10" creationId="{00000000-0000-0000-0000-000000000000}"/>
          </ac:spMkLst>
        </pc:spChg>
        <pc:spChg chg="mod">
          <ac:chgData name="Avgi Stavrou" userId="dd16d0fc-f2bc-4903-959a-5212f7e12581" providerId="ADAL" clId="{1E03F269-CBA5-46B5-A393-57B181650B55}" dt="2026-01-18T19:22:42.415" v="1358" actId="2710"/>
          <ac:spMkLst>
            <pc:docMk/>
            <pc:sldMk cId="0" sldId="267"/>
            <ac:spMk id="11" creationId="{00000000-0000-0000-0000-000000000000}"/>
          </ac:spMkLst>
        </pc:spChg>
        <pc:spChg chg="mod">
          <ac:chgData name="Avgi Stavrou" userId="dd16d0fc-f2bc-4903-959a-5212f7e12581" providerId="ADAL" clId="{1E03F269-CBA5-46B5-A393-57B181650B55}" dt="2026-01-18T19:22:59.517" v="1361" actId="1076"/>
          <ac:spMkLst>
            <pc:docMk/>
            <pc:sldMk cId="0" sldId="267"/>
            <ac:spMk id="12" creationId="{00000000-0000-0000-0000-000000000000}"/>
          </ac:spMkLst>
        </pc:spChg>
        <pc:spChg chg="mod">
          <ac:chgData name="Avgi Stavrou" userId="dd16d0fc-f2bc-4903-959a-5212f7e12581" providerId="ADAL" clId="{1E03F269-CBA5-46B5-A393-57B181650B55}" dt="2026-01-18T19:21:33.073" v="1293" actId="1037"/>
          <ac:spMkLst>
            <pc:docMk/>
            <pc:sldMk cId="0" sldId="267"/>
            <ac:spMk id="14" creationId="{00000000-0000-0000-0000-000000000000}"/>
          </ac:spMkLst>
        </pc:spChg>
        <pc:spChg chg="mod">
          <ac:chgData name="Avgi Stavrou" userId="dd16d0fc-f2bc-4903-959a-5212f7e12581" providerId="ADAL" clId="{1E03F269-CBA5-46B5-A393-57B181650B55}" dt="2026-01-18T19:23:21.052" v="1368" actId="2710"/>
          <ac:spMkLst>
            <pc:docMk/>
            <pc:sldMk cId="0" sldId="267"/>
            <ac:spMk id="15" creationId="{00000000-0000-0000-0000-000000000000}"/>
          </ac:spMkLst>
        </pc:spChg>
        <pc:spChg chg="mod">
          <ac:chgData name="Avgi Stavrou" userId="dd16d0fc-f2bc-4903-959a-5212f7e12581" providerId="ADAL" clId="{1E03F269-CBA5-46B5-A393-57B181650B55}" dt="2026-01-18T19:23:06.110" v="1365" actId="20577"/>
          <ac:spMkLst>
            <pc:docMk/>
            <pc:sldMk cId="0" sldId="267"/>
            <ac:spMk id="16" creationId="{00000000-0000-0000-0000-000000000000}"/>
          </ac:spMkLst>
        </pc:spChg>
        <pc:spChg chg="mod">
          <ac:chgData name="Avgi Stavrou" userId="dd16d0fc-f2bc-4903-959a-5212f7e12581" providerId="ADAL" clId="{1E03F269-CBA5-46B5-A393-57B181650B55}" dt="2026-01-18T19:22:24.496" v="1354" actId="1076"/>
          <ac:spMkLst>
            <pc:docMk/>
            <pc:sldMk cId="0" sldId="267"/>
            <ac:spMk id="17" creationId="{00000000-0000-0000-0000-000000000000}"/>
          </ac:spMkLst>
        </pc:spChg>
        <pc:picChg chg="mod">
          <ac:chgData name="Avgi Stavrou" userId="dd16d0fc-f2bc-4903-959a-5212f7e12581" providerId="ADAL" clId="{1E03F269-CBA5-46B5-A393-57B181650B55}" dt="2026-01-18T19:21:40.530" v="1314" actId="1038"/>
          <ac:picMkLst>
            <pc:docMk/>
            <pc:sldMk cId="0" sldId="267"/>
            <ac:picMk id="5" creationId="{00000000-0000-0000-0000-000000000000}"/>
          </ac:picMkLst>
        </pc:picChg>
        <pc:picChg chg="mod">
          <ac:chgData name="Avgi Stavrou" userId="dd16d0fc-f2bc-4903-959a-5212f7e12581" providerId="ADAL" clId="{1E03F269-CBA5-46B5-A393-57B181650B55}" dt="2026-01-18T19:21:40.530" v="1314" actId="1038"/>
          <ac:picMkLst>
            <pc:docMk/>
            <pc:sldMk cId="0" sldId="267"/>
            <ac:picMk id="9" creationId="{00000000-0000-0000-0000-000000000000}"/>
          </ac:picMkLst>
        </pc:picChg>
        <pc:picChg chg="mod">
          <ac:chgData name="Avgi Stavrou" userId="dd16d0fc-f2bc-4903-959a-5212f7e12581" providerId="ADAL" clId="{1E03F269-CBA5-46B5-A393-57B181650B55}" dt="2026-01-18T19:21:40.530" v="1314" actId="1038"/>
          <ac:picMkLst>
            <pc:docMk/>
            <pc:sldMk cId="0" sldId="267"/>
            <ac:picMk id="13" creationId="{00000000-0000-0000-0000-000000000000}"/>
          </ac:picMkLst>
        </pc:picChg>
      </pc:sldChg>
      <pc:sldChg chg="addSp modSp mod">
        <pc:chgData name="Avgi Stavrou" userId="dd16d0fc-f2bc-4903-959a-5212f7e12581" providerId="ADAL" clId="{1E03F269-CBA5-46B5-A393-57B181650B55}" dt="2026-01-19T08:01:15.405" v="2184" actId="167"/>
        <pc:sldMkLst>
          <pc:docMk/>
          <pc:sldMk cId="0" sldId="268"/>
        </pc:sldMkLst>
        <pc:spChg chg="mod">
          <ac:chgData name="Avgi Stavrou" userId="dd16d0fc-f2bc-4903-959a-5212f7e12581" providerId="ADAL" clId="{1E03F269-CBA5-46B5-A393-57B181650B55}" dt="2026-01-18T19:49:12.599" v="1370" actId="164"/>
          <ac:spMkLst>
            <pc:docMk/>
            <pc:sldMk cId="0" sldId="268"/>
            <ac:spMk id="2" creationId="{00000000-0000-0000-0000-000000000000}"/>
          </ac:spMkLst>
        </pc:spChg>
        <pc:spChg chg="mod">
          <ac:chgData name="Avgi Stavrou" userId="dd16d0fc-f2bc-4903-959a-5212f7e12581" providerId="ADAL" clId="{1E03F269-CBA5-46B5-A393-57B181650B55}" dt="2026-01-18T19:49:12.599" v="1370" actId="164"/>
          <ac:spMkLst>
            <pc:docMk/>
            <pc:sldMk cId="0" sldId="268"/>
            <ac:spMk id="3" creationId="{00000000-0000-0000-0000-000000000000}"/>
          </ac:spMkLst>
        </pc:spChg>
        <pc:spChg chg="mod">
          <ac:chgData name="Avgi Stavrou" userId="dd16d0fc-f2bc-4903-959a-5212f7e12581" providerId="ADAL" clId="{1E03F269-CBA5-46B5-A393-57B181650B55}" dt="2026-01-18T19:49:34.857" v="1373" actId="1076"/>
          <ac:spMkLst>
            <pc:docMk/>
            <pc:sldMk cId="0" sldId="268"/>
            <ac:spMk id="4" creationId="{00000000-0000-0000-0000-000000000000}"/>
          </ac:spMkLst>
        </pc:spChg>
        <pc:spChg chg="mod">
          <ac:chgData name="Avgi Stavrou" userId="dd16d0fc-f2bc-4903-959a-5212f7e12581" providerId="ADAL" clId="{1E03F269-CBA5-46B5-A393-57B181650B55}" dt="2026-01-18T19:50:06.469" v="1379" actId="1076"/>
          <ac:spMkLst>
            <pc:docMk/>
            <pc:sldMk cId="0" sldId="268"/>
            <ac:spMk id="5" creationId="{00000000-0000-0000-0000-000000000000}"/>
          </ac:spMkLst>
        </pc:spChg>
        <pc:spChg chg="mod">
          <ac:chgData name="Avgi Stavrou" userId="dd16d0fc-f2bc-4903-959a-5212f7e12581" providerId="ADAL" clId="{1E03F269-CBA5-46B5-A393-57B181650B55}" dt="2026-01-18T19:50:13.208" v="1381" actId="1076"/>
          <ac:spMkLst>
            <pc:docMk/>
            <pc:sldMk cId="0" sldId="268"/>
            <ac:spMk id="6" creationId="{00000000-0000-0000-0000-000000000000}"/>
          </ac:spMkLst>
        </pc:spChg>
        <pc:spChg chg="mod">
          <ac:chgData name="Avgi Stavrou" userId="dd16d0fc-f2bc-4903-959a-5212f7e12581" providerId="ADAL" clId="{1E03F269-CBA5-46B5-A393-57B181650B55}" dt="2026-01-18T19:49:48.733" v="1375" actId="1076"/>
          <ac:spMkLst>
            <pc:docMk/>
            <pc:sldMk cId="0" sldId="268"/>
            <ac:spMk id="7" creationId="{00000000-0000-0000-0000-000000000000}"/>
          </ac:spMkLst>
        </pc:spChg>
        <pc:spChg chg="mod">
          <ac:chgData name="Avgi Stavrou" userId="dd16d0fc-f2bc-4903-959a-5212f7e12581" providerId="ADAL" clId="{1E03F269-CBA5-46B5-A393-57B181650B55}" dt="2026-01-18T19:50:03.107" v="1378" actId="255"/>
          <ac:spMkLst>
            <pc:docMk/>
            <pc:sldMk cId="0" sldId="268"/>
            <ac:spMk id="8" creationId="{00000000-0000-0000-0000-000000000000}"/>
          </ac:spMkLst>
        </pc:spChg>
        <pc:spChg chg="mod">
          <ac:chgData name="Avgi Stavrou" userId="dd16d0fc-f2bc-4903-959a-5212f7e12581" providerId="ADAL" clId="{1E03F269-CBA5-46B5-A393-57B181650B55}" dt="2026-01-18T19:50:43.503" v="1407" actId="1036"/>
          <ac:spMkLst>
            <pc:docMk/>
            <pc:sldMk cId="0" sldId="268"/>
            <ac:spMk id="9" creationId="{00000000-0000-0000-0000-000000000000}"/>
          </ac:spMkLst>
        </pc:spChg>
        <pc:spChg chg="mod">
          <ac:chgData name="Avgi Stavrou" userId="dd16d0fc-f2bc-4903-959a-5212f7e12581" providerId="ADAL" clId="{1E03F269-CBA5-46B5-A393-57B181650B55}" dt="2026-01-18T19:50:56.258" v="1410" actId="2710"/>
          <ac:spMkLst>
            <pc:docMk/>
            <pc:sldMk cId="0" sldId="268"/>
            <ac:spMk id="11" creationId="{00000000-0000-0000-0000-000000000000}"/>
          </ac:spMkLst>
        </pc:spChg>
        <pc:spChg chg="mod">
          <ac:chgData name="Avgi Stavrou" userId="dd16d0fc-f2bc-4903-959a-5212f7e12581" providerId="ADAL" clId="{1E03F269-CBA5-46B5-A393-57B181650B55}" dt="2026-01-18T19:50:43.503" v="1407" actId="1036"/>
          <ac:spMkLst>
            <pc:docMk/>
            <pc:sldMk cId="0" sldId="268"/>
            <ac:spMk id="12" creationId="{00000000-0000-0000-0000-000000000000}"/>
          </ac:spMkLst>
        </pc:spChg>
        <pc:spChg chg="mod">
          <ac:chgData name="Avgi Stavrou" userId="dd16d0fc-f2bc-4903-959a-5212f7e12581" providerId="ADAL" clId="{1E03F269-CBA5-46B5-A393-57B181650B55}" dt="2026-01-18T19:51:00.308" v="1411" actId="2710"/>
          <ac:spMkLst>
            <pc:docMk/>
            <pc:sldMk cId="0" sldId="268"/>
            <ac:spMk id="14" creationId="{00000000-0000-0000-0000-000000000000}"/>
          </ac:spMkLst>
        </pc:spChg>
        <pc:spChg chg="mod">
          <ac:chgData name="Avgi Stavrou" userId="dd16d0fc-f2bc-4903-959a-5212f7e12581" providerId="ADAL" clId="{1E03F269-CBA5-46B5-A393-57B181650B55}" dt="2026-01-19T08:01:00.196" v="2180" actId="1076"/>
          <ac:spMkLst>
            <pc:docMk/>
            <pc:sldMk cId="0" sldId="268"/>
            <ac:spMk id="15" creationId="{00000000-0000-0000-0000-000000000000}"/>
          </ac:spMkLst>
        </pc:spChg>
        <pc:spChg chg="mod">
          <ac:chgData name="Avgi Stavrou" userId="dd16d0fc-f2bc-4903-959a-5212f7e12581" providerId="ADAL" clId="{1E03F269-CBA5-46B5-A393-57B181650B55}" dt="2026-01-19T08:01:05.101" v="2181" actId="1076"/>
          <ac:spMkLst>
            <pc:docMk/>
            <pc:sldMk cId="0" sldId="268"/>
            <ac:spMk id="17" creationId="{00000000-0000-0000-0000-000000000000}"/>
          </ac:spMkLst>
        </pc:spChg>
        <pc:spChg chg="mod">
          <ac:chgData name="Avgi Stavrou" userId="dd16d0fc-f2bc-4903-959a-5212f7e12581" providerId="ADAL" clId="{1E03F269-CBA5-46B5-A393-57B181650B55}" dt="2026-01-18T19:51:12.806" v="1413" actId="255"/>
          <ac:spMkLst>
            <pc:docMk/>
            <pc:sldMk cId="0" sldId="268"/>
            <ac:spMk id="18" creationId="{00000000-0000-0000-0000-000000000000}"/>
          </ac:spMkLst>
        </pc:spChg>
        <pc:spChg chg="add mod ord">
          <ac:chgData name="Avgi Stavrou" userId="dd16d0fc-f2bc-4903-959a-5212f7e12581" providerId="ADAL" clId="{1E03F269-CBA5-46B5-A393-57B181650B55}" dt="2026-01-19T08:01:15.405" v="2184" actId="167"/>
          <ac:spMkLst>
            <pc:docMk/>
            <pc:sldMk cId="0" sldId="268"/>
            <ac:spMk id="20" creationId="{D27E8BAA-0665-7186-E0D3-978F85309E8D}"/>
          </ac:spMkLst>
        </pc:spChg>
        <pc:spChg chg="add mod ord">
          <ac:chgData name="Avgi Stavrou" userId="dd16d0fc-f2bc-4903-959a-5212f7e12581" providerId="ADAL" clId="{1E03F269-CBA5-46B5-A393-57B181650B55}" dt="2026-01-19T08:01:12.957" v="2183" actId="167"/>
          <ac:spMkLst>
            <pc:docMk/>
            <pc:sldMk cId="0" sldId="268"/>
            <ac:spMk id="21" creationId="{512961F9-91E4-4E66-5D95-F5FA3EEB1F31}"/>
          </ac:spMkLst>
        </pc:spChg>
        <pc:spChg chg="add mod ord">
          <ac:chgData name="Avgi Stavrou" userId="dd16d0fc-f2bc-4903-959a-5212f7e12581" providerId="ADAL" clId="{1E03F269-CBA5-46B5-A393-57B181650B55}" dt="2026-01-19T08:01:08.239" v="2182" actId="14100"/>
          <ac:spMkLst>
            <pc:docMk/>
            <pc:sldMk cId="0" sldId="268"/>
            <ac:spMk id="22" creationId="{D2E172F4-88AE-3594-67C5-F20E73D474A7}"/>
          </ac:spMkLst>
        </pc:spChg>
        <pc:grpChg chg="add mod">
          <ac:chgData name="Avgi Stavrou" userId="dd16d0fc-f2bc-4903-959a-5212f7e12581" providerId="ADAL" clId="{1E03F269-CBA5-46B5-A393-57B181650B55}" dt="2026-01-18T19:49:15.502" v="1371" actId="1076"/>
          <ac:grpSpMkLst>
            <pc:docMk/>
            <pc:sldMk cId="0" sldId="268"/>
            <ac:grpSpMk id="19" creationId="{DEBA03A9-BEAC-5B83-237A-6A16312E704D}"/>
          </ac:grpSpMkLst>
        </pc:grpChg>
        <pc:picChg chg="mod">
          <ac:chgData name="Avgi Stavrou" userId="dd16d0fc-f2bc-4903-959a-5212f7e12581" providerId="ADAL" clId="{1E03F269-CBA5-46B5-A393-57B181650B55}" dt="2026-01-18T19:50:43.503" v="1407" actId="1036"/>
          <ac:picMkLst>
            <pc:docMk/>
            <pc:sldMk cId="0" sldId="268"/>
            <ac:picMk id="10" creationId="{00000000-0000-0000-0000-000000000000}"/>
          </ac:picMkLst>
        </pc:picChg>
        <pc:picChg chg="mod">
          <ac:chgData name="Avgi Stavrou" userId="dd16d0fc-f2bc-4903-959a-5212f7e12581" providerId="ADAL" clId="{1E03F269-CBA5-46B5-A393-57B181650B55}" dt="2026-01-18T19:50:43.503" v="1407" actId="1036"/>
          <ac:picMkLst>
            <pc:docMk/>
            <pc:sldMk cId="0" sldId="268"/>
            <ac:picMk id="13" creationId="{00000000-0000-0000-0000-000000000000}"/>
          </ac:picMkLst>
        </pc:picChg>
        <pc:picChg chg="mod">
          <ac:chgData name="Avgi Stavrou" userId="dd16d0fc-f2bc-4903-959a-5212f7e12581" providerId="ADAL" clId="{1E03F269-CBA5-46B5-A393-57B181650B55}" dt="2026-01-18T19:50:43.503" v="1407" actId="1036"/>
          <ac:picMkLst>
            <pc:docMk/>
            <pc:sldMk cId="0" sldId="268"/>
            <ac:picMk id="16" creationId="{00000000-0000-0000-0000-000000000000}"/>
          </ac:picMkLst>
        </pc:picChg>
      </pc:sldChg>
      <pc:sldChg chg="delSp modSp mod">
        <pc:chgData name="Avgi Stavrou" userId="dd16d0fc-f2bc-4903-959a-5212f7e12581" providerId="ADAL" clId="{1E03F269-CBA5-46B5-A393-57B181650B55}" dt="2026-01-18T19:53:17.265" v="1446" actId="1076"/>
        <pc:sldMkLst>
          <pc:docMk/>
          <pc:sldMk cId="0" sldId="269"/>
        </pc:sldMkLst>
        <pc:spChg chg="mod">
          <ac:chgData name="Avgi Stavrou" userId="dd16d0fc-f2bc-4903-959a-5212f7e12581" providerId="ADAL" clId="{1E03F269-CBA5-46B5-A393-57B181650B55}" dt="2026-01-18T19:51:52.589" v="1415" actId="255"/>
          <ac:spMkLst>
            <pc:docMk/>
            <pc:sldMk cId="0" sldId="269"/>
            <ac:spMk id="2" creationId="{00000000-0000-0000-0000-000000000000}"/>
          </ac:spMkLst>
        </pc:spChg>
        <pc:spChg chg="mod">
          <ac:chgData name="Avgi Stavrou" userId="dd16d0fc-f2bc-4903-959a-5212f7e12581" providerId="ADAL" clId="{1E03F269-CBA5-46B5-A393-57B181650B55}" dt="2026-01-18T19:51:56.221" v="1416" actId="1076"/>
          <ac:spMkLst>
            <pc:docMk/>
            <pc:sldMk cId="0" sldId="269"/>
            <ac:spMk id="3" creationId="{00000000-0000-0000-0000-000000000000}"/>
          </ac:spMkLst>
        </pc:spChg>
        <pc:spChg chg="mod">
          <ac:chgData name="Avgi Stavrou" userId="dd16d0fc-f2bc-4903-959a-5212f7e12581" providerId="ADAL" clId="{1E03F269-CBA5-46B5-A393-57B181650B55}" dt="2026-01-18T19:52:20.746" v="1418" actId="1076"/>
          <ac:spMkLst>
            <pc:docMk/>
            <pc:sldMk cId="0" sldId="269"/>
            <ac:spMk id="4" creationId="{00000000-0000-0000-0000-000000000000}"/>
          </ac:spMkLst>
        </pc:spChg>
        <pc:spChg chg="mod">
          <ac:chgData name="Avgi Stavrou" userId="dd16d0fc-f2bc-4903-959a-5212f7e12581" providerId="ADAL" clId="{1E03F269-CBA5-46B5-A393-57B181650B55}" dt="2026-01-18T19:53:01.879" v="1441" actId="1076"/>
          <ac:spMkLst>
            <pc:docMk/>
            <pc:sldMk cId="0" sldId="269"/>
            <ac:spMk id="6" creationId="{00000000-0000-0000-0000-000000000000}"/>
          </ac:spMkLst>
        </pc:spChg>
        <pc:spChg chg="mod">
          <ac:chgData name="Avgi Stavrou" userId="dd16d0fc-f2bc-4903-959a-5212f7e12581" providerId="ADAL" clId="{1E03F269-CBA5-46B5-A393-57B181650B55}" dt="2026-01-18T19:52:20.746" v="1418" actId="1076"/>
          <ac:spMkLst>
            <pc:docMk/>
            <pc:sldMk cId="0" sldId="269"/>
            <ac:spMk id="8" creationId="{00000000-0000-0000-0000-000000000000}"/>
          </ac:spMkLst>
        </pc:spChg>
        <pc:spChg chg="mod">
          <ac:chgData name="Avgi Stavrou" userId="dd16d0fc-f2bc-4903-959a-5212f7e12581" providerId="ADAL" clId="{1E03F269-CBA5-46B5-A393-57B181650B55}" dt="2026-01-18T19:53:06.368" v="1442" actId="1076"/>
          <ac:spMkLst>
            <pc:docMk/>
            <pc:sldMk cId="0" sldId="269"/>
            <ac:spMk id="10" creationId="{00000000-0000-0000-0000-000000000000}"/>
          </ac:spMkLst>
        </pc:spChg>
        <pc:spChg chg="mod">
          <ac:chgData name="Avgi Stavrou" userId="dd16d0fc-f2bc-4903-959a-5212f7e12581" providerId="ADAL" clId="{1E03F269-CBA5-46B5-A393-57B181650B55}" dt="2026-01-18T19:53:17.265" v="1446" actId="1076"/>
          <ac:spMkLst>
            <pc:docMk/>
            <pc:sldMk cId="0" sldId="269"/>
            <ac:spMk id="12" creationId="{00000000-0000-0000-0000-000000000000}"/>
          </ac:spMkLst>
        </pc:spChg>
        <pc:spChg chg="mod">
          <ac:chgData name="Avgi Stavrou" userId="dd16d0fc-f2bc-4903-959a-5212f7e12581" providerId="ADAL" clId="{1E03F269-CBA5-46B5-A393-57B181650B55}" dt="2026-01-18T19:52:31.082" v="1419" actId="1076"/>
          <ac:spMkLst>
            <pc:docMk/>
            <pc:sldMk cId="0" sldId="269"/>
            <ac:spMk id="13" creationId="{00000000-0000-0000-0000-000000000000}"/>
          </ac:spMkLst>
        </pc:spChg>
        <pc:picChg chg="mod">
          <ac:chgData name="Avgi Stavrou" userId="dd16d0fc-f2bc-4903-959a-5212f7e12581" providerId="ADAL" clId="{1E03F269-CBA5-46B5-A393-57B181650B55}" dt="2026-01-18T19:52:58.344" v="1440" actId="1076"/>
          <ac:picMkLst>
            <pc:docMk/>
            <pc:sldMk cId="0" sldId="269"/>
            <ac:picMk id="5" creationId="{00000000-0000-0000-0000-000000000000}"/>
          </ac:picMkLst>
        </pc:picChg>
        <pc:picChg chg="del">
          <ac:chgData name="Avgi Stavrou" userId="dd16d0fc-f2bc-4903-959a-5212f7e12581" providerId="ADAL" clId="{1E03F269-CBA5-46B5-A393-57B181650B55}" dt="2026-01-18T19:53:09.455" v="1443" actId="478"/>
          <ac:picMkLst>
            <pc:docMk/>
            <pc:sldMk cId="0" sldId="269"/>
            <ac:picMk id="7" creationId="{00000000-0000-0000-0000-000000000000}"/>
          </ac:picMkLst>
        </pc:picChg>
        <pc:picChg chg="mod">
          <ac:chgData name="Avgi Stavrou" userId="dd16d0fc-f2bc-4903-959a-5212f7e12581" providerId="ADAL" clId="{1E03F269-CBA5-46B5-A393-57B181650B55}" dt="2026-01-18T19:52:48.571" v="1425" actId="14100"/>
          <ac:picMkLst>
            <pc:docMk/>
            <pc:sldMk cId="0" sldId="269"/>
            <ac:picMk id="9" creationId="{00000000-0000-0000-0000-000000000000}"/>
          </ac:picMkLst>
        </pc:picChg>
        <pc:picChg chg="del">
          <ac:chgData name="Avgi Stavrou" userId="dd16d0fc-f2bc-4903-959a-5212f7e12581" providerId="ADAL" clId="{1E03F269-CBA5-46B5-A393-57B181650B55}" dt="2026-01-18T19:53:11.217" v="1444" actId="478"/>
          <ac:picMkLst>
            <pc:docMk/>
            <pc:sldMk cId="0" sldId="269"/>
            <ac:picMk id="11" creationId="{00000000-0000-0000-0000-000000000000}"/>
          </ac:picMkLst>
        </pc:picChg>
      </pc:sldChg>
      <pc:sldChg chg="modSp mod">
        <pc:chgData name="Avgi Stavrou" userId="dd16d0fc-f2bc-4903-959a-5212f7e12581" providerId="ADAL" clId="{1E03F269-CBA5-46B5-A393-57B181650B55}" dt="2026-01-18T19:56:01.863" v="1538" actId="403"/>
        <pc:sldMkLst>
          <pc:docMk/>
          <pc:sldMk cId="0" sldId="270"/>
        </pc:sldMkLst>
        <pc:spChg chg="mod">
          <ac:chgData name="Avgi Stavrou" userId="dd16d0fc-f2bc-4903-959a-5212f7e12581" providerId="ADAL" clId="{1E03F269-CBA5-46B5-A393-57B181650B55}" dt="2026-01-18T19:54:01.286" v="1499" actId="14100"/>
          <ac:spMkLst>
            <pc:docMk/>
            <pc:sldMk cId="0" sldId="270"/>
            <ac:spMk id="3" creationId="{00000000-0000-0000-0000-000000000000}"/>
          </ac:spMkLst>
        </pc:spChg>
        <pc:spChg chg="mod">
          <ac:chgData name="Avgi Stavrou" userId="dd16d0fc-f2bc-4903-959a-5212f7e12581" providerId="ADAL" clId="{1E03F269-CBA5-46B5-A393-57B181650B55}" dt="2026-01-18T19:54:40.852" v="1504" actId="1076"/>
          <ac:spMkLst>
            <pc:docMk/>
            <pc:sldMk cId="0" sldId="270"/>
            <ac:spMk id="5" creationId="{00000000-0000-0000-0000-000000000000}"/>
          </ac:spMkLst>
        </pc:spChg>
        <pc:spChg chg="mod">
          <ac:chgData name="Avgi Stavrou" userId="dd16d0fc-f2bc-4903-959a-5212f7e12581" providerId="ADAL" clId="{1E03F269-CBA5-46B5-A393-57B181650B55}" dt="2026-01-18T19:55:07.833" v="1513" actId="255"/>
          <ac:spMkLst>
            <pc:docMk/>
            <pc:sldMk cId="0" sldId="270"/>
            <ac:spMk id="6" creationId="{00000000-0000-0000-0000-000000000000}"/>
          </ac:spMkLst>
        </pc:spChg>
        <pc:spChg chg="mod">
          <ac:chgData name="Avgi Stavrou" userId="dd16d0fc-f2bc-4903-959a-5212f7e12581" providerId="ADAL" clId="{1E03F269-CBA5-46B5-A393-57B181650B55}" dt="2026-01-18T19:55:27.822" v="1519" actId="403"/>
          <ac:spMkLst>
            <pc:docMk/>
            <pc:sldMk cId="0" sldId="270"/>
            <ac:spMk id="7" creationId="{00000000-0000-0000-0000-000000000000}"/>
          </ac:spMkLst>
        </pc:spChg>
        <pc:spChg chg="mod">
          <ac:chgData name="Avgi Stavrou" userId="dd16d0fc-f2bc-4903-959a-5212f7e12581" providerId="ADAL" clId="{1E03F269-CBA5-46B5-A393-57B181650B55}" dt="2026-01-18T19:54:43.050" v="1505" actId="1076"/>
          <ac:spMkLst>
            <pc:docMk/>
            <pc:sldMk cId="0" sldId="270"/>
            <ac:spMk id="10" creationId="{00000000-0000-0000-0000-000000000000}"/>
          </ac:spMkLst>
        </pc:spChg>
        <pc:spChg chg="mod">
          <ac:chgData name="Avgi Stavrou" userId="dd16d0fc-f2bc-4903-959a-5212f7e12581" providerId="ADAL" clId="{1E03F269-CBA5-46B5-A393-57B181650B55}" dt="2026-01-18T19:55:33.035" v="1523" actId="403"/>
          <ac:spMkLst>
            <pc:docMk/>
            <pc:sldMk cId="0" sldId="270"/>
            <ac:spMk id="11" creationId="{00000000-0000-0000-0000-000000000000}"/>
          </ac:spMkLst>
        </pc:spChg>
        <pc:spChg chg="mod">
          <ac:chgData name="Avgi Stavrou" userId="dd16d0fc-f2bc-4903-959a-5212f7e12581" providerId="ADAL" clId="{1E03F269-CBA5-46B5-A393-57B181650B55}" dt="2026-01-18T19:55:46.255" v="1529" actId="404"/>
          <ac:spMkLst>
            <pc:docMk/>
            <pc:sldMk cId="0" sldId="270"/>
            <ac:spMk id="12" creationId="{00000000-0000-0000-0000-000000000000}"/>
          </ac:spMkLst>
        </pc:spChg>
        <pc:spChg chg="mod">
          <ac:chgData name="Avgi Stavrou" userId="dd16d0fc-f2bc-4903-959a-5212f7e12581" providerId="ADAL" clId="{1E03F269-CBA5-46B5-A393-57B181650B55}" dt="2026-01-18T19:54:01.286" v="1499" actId="14100"/>
          <ac:spMkLst>
            <pc:docMk/>
            <pc:sldMk cId="0" sldId="270"/>
            <ac:spMk id="13" creationId="{00000000-0000-0000-0000-000000000000}"/>
          </ac:spMkLst>
        </pc:spChg>
        <pc:spChg chg="mod">
          <ac:chgData name="Avgi Stavrou" userId="dd16d0fc-f2bc-4903-959a-5212f7e12581" providerId="ADAL" clId="{1E03F269-CBA5-46B5-A393-57B181650B55}" dt="2026-01-18T19:54:45.570" v="1506" actId="1076"/>
          <ac:spMkLst>
            <pc:docMk/>
            <pc:sldMk cId="0" sldId="270"/>
            <ac:spMk id="15" creationId="{00000000-0000-0000-0000-000000000000}"/>
          </ac:spMkLst>
        </pc:spChg>
        <pc:spChg chg="mod">
          <ac:chgData name="Avgi Stavrou" userId="dd16d0fc-f2bc-4903-959a-5212f7e12581" providerId="ADAL" clId="{1E03F269-CBA5-46B5-A393-57B181650B55}" dt="2026-01-18T19:56:01.863" v="1538" actId="403"/>
          <ac:spMkLst>
            <pc:docMk/>
            <pc:sldMk cId="0" sldId="270"/>
            <ac:spMk id="16" creationId="{00000000-0000-0000-0000-000000000000}"/>
          </ac:spMkLst>
        </pc:spChg>
        <pc:spChg chg="mod">
          <ac:chgData name="Avgi Stavrou" userId="dd16d0fc-f2bc-4903-959a-5212f7e12581" providerId="ADAL" clId="{1E03F269-CBA5-46B5-A393-57B181650B55}" dt="2026-01-18T19:55:57.103" v="1534" actId="403"/>
          <ac:spMkLst>
            <pc:docMk/>
            <pc:sldMk cId="0" sldId="270"/>
            <ac:spMk id="17" creationId="{00000000-0000-0000-0000-000000000000}"/>
          </ac:spMkLst>
        </pc:spChg>
        <pc:spChg chg="mod">
          <ac:chgData name="Avgi Stavrou" userId="dd16d0fc-f2bc-4903-959a-5212f7e12581" providerId="ADAL" clId="{1E03F269-CBA5-46B5-A393-57B181650B55}" dt="2026-01-18T19:54:15.287" v="1500" actId="1076"/>
          <ac:spMkLst>
            <pc:docMk/>
            <pc:sldMk cId="0" sldId="270"/>
            <ac:spMk id="18" creationId="{00000000-0000-0000-0000-000000000000}"/>
          </ac:spMkLst>
        </pc:spChg>
        <pc:spChg chg="mod">
          <ac:chgData name="Avgi Stavrou" userId="dd16d0fc-f2bc-4903-959a-5212f7e12581" providerId="ADAL" clId="{1E03F269-CBA5-46B5-A393-57B181650B55}" dt="2026-01-18T19:54:27.971" v="1503" actId="1076"/>
          <ac:spMkLst>
            <pc:docMk/>
            <pc:sldMk cId="0" sldId="270"/>
            <ac:spMk id="20" creationId="{00000000-0000-0000-0000-000000000000}"/>
          </ac:spMkLst>
        </pc:spChg>
        <pc:picChg chg="mod">
          <ac:chgData name="Avgi Stavrou" userId="dd16d0fc-f2bc-4903-959a-5212f7e12581" providerId="ADAL" clId="{1E03F269-CBA5-46B5-A393-57B181650B55}" dt="2026-01-18T19:54:17.873" v="1501" actId="1076"/>
          <ac:picMkLst>
            <pc:docMk/>
            <pc:sldMk cId="0" sldId="270"/>
            <ac:picMk id="19" creationId="{00000000-0000-0000-0000-000000000000}"/>
          </ac:picMkLst>
        </pc:picChg>
      </pc:sldChg>
      <pc:sldChg chg="modSp mod">
        <pc:chgData name="Avgi Stavrou" userId="dd16d0fc-f2bc-4903-959a-5212f7e12581" providerId="ADAL" clId="{1E03F269-CBA5-46B5-A393-57B181650B55}" dt="2026-01-18T19:58:49.649" v="1576" actId="1076"/>
        <pc:sldMkLst>
          <pc:docMk/>
          <pc:sldMk cId="0" sldId="272"/>
        </pc:sldMkLst>
        <pc:spChg chg="mod">
          <ac:chgData name="Avgi Stavrou" userId="dd16d0fc-f2bc-4903-959a-5212f7e12581" providerId="ADAL" clId="{1E03F269-CBA5-46B5-A393-57B181650B55}" dt="2026-01-18T19:57:07.448" v="1547" actId="1076"/>
          <ac:spMkLst>
            <pc:docMk/>
            <pc:sldMk cId="0" sldId="272"/>
            <ac:spMk id="2" creationId="{00000000-0000-0000-0000-000000000000}"/>
          </ac:spMkLst>
        </pc:spChg>
        <pc:spChg chg="mod">
          <ac:chgData name="Avgi Stavrou" userId="dd16d0fc-f2bc-4903-959a-5212f7e12581" providerId="ADAL" clId="{1E03F269-CBA5-46B5-A393-57B181650B55}" dt="2026-01-18T19:58:12.071" v="1566" actId="1076"/>
          <ac:spMkLst>
            <pc:docMk/>
            <pc:sldMk cId="0" sldId="272"/>
            <ac:spMk id="3" creationId="{00000000-0000-0000-0000-000000000000}"/>
          </ac:spMkLst>
        </pc:spChg>
        <pc:spChg chg="mod">
          <ac:chgData name="Avgi Stavrou" userId="dd16d0fc-f2bc-4903-959a-5212f7e12581" providerId="ADAL" clId="{1E03F269-CBA5-46B5-A393-57B181650B55}" dt="2026-01-18T19:58:10.033" v="1565" actId="1076"/>
          <ac:spMkLst>
            <pc:docMk/>
            <pc:sldMk cId="0" sldId="272"/>
            <ac:spMk id="4" creationId="{00000000-0000-0000-0000-000000000000}"/>
          </ac:spMkLst>
        </pc:spChg>
        <pc:spChg chg="mod">
          <ac:chgData name="Avgi Stavrou" userId="dd16d0fc-f2bc-4903-959a-5212f7e12581" providerId="ADAL" clId="{1E03F269-CBA5-46B5-A393-57B181650B55}" dt="2026-01-18T19:58:14.390" v="1567" actId="1076"/>
          <ac:spMkLst>
            <pc:docMk/>
            <pc:sldMk cId="0" sldId="272"/>
            <ac:spMk id="5" creationId="{00000000-0000-0000-0000-000000000000}"/>
          </ac:spMkLst>
        </pc:spChg>
        <pc:spChg chg="mod">
          <ac:chgData name="Avgi Stavrou" userId="dd16d0fc-f2bc-4903-959a-5212f7e12581" providerId="ADAL" clId="{1E03F269-CBA5-46B5-A393-57B181650B55}" dt="2026-01-18T19:58:17.208" v="1568" actId="1076"/>
          <ac:spMkLst>
            <pc:docMk/>
            <pc:sldMk cId="0" sldId="272"/>
            <ac:spMk id="6" creationId="{00000000-0000-0000-0000-000000000000}"/>
          </ac:spMkLst>
        </pc:spChg>
        <pc:spChg chg="mod">
          <ac:chgData name="Avgi Stavrou" userId="dd16d0fc-f2bc-4903-959a-5212f7e12581" providerId="ADAL" clId="{1E03F269-CBA5-46B5-A393-57B181650B55}" dt="2026-01-18T19:57:33.351" v="1555" actId="20577"/>
          <ac:spMkLst>
            <pc:docMk/>
            <pc:sldMk cId="0" sldId="272"/>
            <ac:spMk id="7" creationId="{00000000-0000-0000-0000-000000000000}"/>
          </ac:spMkLst>
        </pc:spChg>
        <pc:spChg chg="mod">
          <ac:chgData name="Avgi Stavrou" userId="dd16d0fc-f2bc-4903-959a-5212f7e12581" providerId="ADAL" clId="{1E03F269-CBA5-46B5-A393-57B181650B55}" dt="2026-01-18T19:57:14.367" v="1549" actId="1076"/>
          <ac:spMkLst>
            <pc:docMk/>
            <pc:sldMk cId="0" sldId="272"/>
            <ac:spMk id="8" creationId="{00000000-0000-0000-0000-000000000000}"/>
          </ac:spMkLst>
        </pc:spChg>
        <pc:spChg chg="mod">
          <ac:chgData name="Avgi Stavrou" userId="dd16d0fc-f2bc-4903-959a-5212f7e12581" providerId="ADAL" clId="{1E03F269-CBA5-46B5-A393-57B181650B55}" dt="2026-01-18T19:58:42.213" v="1574" actId="1076"/>
          <ac:spMkLst>
            <pc:docMk/>
            <pc:sldMk cId="0" sldId="272"/>
            <ac:spMk id="9" creationId="{00000000-0000-0000-0000-000000000000}"/>
          </ac:spMkLst>
        </pc:spChg>
        <pc:spChg chg="mod">
          <ac:chgData name="Avgi Stavrou" userId="dd16d0fc-f2bc-4903-959a-5212f7e12581" providerId="ADAL" clId="{1E03F269-CBA5-46B5-A393-57B181650B55}" dt="2026-01-18T19:58:46.966" v="1575" actId="1076"/>
          <ac:spMkLst>
            <pc:docMk/>
            <pc:sldMk cId="0" sldId="272"/>
            <ac:spMk id="10" creationId="{00000000-0000-0000-0000-000000000000}"/>
          </ac:spMkLst>
        </pc:spChg>
        <pc:spChg chg="mod">
          <ac:chgData name="Avgi Stavrou" userId="dd16d0fc-f2bc-4903-959a-5212f7e12581" providerId="ADAL" clId="{1E03F269-CBA5-46B5-A393-57B181650B55}" dt="2026-01-18T19:58:49.649" v="1576" actId="1076"/>
          <ac:spMkLst>
            <pc:docMk/>
            <pc:sldMk cId="0" sldId="272"/>
            <ac:spMk id="11" creationId="{00000000-0000-0000-0000-000000000000}"/>
          </ac:spMkLst>
        </pc:spChg>
        <pc:spChg chg="mod">
          <ac:chgData name="Avgi Stavrou" userId="dd16d0fc-f2bc-4903-959a-5212f7e12581" providerId="ADAL" clId="{1E03F269-CBA5-46B5-A393-57B181650B55}" dt="2026-01-18T19:58:28.067" v="1572" actId="1076"/>
          <ac:spMkLst>
            <pc:docMk/>
            <pc:sldMk cId="0" sldId="272"/>
            <ac:spMk id="12" creationId="{00000000-0000-0000-0000-000000000000}"/>
          </ac:spMkLst>
        </pc:spChg>
      </pc:sldChg>
      <pc:sldChg chg="modSp mod">
        <pc:chgData name="Avgi Stavrou" userId="dd16d0fc-f2bc-4903-959a-5212f7e12581" providerId="ADAL" clId="{1E03F269-CBA5-46B5-A393-57B181650B55}" dt="2026-01-18T19:59:31.902" v="1583" actId="1076"/>
        <pc:sldMkLst>
          <pc:docMk/>
          <pc:sldMk cId="0" sldId="273"/>
        </pc:sldMkLst>
        <pc:spChg chg="mod">
          <ac:chgData name="Avgi Stavrou" userId="dd16d0fc-f2bc-4903-959a-5212f7e12581" providerId="ADAL" clId="{1E03F269-CBA5-46B5-A393-57B181650B55}" dt="2026-01-18T19:59:21.509" v="1582" actId="403"/>
          <ac:spMkLst>
            <pc:docMk/>
            <pc:sldMk cId="0" sldId="273"/>
            <ac:spMk id="2"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3"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7"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9"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11"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16"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22"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24"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26" creationId="{00000000-0000-0000-0000-000000000000}"/>
          </ac:spMkLst>
        </pc:spChg>
        <pc:spChg chg="mod">
          <ac:chgData name="Avgi Stavrou" userId="dd16d0fc-f2bc-4903-959a-5212f7e12581" providerId="ADAL" clId="{1E03F269-CBA5-46B5-A393-57B181650B55}" dt="2026-01-18T19:59:21.509" v="1582" actId="403"/>
          <ac:spMkLst>
            <pc:docMk/>
            <pc:sldMk cId="0" sldId="273"/>
            <ac:spMk id="29" creationId="{00000000-0000-0000-0000-000000000000}"/>
          </ac:spMkLst>
        </pc:spChg>
        <pc:spChg chg="mod">
          <ac:chgData name="Avgi Stavrou" userId="dd16d0fc-f2bc-4903-959a-5212f7e12581" providerId="ADAL" clId="{1E03F269-CBA5-46B5-A393-57B181650B55}" dt="2026-01-18T19:59:31.902" v="1583" actId="1076"/>
          <ac:spMkLst>
            <pc:docMk/>
            <pc:sldMk cId="0" sldId="273"/>
            <ac:spMk id="33" creationId="{00000000-0000-0000-0000-000000000000}"/>
          </ac:spMkLst>
        </pc:spChg>
      </pc:sldChg>
      <pc:sldChg chg="modSp mod">
        <pc:chgData name="Avgi Stavrou" userId="dd16d0fc-f2bc-4903-959a-5212f7e12581" providerId="ADAL" clId="{1E03F269-CBA5-46B5-A393-57B181650B55}" dt="2026-01-19T08:02:10.258" v="2185" actId="14100"/>
        <pc:sldMkLst>
          <pc:docMk/>
          <pc:sldMk cId="0" sldId="274"/>
        </pc:sldMkLst>
        <pc:spChg chg="mod">
          <ac:chgData name="Avgi Stavrou" userId="dd16d0fc-f2bc-4903-959a-5212f7e12581" providerId="ADAL" clId="{1E03F269-CBA5-46B5-A393-57B181650B55}" dt="2026-01-18T20:00:17.412" v="1591" actId="1076"/>
          <ac:spMkLst>
            <pc:docMk/>
            <pc:sldMk cId="0" sldId="274"/>
            <ac:spMk id="2" creationId="{00000000-0000-0000-0000-000000000000}"/>
          </ac:spMkLst>
        </pc:spChg>
        <pc:spChg chg="mod">
          <ac:chgData name="Avgi Stavrou" userId="dd16d0fc-f2bc-4903-959a-5212f7e12581" providerId="ADAL" clId="{1E03F269-CBA5-46B5-A393-57B181650B55}" dt="2026-01-18T20:00:21.769" v="1592" actId="1076"/>
          <ac:spMkLst>
            <pc:docMk/>
            <pc:sldMk cId="0" sldId="274"/>
            <ac:spMk id="3" creationId="{00000000-0000-0000-0000-000000000000}"/>
          </ac:spMkLst>
        </pc:spChg>
        <pc:spChg chg="mod">
          <ac:chgData name="Avgi Stavrou" userId="dd16d0fc-f2bc-4903-959a-5212f7e12581" providerId="ADAL" clId="{1E03F269-CBA5-46B5-A393-57B181650B55}" dt="2026-01-18T20:00:11.246" v="1590" actId="403"/>
          <ac:spMkLst>
            <pc:docMk/>
            <pc:sldMk cId="0" sldId="274"/>
            <ac:spMk id="4" creationId="{00000000-0000-0000-0000-000000000000}"/>
          </ac:spMkLst>
        </pc:spChg>
        <pc:spChg chg="mod">
          <ac:chgData name="Avgi Stavrou" userId="dd16d0fc-f2bc-4903-959a-5212f7e12581" providerId="ADAL" clId="{1E03F269-CBA5-46B5-A393-57B181650B55}" dt="2026-01-18T20:02:45.156" v="1630" actId="1036"/>
          <ac:spMkLst>
            <pc:docMk/>
            <pc:sldMk cId="0" sldId="274"/>
            <ac:spMk id="5" creationId="{00000000-0000-0000-0000-000000000000}"/>
          </ac:spMkLst>
        </pc:spChg>
        <pc:spChg chg="mod">
          <ac:chgData name="Avgi Stavrou" userId="dd16d0fc-f2bc-4903-959a-5212f7e12581" providerId="ADAL" clId="{1E03F269-CBA5-46B5-A393-57B181650B55}" dt="2026-01-18T20:02:42.065" v="1628" actId="1036"/>
          <ac:spMkLst>
            <pc:docMk/>
            <pc:sldMk cId="0" sldId="274"/>
            <ac:spMk id="6" creationId="{00000000-0000-0000-0000-000000000000}"/>
          </ac:spMkLst>
        </pc:spChg>
        <pc:spChg chg="mod">
          <ac:chgData name="Avgi Stavrou" userId="dd16d0fc-f2bc-4903-959a-5212f7e12581" providerId="ADAL" clId="{1E03F269-CBA5-46B5-A393-57B181650B55}" dt="2026-01-18T20:02:40.019" v="1626" actId="1036"/>
          <ac:spMkLst>
            <pc:docMk/>
            <pc:sldMk cId="0" sldId="274"/>
            <ac:spMk id="7" creationId="{00000000-0000-0000-0000-000000000000}"/>
          </ac:spMkLst>
        </pc:spChg>
        <pc:spChg chg="mod">
          <ac:chgData name="Avgi Stavrou" userId="dd16d0fc-f2bc-4903-959a-5212f7e12581" providerId="ADAL" clId="{1E03F269-CBA5-46B5-A393-57B181650B55}" dt="2026-01-18T20:02:38.210" v="1624" actId="1036"/>
          <ac:spMkLst>
            <pc:docMk/>
            <pc:sldMk cId="0" sldId="274"/>
            <ac:spMk id="8" creationId="{00000000-0000-0000-0000-000000000000}"/>
          </ac:spMkLst>
        </pc:spChg>
        <pc:spChg chg="mod">
          <ac:chgData name="Avgi Stavrou" userId="dd16d0fc-f2bc-4903-959a-5212f7e12581" providerId="ADAL" clId="{1E03F269-CBA5-46B5-A393-57B181650B55}" dt="2026-01-18T20:02:36.095" v="1622" actId="1036"/>
          <ac:spMkLst>
            <pc:docMk/>
            <pc:sldMk cId="0" sldId="274"/>
            <ac:spMk id="9" creationId="{00000000-0000-0000-0000-000000000000}"/>
          </ac:spMkLst>
        </pc:spChg>
        <pc:spChg chg="mod">
          <ac:chgData name="Avgi Stavrou" userId="dd16d0fc-f2bc-4903-959a-5212f7e12581" providerId="ADAL" clId="{1E03F269-CBA5-46B5-A393-57B181650B55}" dt="2026-01-19T08:02:10.258" v="2185" actId="14100"/>
          <ac:spMkLst>
            <pc:docMk/>
            <pc:sldMk cId="0" sldId="274"/>
            <ac:spMk id="10" creationId="{00000000-0000-0000-0000-000000000000}"/>
          </ac:spMkLst>
        </pc:spChg>
        <pc:spChg chg="mod">
          <ac:chgData name="Avgi Stavrou" userId="dd16d0fc-f2bc-4903-959a-5212f7e12581" providerId="ADAL" clId="{1E03F269-CBA5-46B5-A393-57B181650B55}" dt="2026-01-18T20:01:25.633" v="1599" actId="14100"/>
          <ac:spMkLst>
            <pc:docMk/>
            <pc:sldMk cId="0" sldId="274"/>
            <ac:spMk id="12" creationId="{00000000-0000-0000-0000-000000000000}"/>
          </ac:spMkLst>
        </pc:spChg>
        <pc:spChg chg="mod">
          <ac:chgData name="Avgi Stavrou" userId="dd16d0fc-f2bc-4903-959a-5212f7e12581" providerId="ADAL" clId="{1E03F269-CBA5-46B5-A393-57B181650B55}" dt="2026-01-18T20:02:08.210" v="1611" actId="255"/>
          <ac:spMkLst>
            <pc:docMk/>
            <pc:sldMk cId="0" sldId="274"/>
            <ac:spMk id="13" creationId="{00000000-0000-0000-0000-000000000000}"/>
          </ac:spMkLst>
        </pc:spChg>
        <pc:spChg chg="mod">
          <ac:chgData name="Avgi Stavrou" userId="dd16d0fc-f2bc-4903-959a-5212f7e12581" providerId="ADAL" clId="{1E03F269-CBA5-46B5-A393-57B181650B55}" dt="2026-01-18T20:02:10.188" v="1612" actId="1076"/>
          <ac:spMkLst>
            <pc:docMk/>
            <pc:sldMk cId="0" sldId="274"/>
            <ac:spMk id="14" creationId="{00000000-0000-0000-0000-000000000000}"/>
          </ac:spMkLst>
        </pc:spChg>
        <pc:picChg chg="mod">
          <ac:chgData name="Avgi Stavrou" userId="dd16d0fc-f2bc-4903-959a-5212f7e12581" providerId="ADAL" clId="{1E03F269-CBA5-46B5-A393-57B181650B55}" dt="2026-01-18T20:01:32.187" v="1602" actId="1076"/>
          <ac:picMkLst>
            <pc:docMk/>
            <pc:sldMk cId="0" sldId="274"/>
            <ac:picMk id="11" creationId="{00000000-0000-0000-0000-000000000000}"/>
          </ac:picMkLst>
        </pc:picChg>
      </pc:sldChg>
      <pc:sldChg chg="addSp modSp mod">
        <pc:chgData name="Avgi Stavrou" userId="dd16d0fc-f2bc-4903-959a-5212f7e12581" providerId="ADAL" clId="{1E03F269-CBA5-46B5-A393-57B181650B55}" dt="2026-01-18T20:03:40.715" v="1646" actId="1076"/>
        <pc:sldMkLst>
          <pc:docMk/>
          <pc:sldMk cId="0" sldId="275"/>
        </pc:sldMkLst>
        <pc:spChg chg="mod">
          <ac:chgData name="Avgi Stavrou" userId="dd16d0fc-f2bc-4903-959a-5212f7e12581" providerId="ADAL" clId="{1E03F269-CBA5-46B5-A393-57B181650B55}" dt="2026-01-18T20:03:02.053" v="1637" actId="1076"/>
          <ac:spMkLst>
            <pc:docMk/>
            <pc:sldMk cId="0" sldId="275"/>
            <ac:spMk id="2" creationId="{00000000-0000-0000-0000-000000000000}"/>
          </ac:spMkLst>
        </pc:spChg>
        <pc:spChg chg="mod">
          <ac:chgData name="Avgi Stavrou" userId="dd16d0fc-f2bc-4903-959a-5212f7e12581" providerId="ADAL" clId="{1E03F269-CBA5-46B5-A393-57B181650B55}" dt="2026-01-18T20:03:05.736" v="1638" actId="1076"/>
          <ac:spMkLst>
            <pc:docMk/>
            <pc:sldMk cId="0" sldId="275"/>
            <ac:spMk id="3" creationId="{00000000-0000-0000-0000-000000000000}"/>
          </ac:spMkLst>
        </pc:spChg>
        <pc:spChg chg="mod">
          <ac:chgData name="Avgi Stavrou" userId="dd16d0fc-f2bc-4903-959a-5212f7e12581" providerId="ADAL" clId="{1E03F269-CBA5-46B5-A393-57B181650B55}" dt="2026-01-18T20:03:08.752" v="1639" actId="1076"/>
          <ac:spMkLst>
            <pc:docMk/>
            <pc:sldMk cId="0" sldId="275"/>
            <ac:spMk id="4" creationId="{00000000-0000-0000-0000-000000000000}"/>
          </ac:spMkLst>
        </pc:spChg>
        <pc:spChg chg="mod">
          <ac:chgData name="Avgi Stavrou" userId="dd16d0fc-f2bc-4903-959a-5212f7e12581" providerId="ADAL" clId="{1E03F269-CBA5-46B5-A393-57B181650B55}" dt="2026-01-18T20:03:10.711" v="1640" actId="1076"/>
          <ac:spMkLst>
            <pc:docMk/>
            <pc:sldMk cId="0" sldId="275"/>
            <ac:spMk id="5" creationId="{00000000-0000-0000-0000-000000000000}"/>
          </ac:spMkLst>
        </pc:spChg>
        <pc:spChg chg="mod">
          <ac:chgData name="Avgi Stavrou" userId="dd16d0fc-f2bc-4903-959a-5212f7e12581" providerId="ADAL" clId="{1E03F269-CBA5-46B5-A393-57B181650B55}" dt="2026-01-18T20:03:14.996" v="1641" actId="1076"/>
          <ac:spMkLst>
            <pc:docMk/>
            <pc:sldMk cId="0" sldId="275"/>
            <ac:spMk id="6" creationId="{00000000-0000-0000-0000-000000000000}"/>
          </ac:spMkLst>
        </pc:spChg>
        <pc:spChg chg="mod">
          <ac:chgData name="Avgi Stavrou" userId="dd16d0fc-f2bc-4903-959a-5212f7e12581" providerId="ADAL" clId="{1E03F269-CBA5-46B5-A393-57B181650B55}" dt="2026-01-18T20:03:40.715" v="1646" actId="1076"/>
          <ac:spMkLst>
            <pc:docMk/>
            <pc:sldMk cId="0" sldId="275"/>
            <ac:spMk id="7" creationId="{00000000-0000-0000-0000-000000000000}"/>
          </ac:spMkLst>
        </pc:spChg>
        <pc:spChg chg="mod">
          <ac:chgData name="Avgi Stavrou" userId="dd16d0fc-f2bc-4903-959a-5212f7e12581" providerId="ADAL" clId="{1E03F269-CBA5-46B5-A393-57B181650B55}" dt="2026-01-18T20:03:28.417" v="1642" actId="164"/>
          <ac:spMkLst>
            <pc:docMk/>
            <pc:sldMk cId="0" sldId="275"/>
            <ac:spMk id="8" creationId="{00000000-0000-0000-0000-000000000000}"/>
          </ac:spMkLst>
        </pc:spChg>
        <pc:spChg chg="mod">
          <ac:chgData name="Avgi Stavrou" userId="dd16d0fc-f2bc-4903-959a-5212f7e12581" providerId="ADAL" clId="{1E03F269-CBA5-46B5-A393-57B181650B55}" dt="2026-01-18T20:03:28.417" v="1642" actId="164"/>
          <ac:spMkLst>
            <pc:docMk/>
            <pc:sldMk cId="0" sldId="275"/>
            <ac:spMk id="10" creationId="{00000000-0000-0000-0000-000000000000}"/>
          </ac:spMkLst>
        </pc:spChg>
        <pc:spChg chg="mod">
          <ac:chgData name="Avgi Stavrou" userId="dd16d0fc-f2bc-4903-959a-5212f7e12581" providerId="ADAL" clId="{1E03F269-CBA5-46B5-A393-57B181650B55}" dt="2026-01-18T20:03:28.417" v="1642" actId="164"/>
          <ac:spMkLst>
            <pc:docMk/>
            <pc:sldMk cId="0" sldId="275"/>
            <ac:spMk id="11" creationId="{00000000-0000-0000-0000-000000000000}"/>
          </ac:spMkLst>
        </pc:spChg>
        <pc:grpChg chg="add mod">
          <ac:chgData name="Avgi Stavrou" userId="dd16d0fc-f2bc-4903-959a-5212f7e12581" providerId="ADAL" clId="{1E03F269-CBA5-46B5-A393-57B181650B55}" dt="2026-01-18T20:03:31.527" v="1643" actId="1076"/>
          <ac:grpSpMkLst>
            <pc:docMk/>
            <pc:sldMk cId="0" sldId="275"/>
            <ac:grpSpMk id="12" creationId="{A6DCDEC0-9A93-EAB9-997D-7C51B33CE35D}"/>
          </ac:grpSpMkLst>
        </pc:grpChg>
        <pc:picChg chg="mod">
          <ac:chgData name="Avgi Stavrou" userId="dd16d0fc-f2bc-4903-959a-5212f7e12581" providerId="ADAL" clId="{1E03F269-CBA5-46B5-A393-57B181650B55}" dt="2026-01-18T20:03:28.417" v="1642" actId="164"/>
          <ac:picMkLst>
            <pc:docMk/>
            <pc:sldMk cId="0" sldId="275"/>
            <ac:picMk id="9" creationId="{00000000-0000-0000-0000-000000000000}"/>
          </ac:picMkLst>
        </pc:picChg>
      </pc:sldChg>
      <pc:sldChg chg="addSp modSp add mod">
        <pc:chgData name="Avgi Stavrou" userId="dd16d0fc-f2bc-4903-959a-5212f7e12581" providerId="ADAL" clId="{1E03F269-CBA5-46B5-A393-57B181650B55}" dt="2026-01-18T20:06:49.600" v="1685" actId="113"/>
        <pc:sldMkLst>
          <pc:docMk/>
          <pc:sldMk cId="982581980" sldId="276"/>
        </pc:sldMkLst>
        <pc:spChg chg="mod">
          <ac:chgData name="Avgi Stavrou" userId="dd16d0fc-f2bc-4903-959a-5212f7e12581" providerId="ADAL" clId="{1E03F269-CBA5-46B5-A393-57B181650B55}" dt="2026-01-18T20:04:29.083" v="1653" actId="1076"/>
          <ac:spMkLst>
            <pc:docMk/>
            <pc:sldMk cId="982581980" sldId="276"/>
            <ac:spMk id="2" creationId="{00000000-0000-0000-0000-000000000000}"/>
          </ac:spMkLst>
        </pc:spChg>
        <pc:spChg chg="mod">
          <ac:chgData name="Avgi Stavrou" userId="dd16d0fc-f2bc-4903-959a-5212f7e12581" providerId="ADAL" clId="{1E03F269-CBA5-46B5-A393-57B181650B55}" dt="2026-01-18T20:05:13.688" v="1662" actId="20577"/>
          <ac:spMkLst>
            <pc:docMk/>
            <pc:sldMk cId="982581980" sldId="276"/>
            <ac:spMk id="3" creationId="{00000000-0000-0000-0000-000000000000}"/>
          </ac:spMkLst>
        </pc:spChg>
        <pc:spChg chg="mod">
          <ac:chgData name="Avgi Stavrou" userId="dd16d0fc-f2bc-4903-959a-5212f7e12581" providerId="ADAL" clId="{1E03F269-CBA5-46B5-A393-57B181650B55}" dt="2026-01-18T20:05:30.014" v="1665" actId="15"/>
          <ac:spMkLst>
            <pc:docMk/>
            <pc:sldMk cId="982581980" sldId="276"/>
            <ac:spMk id="4" creationId="{00000000-0000-0000-0000-000000000000}"/>
          </ac:spMkLst>
        </pc:spChg>
        <pc:spChg chg="mod">
          <ac:chgData name="Avgi Stavrou" userId="dd16d0fc-f2bc-4903-959a-5212f7e12581" providerId="ADAL" clId="{1E03F269-CBA5-46B5-A393-57B181650B55}" dt="2026-01-18T20:05:46.549" v="1668" actId="20577"/>
          <ac:spMkLst>
            <pc:docMk/>
            <pc:sldMk cId="982581980" sldId="276"/>
            <ac:spMk id="5" creationId="{00000000-0000-0000-0000-000000000000}"/>
          </ac:spMkLst>
        </pc:spChg>
        <pc:spChg chg="mod">
          <ac:chgData name="Avgi Stavrou" userId="dd16d0fc-f2bc-4903-959a-5212f7e12581" providerId="ADAL" clId="{1E03F269-CBA5-46B5-A393-57B181650B55}" dt="2026-01-18T20:06:10.847" v="1673" actId="5793"/>
          <ac:spMkLst>
            <pc:docMk/>
            <pc:sldMk cId="982581980" sldId="276"/>
            <ac:spMk id="6" creationId="{00000000-0000-0000-0000-000000000000}"/>
          </ac:spMkLst>
        </pc:spChg>
        <pc:spChg chg="mod">
          <ac:chgData name="Avgi Stavrou" userId="dd16d0fc-f2bc-4903-959a-5212f7e12581" providerId="ADAL" clId="{1E03F269-CBA5-46B5-A393-57B181650B55}" dt="2026-01-18T20:06:08.164" v="1672" actId="5793"/>
          <ac:spMkLst>
            <pc:docMk/>
            <pc:sldMk cId="982581980" sldId="276"/>
            <ac:spMk id="7" creationId="{00000000-0000-0000-0000-000000000000}"/>
          </ac:spMkLst>
        </pc:spChg>
        <pc:spChg chg="mod">
          <ac:chgData name="Avgi Stavrou" userId="dd16d0fc-f2bc-4903-959a-5212f7e12581" providerId="ADAL" clId="{1E03F269-CBA5-46B5-A393-57B181650B55}" dt="2026-01-18T20:06:49.600" v="1685" actId="113"/>
          <ac:spMkLst>
            <pc:docMk/>
            <pc:sldMk cId="982581980" sldId="276"/>
            <ac:spMk id="8" creationId="{00000000-0000-0000-0000-000000000000}"/>
          </ac:spMkLst>
        </pc:spChg>
        <pc:grpChg chg="add mod">
          <ac:chgData name="Avgi Stavrou" userId="dd16d0fc-f2bc-4903-959a-5212f7e12581" providerId="ADAL" clId="{1E03F269-CBA5-46B5-A393-57B181650B55}" dt="2026-01-18T20:05:56.983" v="1669" actId="14100"/>
          <ac:grpSpMkLst>
            <pc:docMk/>
            <pc:sldMk cId="982581980" sldId="276"/>
            <ac:grpSpMk id="9" creationId="{48347E66-C674-CAB1-B7A3-523A906C31A9}"/>
          </ac:grpSpMkLst>
        </pc:grpChg>
      </pc:sldChg>
      <pc:sldChg chg="addSp delSp modSp add mod">
        <pc:chgData name="Avgi Stavrou" userId="dd16d0fc-f2bc-4903-959a-5212f7e12581" providerId="ADAL" clId="{1E03F269-CBA5-46B5-A393-57B181650B55}" dt="2026-01-18T20:09:48.446" v="1705" actId="1076"/>
        <pc:sldMkLst>
          <pc:docMk/>
          <pc:sldMk cId="2035520633" sldId="277"/>
        </pc:sldMkLst>
        <pc:spChg chg="mod">
          <ac:chgData name="Avgi Stavrou" userId="dd16d0fc-f2bc-4903-959a-5212f7e12581" providerId="ADAL" clId="{1E03F269-CBA5-46B5-A393-57B181650B55}" dt="2026-01-18T20:08:29.861" v="1692" actId="1076"/>
          <ac:spMkLst>
            <pc:docMk/>
            <pc:sldMk cId="2035520633" sldId="277"/>
            <ac:spMk id="2" creationId="{00000000-0000-0000-0000-000000000000}"/>
          </ac:spMkLst>
        </pc:spChg>
        <pc:spChg chg="mod">
          <ac:chgData name="Avgi Stavrou" userId="dd16d0fc-f2bc-4903-959a-5212f7e12581" providerId="ADAL" clId="{1E03F269-CBA5-46B5-A393-57B181650B55}" dt="2026-01-18T20:08:35.924" v="1693" actId="1076"/>
          <ac:spMkLst>
            <pc:docMk/>
            <pc:sldMk cId="2035520633" sldId="277"/>
            <ac:spMk id="3" creationId="{00000000-0000-0000-0000-000000000000}"/>
          </ac:spMkLst>
        </pc:spChg>
        <pc:spChg chg="mod">
          <ac:chgData name="Avgi Stavrou" userId="dd16d0fc-f2bc-4903-959a-5212f7e12581" providerId="ADAL" clId="{1E03F269-CBA5-46B5-A393-57B181650B55}" dt="2026-01-18T20:08:48.848" v="1695" actId="1076"/>
          <ac:spMkLst>
            <pc:docMk/>
            <pc:sldMk cId="2035520633" sldId="277"/>
            <ac:spMk id="4" creationId="{00000000-0000-0000-0000-000000000000}"/>
          </ac:spMkLst>
        </pc:spChg>
        <pc:spChg chg="mod">
          <ac:chgData name="Avgi Stavrou" userId="dd16d0fc-f2bc-4903-959a-5212f7e12581" providerId="ADAL" clId="{1E03F269-CBA5-46B5-A393-57B181650B55}" dt="2026-01-18T20:08:09.065" v="1686" actId="164"/>
          <ac:spMkLst>
            <pc:docMk/>
            <pc:sldMk cId="2035520633" sldId="277"/>
            <ac:spMk id="5" creationId="{00000000-0000-0000-0000-000000000000}"/>
          </ac:spMkLst>
        </pc:spChg>
        <pc:spChg chg="mod">
          <ac:chgData name="Avgi Stavrou" userId="dd16d0fc-f2bc-4903-959a-5212f7e12581" providerId="ADAL" clId="{1E03F269-CBA5-46B5-A393-57B181650B55}" dt="2026-01-18T20:08:24.121" v="1691" actId="403"/>
          <ac:spMkLst>
            <pc:docMk/>
            <pc:sldMk cId="2035520633" sldId="277"/>
            <ac:spMk id="6" creationId="{00000000-0000-0000-0000-000000000000}"/>
          </ac:spMkLst>
        </pc:spChg>
        <pc:spChg chg="mod">
          <ac:chgData name="Avgi Stavrou" userId="dd16d0fc-f2bc-4903-959a-5212f7e12581" providerId="ADAL" clId="{1E03F269-CBA5-46B5-A393-57B181650B55}" dt="2026-01-18T20:08:24.121" v="1691" actId="403"/>
          <ac:spMkLst>
            <pc:docMk/>
            <pc:sldMk cId="2035520633" sldId="277"/>
            <ac:spMk id="7" creationId="{00000000-0000-0000-0000-000000000000}"/>
          </ac:spMkLst>
        </pc:spChg>
        <pc:spChg chg="mod">
          <ac:chgData name="Avgi Stavrou" userId="dd16d0fc-f2bc-4903-959a-5212f7e12581" providerId="ADAL" clId="{1E03F269-CBA5-46B5-A393-57B181650B55}" dt="2026-01-18T20:08:24.121" v="1691" actId="403"/>
          <ac:spMkLst>
            <pc:docMk/>
            <pc:sldMk cId="2035520633" sldId="277"/>
            <ac:spMk id="8" creationId="{00000000-0000-0000-0000-000000000000}"/>
          </ac:spMkLst>
        </pc:spChg>
        <pc:spChg chg="mod">
          <ac:chgData name="Avgi Stavrou" userId="dd16d0fc-f2bc-4903-959a-5212f7e12581" providerId="ADAL" clId="{1E03F269-CBA5-46B5-A393-57B181650B55}" dt="2026-01-18T20:09:30.729" v="1702" actId="1076"/>
          <ac:spMkLst>
            <pc:docMk/>
            <pc:sldMk cId="2035520633" sldId="277"/>
            <ac:spMk id="9" creationId="{00000000-0000-0000-0000-000000000000}"/>
          </ac:spMkLst>
        </pc:spChg>
        <pc:spChg chg="mod">
          <ac:chgData name="Avgi Stavrou" userId="dd16d0fc-f2bc-4903-959a-5212f7e12581" providerId="ADAL" clId="{1E03F269-CBA5-46B5-A393-57B181650B55}" dt="2026-01-18T20:08:41.384" v="1694" actId="1076"/>
          <ac:spMkLst>
            <pc:docMk/>
            <pc:sldMk cId="2035520633" sldId="277"/>
            <ac:spMk id="10" creationId="{00000000-0000-0000-0000-000000000000}"/>
          </ac:spMkLst>
        </pc:spChg>
        <pc:spChg chg="mod">
          <ac:chgData name="Avgi Stavrou" userId="dd16d0fc-f2bc-4903-959a-5212f7e12581" providerId="ADAL" clId="{1E03F269-CBA5-46B5-A393-57B181650B55}" dt="2026-01-18T20:08:15.673" v="1687" actId="164"/>
          <ac:spMkLst>
            <pc:docMk/>
            <pc:sldMk cId="2035520633" sldId="277"/>
            <ac:spMk id="11" creationId="{00000000-0000-0000-0000-000000000000}"/>
          </ac:spMkLst>
        </pc:spChg>
        <pc:spChg chg="mod">
          <ac:chgData name="Avgi Stavrou" userId="dd16d0fc-f2bc-4903-959a-5212f7e12581" providerId="ADAL" clId="{1E03F269-CBA5-46B5-A393-57B181650B55}" dt="2026-01-18T20:08:24.121" v="1691" actId="403"/>
          <ac:spMkLst>
            <pc:docMk/>
            <pc:sldMk cId="2035520633" sldId="277"/>
            <ac:spMk id="12" creationId="{00000000-0000-0000-0000-000000000000}"/>
          </ac:spMkLst>
        </pc:spChg>
        <pc:spChg chg="mod">
          <ac:chgData name="Avgi Stavrou" userId="dd16d0fc-f2bc-4903-959a-5212f7e12581" providerId="ADAL" clId="{1E03F269-CBA5-46B5-A393-57B181650B55}" dt="2026-01-18T20:08:24.121" v="1691" actId="403"/>
          <ac:spMkLst>
            <pc:docMk/>
            <pc:sldMk cId="2035520633" sldId="277"/>
            <ac:spMk id="13" creationId="{00000000-0000-0000-0000-000000000000}"/>
          </ac:spMkLst>
        </pc:spChg>
        <pc:spChg chg="mod">
          <ac:chgData name="Avgi Stavrou" userId="dd16d0fc-f2bc-4903-959a-5212f7e12581" providerId="ADAL" clId="{1E03F269-CBA5-46B5-A393-57B181650B55}" dt="2026-01-18T20:08:15.673" v="1687" actId="164"/>
          <ac:spMkLst>
            <pc:docMk/>
            <pc:sldMk cId="2035520633" sldId="277"/>
            <ac:spMk id="14" creationId="{00000000-0000-0000-0000-000000000000}"/>
          </ac:spMkLst>
        </pc:spChg>
        <pc:spChg chg="mod">
          <ac:chgData name="Avgi Stavrou" userId="dd16d0fc-f2bc-4903-959a-5212f7e12581" providerId="ADAL" clId="{1E03F269-CBA5-46B5-A393-57B181650B55}" dt="2026-01-18T20:08:24.121" v="1691" actId="403"/>
          <ac:spMkLst>
            <pc:docMk/>
            <pc:sldMk cId="2035520633" sldId="277"/>
            <ac:spMk id="15" creationId="{00000000-0000-0000-0000-000000000000}"/>
          </ac:spMkLst>
        </pc:spChg>
        <pc:spChg chg="mod">
          <ac:chgData name="Avgi Stavrou" userId="dd16d0fc-f2bc-4903-959a-5212f7e12581" providerId="ADAL" clId="{1E03F269-CBA5-46B5-A393-57B181650B55}" dt="2026-01-18T20:09:42.729" v="1704" actId="1076"/>
          <ac:spMkLst>
            <pc:docMk/>
            <pc:sldMk cId="2035520633" sldId="277"/>
            <ac:spMk id="16" creationId="{00000000-0000-0000-0000-000000000000}"/>
          </ac:spMkLst>
        </pc:spChg>
        <pc:spChg chg="del mod">
          <ac:chgData name="Avgi Stavrou" userId="dd16d0fc-f2bc-4903-959a-5212f7e12581" providerId="ADAL" clId="{1E03F269-CBA5-46B5-A393-57B181650B55}" dt="2026-01-18T20:09:27.022" v="1701" actId="478"/>
          <ac:spMkLst>
            <pc:docMk/>
            <pc:sldMk cId="2035520633" sldId="277"/>
            <ac:spMk id="17" creationId="{00000000-0000-0000-0000-000000000000}"/>
          </ac:spMkLst>
        </pc:spChg>
        <pc:grpChg chg="add mod">
          <ac:chgData name="Avgi Stavrou" userId="dd16d0fc-f2bc-4903-959a-5212f7e12581" providerId="ADAL" clId="{1E03F269-CBA5-46B5-A393-57B181650B55}" dt="2026-01-18T20:08:52.757" v="1696" actId="1076"/>
          <ac:grpSpMkLst>
            <pc:docMk/>
            <pc:sldMk cId="2035520633" sldId="277"/>
            <ac:grpSpMk id="18" creationId="{0678F897-8C9E-7101-53DA-CB2F6E84C55F}"/>
          </ac:grpSpMkLst>
        </pc:grpChg>
        <pc:grpChg chg="add mod">
          <ac:chgData name="Avgi Stavrou" userId="dd16d0fc-f2bc-4903-959a-5212f7e12581" providerId="ADAL" clId="{1E03F269-CBA5-46B5-A393-57B181650B55}" dt="2026-01-18T20:09:48.446" v="1705" actId="1076"/>
          <ac:grpSpMkLst>
            <pc:docMk/>
            <pc:sldMk cId="2035520633" sldId="277"/>
            <ac:grpSpMk id="19" creationId="{20FCFE3C-9580-CF90-03F0-2766F18E2E92}"/>
          </ac:grpSpMkLst>
        </pc:grpChg>
      </pc:sldChg>
      <pc:sldChg chg="addSp modSp add mod modNotesTx">
        <pc:chgData name="Avgi Stavrou" userId="dd16d0fc-f2bc-4903-959a-5212f7e12581" providerId="ADAL" clId="{1E03F269-CBA5-46B5-A393-57B181650B55}" dt="2026-01-19T09:05:37.269" v="2320" actId="20577"/>
        <pc:sldMkLst>
          <pc:docMk/>
          <pc:sldMk cId="3092781091" sldId="278"/>
        </pc:sldMkLst>
        <pc:spChg chg="mod">
          <ac:chgData name="Avgi Stavrou" userId="dd16d0fc-f2bc-4903-959a-5212f7e12581" providerId="ADAL" clId="{1E03F269-CBA5-46B5-A393-57B181650B55}" dt="2026-01-18T20:10:50.168" v="1707" actId="1076"/>
          <ac:spMkLst>
            <pc:docMk/>
            <pc:sldMk cId="3092781091" sldId="278"/>
            <ac:spMk id="2" creationId="{00000000-0000-0000-0000-000000000000}"/>
          </ac:spMkLst>
        </pc:spChg>
        <pc:spChg chg="mod">
          <ac:chgData name="Avgi Stavrou" userId="dd16d0fc-f2bc-4903-959a-5212f7e12581" providerId="ADAL" clId="{1E03F269-CBA5-46B5-A393-57B181650B55}" dt="2026-01-18T20:10:52.938" v="1708" actId="1076"/>
          <ac:spMkLst>
            <pc:docMk/>
            <pc:sldMk cId="3092781091" sldId="278"/>
            <ac:spMk id="3" creationId="{00000000-0000-0000-0000-000000000000}"/>
          </ac:spMkLst>
        </pc:spChg>
        <pc:spChg chg="mod">
          <ac:chgData name="Avgi Stavrou" userId="dd16d0fc-f2bc-4903-959a-5212f7e12581" providerId="ADAL" clId="{1E03F269-CBA5-46B5-A393-57B181650B55}" dt="2026-01-18T20:10:56.515" v="1709" actId="1076"/>
          <ac:spMkLst>
            <pc:docMk/>
            <pc:sldMk cId="3092781091" sldId="278"/>
            <ac:spMk id="4" creationId="{00000000-0000-0000-0000-000000000000}"/>
          </ac:spMkLst>
        </pc:spChg>
        <pc:spChg chg="mod">
          <ac:chgData name="Avgi Stavrou" userId="dd16d0fc-f2bc-4903-959a-5212f7e12581" providerId="ADAL" clId="{1E03F269-CBA5-46B5-A393-57B181650B55}" dt="2026-01-19T09:04:49.775" v="2312" actId="20577"/>
          <ac:spMkLst>
            <pc:docMk/>
            <pc:sldMk cId="3092781091" sldId="278"/>
            <ac:spMk id="5" creationId="{00000000-0000-0000-0000-000000000000}"/>
          </ac:spMkLst>
        </pc:spChg>
        <pc:spChg chg="mod">
          <ac:chgData name="Avgi Stavrou" userId="dd16d0fc-f2bc-4903-959a-5212f7e12581" providerId="ADAL" clId="{1E03F269-CBA5-46B5-A393-57B181650B55}" dt="2026-01-19T09:04:59.005" v="2314" actId="1076"/>
          <ac:spMkLst>
            <pc:docMk/>
            <pc:sldMk cId="3092781091" sldId="278"/>
            <ac:spMk id="6" creationId="{00000000-0000-0000-0000-000000000000}"/>
          </ac:spMkLst>
        </pc:spChg>
        <pc:spChg chg="mod">
          <ac:chgData name="Avgi Stavrou" userId="dd16d0fc-f2bc-4903-959a-5212f7e12581" providerId="ADAL" clId="{1E03F269-CBA5-46B5-A393-57B181650B55}" dt="2026-01-18T20:11:12.415" v="1715" actId="164"/>
          <ac:spMkLst>
            <pc:docMk/>
            <pc:sldMk cId="3092781091" sldId="278"/>
            <ac:spMk id="7" creationId="{00000000-0000-0000-0000-000000000000}"/>
          </ac:spMkLst>
        </pc:spChg>
        <pc:spChg chg="mod">
          <ac:chgData name="Avgi Stavrou" userId="dd16d0fc-f2bc-4903-959a-5212f7e12581" providerId="ADAL" clId="{1E03F269-CBA5-46B5-A393-57B181650B55}" dt="2026-01-18T20:11:12.415" v="1715" actId="164"/>
          <ac:spMkLst>
            <pc:docMk/>
            <pc:sldMk cId="3092781091" sldId="278"/>
            <ac:spMk id="8" creationId="{00000000-0000-0000-0000-000000000000}"/>
          </ac:spMkLst>
        </pc:spChg>
        <pc:spChg chg="mod">
          <ac:chgData name="Avgi Stavrou" userId="dd16d0fc-f2bc-4903-959a-5212f7e12581" providerId="ADAL" clId="{1E03F269-CBA5-46B5-A393-57B181650B55}" dt="2026-01-18T20:11:12.415" v="1715" actId="164"/>
          <ac:spMkLst>
            <pc:docMk/>
            <pc:sldMk cId="3092781091" sldId="278"/>
            <ac:spMk id="9" creationId="{00000000-0000-0000-0000-000000000000}"/>
          </ac:spMkLst>
        </pc:spChg>
        <pc:spChg chg="mod">
          <ac:chgData name="Avgi Stavrou" userId="dd16d0fc-f2bc-4903-959a-5212f7e12581" providerId="ADAL" clId="{1E03F269-CBA5-46B5-A393-57B181650B55}" dt="2026-01-18T20:11:12.415" v="1715" actId="164"/>
          <ac:spMkLst>
            <pc:docMk/>
            <pc:sldMk cId="3092781091" sldId="278"/>
            <ac:spMk id="10" creationId="{00000000-0000-0000-0000-000000000000}"/>
          </ac:spMkLst>
        </pc:spChg>
        <pc:spChg chg="mod">
          <ac:chgData name="Avgi Stavrou" userId="dd16d0fc-f2bc-4903-959a-5212f7e12581" providerId="ADAL" clId="{1E03F269-CBA5-46B5-A393-57B181650B55}" dt="2026-01-18T20:11:12.415" v="1715" actId="164"/>
          <ac:spMkLst>
            <pc:docMk/>
            <pc:sldMk cId="3092781091" sldId="278"/>
            <ac:spMk id="11" creationId="{00000000-0000-0000-0000-000000000000}"/>
          </ac:spMkLst>
        </pc:spChg>
        <pc:grpChg chg="add mod">
          <ac:chgData name="Avgi Stavrou" userId="dd16d0fc-f2bc-4903-959a-5212f7e12581" providerId="ADAL" clId="{1E03F269-CBA5-46B5-A393-57B181650B55}" dt="2026-01-19T09:04:53.304" v="2313" actId="14100"/>
          <ac:grpSpMkLst>
            <pc:docMk/>
            <pc:sldMk cId="3092781091" sldId="278"/>
            <ac:grpSpMk id="12" creationId="{F72B08B5-4C01-1861-7D28-47FFC4C7C5AA}"/>
          </ac:grpSpMkLst>
        </pc:grpChg>
      </pc:sldChg>
      <pc:sldChg chg="addSp modSp add mod modNotesTx">
        <pc:chgData name="Avgi Stavrou" userId="dd16d0fc-f2bc-4903-959a-5212f7e12581" providerId="ADAL" clId="{1E03F269-CBA5-46B5-A393-57B181650B55}" dt="2026-01-18T20:12:14.963" v="1733" actId="14100"/>
        <pc:sldMkLst>
          <pc:docMk/>
          <pc:sldMk cId="2846765207" sldId="279"/>
        </pc:sldMkLst>
        <pc:spChg chg="mod">
          <ac:chgData name="Avgi Stavrou" userId="dd16d0fc-f2bc-4903-959a-5212f7e12581" providerId="ADAL" clId="{1E03F269-CBA5-46B5-A393-57B181650B55}" dt="2026-01-18T20:11:22.974" v="1717" actId="1076"/>
          <ac:spMkLst>
            <pc:docMk/>
            <pc:sldMk cId="2846765207" sldId="279"/>
            <ac:spMk id="2" creationId="{00000000-0000-0000-0000-000000000000}"/>
          </ac:spMkLst>
        </pc:spChg>
        <pc:spChg chg="mod">
          <ac:chgData name="Avgi Stavrou" userId="dd16d0fc-f2bc-4903-959a-5212f7e12581" providerId="ADAL" clId="{1E03F269-CBA5-46B5-A393-57B181650B55}" dt="2026-01-18T20:11:26.072" v="1718" actId="1076"/>
          <ac:spMkLst>
            <pc:docMk/>
            <pc:sldMk cId="2846765207" sldId="279"/>
            <ac:spMk id="3" creationId="{00000000-0000-0000-0000-000000000000}"/>
          </ac:spMkLst>
        </pc:spChg>
        <pc:spChg chg="mod">
          <ac:chgData name="Avgi Stavrou" userId="dd16d0fc-f2bc-4903-959a-5212f7e12581" providerId="ADAL" clId="{1E03F269-CBA5-46B5-A393-57B181650B55}" dt="2026-01-18T20:11:28.470" v="1719" actId="1076"/>
          <ac:spMkLst>
            <pc:docMk/>
            <pc:sldMk cId="2846765207" sldId="279"/>
            <ac:spMk id="4"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5"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6"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7"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8"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9"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10"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11"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12"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13" creationId="{00000000-0000-0000-0000-000000000000}"/>
          </ac:spMkLst>
        </pc:spChg>
        <pc:spChg chg="mod">
          <ac:chgData name="Avgi Stavrou" userId="dd16d0fc-f2bc-4903-959a-5212f7e12581" providerId="ADAL" clId="{1E03F269-CBA5-46B5-A393-57B181650B55}" dt="2026-01-18T20:12:12.057" v="1732" actId="404"/>
          <ac:spMkLst>
            <pc:docMk/>
            <pc:sldMk cId="2846765207" sldId="279"/>
            <ac:spMk id="14" creationId="{00000000-0000-0000-0000-000000000000}"/>
          </ac:spMkLst>
        </pc:spChg>
        <pc:spChg chg="mod">
          <ac:chgData name="Avgi Stavrou" userId="dd16d0fc-f2bc-4903-959a-5212f7e12581" providerId="ADAL" clId="{1E03F269-CBA5-46B5-A393-57B181650B55}" dt="2026-01-18T20:11:48.252" v="1720" actId="21"/>
          <ac:spMkLst>
            <pc:docMk/>
            <pc:sldMk cId="2846765207" sldId="279"/>
            <ac:spMk id="16" creationId="{00000000-0000-0000-0000-000000000000}"/>
          </ac:spMkLst>
        </pc:spChg>
        <pc:grpChg chg="mod">
          <ac:chgData name="Avgi Stavrou" userId="dd16d0fc-f2bc-4903-959a-5212f7e12581" providerId="ADAL" clId="{1E03F269-CBA5-46B5-A393-57B181650B55}" dt="2026-01-18T20:12:14.963" v="1733" actId="14100"/>
          <ac:grpSpMkLst>
            <pc:docMk/>
            <pc:sldMk cId="2846765207" sldId="279"/>
            <ac:grpSpMk id="17" creationId="{115A4241-9874-EEB6-0E90-DCE76C305626}"/>
          </ac:grpSpMkLst>
        </pc:grpChg>
      </pc:sldChg>
      <pc:sldChg chg="addSp modSp add mod modNotesTx">
        <pc:chgData name="Avgi Stavrou" userId="dd16d0fc-f2bc-4903-959a-5212f7e12581" providerId="ADAL" clId="{1E03F269-CBA5-46B5-A393-57B181650B55}" dt="2026-01-18T20:14:11.738" v="1753" actId="20577"/>
        <pc:sldMkLst>
          <pc:docMk/>
          <pc:sldMk cId="1158592015" sldId="280"/>
        </pc:sldMkLst>
        <pc:spChg chg="mod">
          <ac:chgData name="Avgi Stavrou" userId="dd16d0fc-f2bc-4903-959a-5212f7e12581" providerId="ADAL" clId="{1E03F269-CBA5-46B5-A393-57B181650B55}" dt="2026-01-18T20:12:46.786" v="1734" actId="1076"/>
          <ac:spMkLst>
            <pc:docMk/>
            <pc:sldMk cId="1158592015" sldId="280"/>
            <ac:spMk id="2" creationId="{00000000-0000-0000-0000-000000000000}"/>
          </ac:spMkLst>
        </pc:spChg>
        <pc:spChg chg="mod">
          <ac:chgData name="Avgi Stavrou" userId="dd16d0fc-f2bc-4903-959a-5212f7e12581" providerId="ADAL" clId="{1E03F269-CBA5-46B5-A393-57B181650B55}" dt="2026-01-18T20:12:49.078" v="1735" actId="1076"/>
          <ac:spMkLst>
            <pc:docMk/>
            <pc:sldMk cId="1158592015" sldId="280"/>
            <ac:spMk id="3"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4"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5"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6"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7"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8"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9"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10" creationId="{00000000-0000-0000-0000-000000000000}"/>
          </ac:spMkLst>
        </pc:spChg>
        <pc:spChg chg="mod">
          <ac:chgData name="Avgi Stavrou" userId="dd16d0fc-f2bc-4903-959a-5212f7e12581" providerId="ADAL" clId="{1E03F269-CBA5-46B5-A393-57B181650B55}" dt="2026-01-18T20:13:21.113" v="1744" actId="403"/>
          <ac:spMkLst>
            <pc:docMk/>
            <pc:sldMk cId="1158592015" sldId="280"/>
            <ac:spMk id="11" creationId="{00000000-0000-0000-0000-000000000000}"/>
          </ac:spMkLst>
        </pc:spChg>
        <pc:spChg chg="mod">
          <ac:chgData name="Avgi Stavrou" userId="dd16d0fc-f2bc-4903-959a-5212f7e12581" providerId="ADAL" clId="{1E03F269-CBA5-46B5-A393-57B181650B55}" dt="2026-01-18T20:13:07.550" v="1736" actId="21"/>
          <ac:spMkLst>
            <pc:docMk/>
            <pc:sldMk cId="1158592015" sldId="280"/>
            <ac:spMk id="12" creationId="{00000000-0000-0000-0000-000000000000}"/>
          </ac:spMkLst>
        </pc:spChg>
        <pc:grpChg chg="add mod">
          <ac:chgData name="Avgi Stavrou" userId="dd16d0fc-f2bc-4903-959a-5212f7e12581" providerId="ADAL" clId="{1E03F269-CBA5-46B5-A393-57B181650B55}" dt="2026-01-18T20:13:27.197" v="1746" actId="14100"/>
          <ac:grpSpMkLst>
            <pc:docMk/>
            <pc:sldMk cId="1158592015" sldId="280"/>
            <ac:grpSpMk id="13" creationId="{77475614-2ABF-CD10-5A0B-D8F057FBD2F1}"/>
          </ac:grpSpMkLst>
        </pc:grpChg>
      </pc:sldChg>
      <pc:sldChg chg="addSp modSp add mod">
        <pc:chgData name="Avgi Stavrou" userId="dd16d0fc-f2bc-4903-959a-5212f7e12581" providerId="ADAL" clId="{1E03F269-CBA5-46B5-A393-57B181650B55}" dt="2026-01-19T09:13:40.983" v="2418" actId="14100"/>
        <pc:sldMkLst>
          <pc:docMk/>
          <pc:sldMk cId="3373828579" sldId="281"/>
        </pc:sldMkLst>
        <pc:spChg chg="mod">
          <ac:chgData name="Avgi Stavrou" userId="dd16d0fc-f2bc-4903-959a-5212f7e12581" providerId="ADAL" clId="{1E03F269-CBA5-46B5-A393-57B181650B55}" dt="2026-01-18T20:14:49.095" v="1754" actId="1076"/>
          <ac:spMkLst>
            <pc:docMk/>
            <pc:sldMk cId="3373828579" sldId="281"/>
            <ac:spMk id="2" creationId="{00000000-0000-0000-0000-000000000000}"/>
          </ac:spMkLst>
        </pc:spChg>
        <pc:spChg chg="mod">
          <ac:chgData name="Avgi Stavrou" userId="dd16d0fc-f2bc-4903-959a-5212f7e12581" providerId="ADAL" clId="{1E03F269-CBA5-46B5-A393-57B181650B55}" dt="2026-01-18T20:14:53.961" v="1755" actId="1076"/>
          <ac:spMkLst>
            <pc:docMk/>
            <pc:sldMk cId="3373828579" sldId="281"/>
            <ac:spMk id="3" creationId="{00000000-0000-0000-0000-000000000000}"/>
          </ac:spMkLst>
        </pc:spChg>
        <pc:spChg chg="mod">
          <ac:chgData name="Avgi Stavrou" userId="dd16d0fc-f2bc-4903-959a-5212f7e12581" providerId="ADAL" clId="{1E03F269-CBA5-46B5-A393-57B181650B55}" dt="2026-01-19T09:13:40.983" v="2418" actId="14100"/>
          <ac:spMkLst>
            <pc:docMk/>
            <pc:sldMk cId="3373828579" sldId="281"/>
            <ac:spMk id="4"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5"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8"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9"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10"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11" creationId="{00000000-0000-0000-0000-000000000000}"/>
          </ac:spMkLst>
        </pc:spChg>
        <pc:spChg chg="mod">
          <ac:chgData name="Avgi Stavrou" userId="dd16d0fc-f2bc-4903-959a-5212f7e12581" providerId="ADAL" clId="{1E03F269-CBA5-46B5-A393-57B181650B55}" dt="2026-01-19T09:13:34.833" v="2416" actId="14100"/>
          <ac:spMkLst>
            <pc:docMk/>
            <pc:sldMk cId="3373828579" sldId="281"/>
            <ac:spMk id="12" creationId="{00000000-0000-0000-0000-000000000000}"/>
          </ac:spMkLst>
        </pc:spChg>
        <pc:spChg chg="mod">
          <ac:chgData name="Avgi Stavrou" userId="dd16d0fc-f2bc-4903-959a-5212f7e12581" providerId="ADAL" clId="{1E03F269-CBA5-46B5-A393-57B181650B55}" dt="2026-01-19T09:13:28.589" v="2415" actId="20577"/>
          <ac:spMkLst>
            <pc:docMk/>
            <pc:sldMk cId="3373828579" sldId="281"/>
            <ac:spMk id="14" creationId="{00000000-0000-0000-0000-000000000000}"/>
          </ac:spMkLst>
        </pc:spChg>
        <pc:spChg chg="mod">
          <ac:chgData name="Avgi Stavrou" userId="dd16d0fc-f2bc-4903-959a-5212f7e12581" providerId="ADAL" clId="{1E03F269-CBA5-46B5-A393-57B181650B55}" dt="2026-01-19T09:13:12.845" v="2408" actId="14100"/>
          <ac:spMkLst>
            <pc:docMk/>
            <pc:sldMk cId="3373828579" sldId="281"/>
            <ac:spMk id="15"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16" creationId="{00000000-0000-0000-0000-000000000000}"/>
          </ac:spMkLst>
        </pc:spChg>
        <pc:spChg chg="mod">
          <ac:chgData name="Avgi Stavrou" userId="dd16d0fc-f2bc-4903-959a-5212f7e12581" providerId="ADAL" clId="{1E03F269-CBA5-46B5-A393-57B181650B55}" dt="2026-01-19T09:13:08.601" v="2407" actId="14100"/>
          <ac:spMkLst>
            <pc:docMk/>
            <pc:sldMk cId="3373828579" sldId="281"/>
            <ac:spMk id="17" creationId="{00000000-0000-0000-0000-000000000000}"/>
          </ac:spMkLst>
        </pc:spChg>
        <pc:spChg chg="mod">
          <ac:chgData name="Avgi Stavrou" userId="dd16d0fc-f2bc-4903-959a-5212f7e12581" providerId="ADAL" clId="{1E03F269-CBA5-46B5-A393-57B181650B55}" dt="2026-01-19T09:13:37.623" v="2417" actId="1076"/>
          <ac:spMkLst>
            <pc:docMk/>
            <pc:sldMk cId="3373828579" sldId="281"/>
            <ac:spMk id="18" creationId="{00000000-0000-0000-0000-000000000000}"/>
          </ac:spMkLst>
        </pc:spChg>
        <pc:spChg chg="mod">
          <ac:chgData name="Avgi Stavrou" userId="dd16d0fc-f2bc-4903-959a-5212f7e12581" providerId="ADAL" clId="{1E03F269-CBA5-46B5-A393-57B181650B55}" dt="2026-01-18T20:15:17.597" v="1762" actId="403"/>
          <ac:spMkLst>
            <pc:docMk/>
            <pc:sldMk cId="3373828579" sldId="281"/>
            <ac:spMk id="19" creationId="{00000000-0000-0000-0000-000000000000}"/>
          </ac:spMkLst>
        </pc:spChg>
        <pc:grpChg chg="mod">
          <ac:chgData name="Avgi Stavrou" userId="dd16d0fc-f2bc-4903-959a-5212f7e12581" providerId="ADAL" clId="{1E03F269-CBA5-46B5-A393-57B181650B55}" dt="2026-01-18T20:15:14.348" v="1760" actId="14100"/>
          <ac:grpSpMkLst>
            <pc:docMk/>
            <pc:sldMk cId="3373828579" sldId="281"/>
            <ac:grpSpMk id="20" creationId="{7A5582BB-2713-E756-9039-5DD2492DF765}"/>
          </ac:grpSpMkLst>
        </pc:grpChg>
      </pc:sldChg>
      <pc:sldChg chg="modSp add mod">
        <pc:chgData name="Avgi Stavrou" userId="dd16d0fc-f2bc-4903-959a-5212f7e12581" providerId="ADAL" clId="{1E03F269-CBA5-46B5-A393-57B181650B55}" dt="2026-01-18T20:15:44.935" v="1763" actId="21"/>
        <pc:sldMkLst>
          <pc:docMk/>
          <pc:sldMk cId="636901290" sldId="282"/>
        </pc:sldMkLst>
        <pc:spChg chg="mod">
          <ac:chgData name="Avgi Stavrou" userId="dd16d0fc-f2bc-4903-959a-5212f7e12581" providerId="ADAL" clId="{1E03F269-CBA5-46B5-A393-57B181650B55}" dt="2026-01-18T20:15:44.935" v="1763" actId="21"/>
          <ac:spMkLst>
            <pc:docMk/>
            <pc:sldMk cId="636901290" sldId="282"/>
            <ac:spMk id="6" creationId="{00000000-0000-0000-0000-000000000000}"/>
          </ac:spMkLst>
        </pc:spChg>
      </pc:sldChg>
      <pc:sldChg chg="addSp delSp modSp add mod modNotesTx">
        <pc:chgData name="Avgi Stavrou" userId="dd16d0fc-f2bc-4903-959a-5212f7e12581" providerId="ADAL" clId="{1E03F269-CBA5-46B5-A393-57B181650B55}" dt="2026-01-18T20:20:16.080" v="1838" actId="20577"/>
        <pc:sldMkLst>
          <pc:docMk/>
          <pc:sldMk cId="1884811412" sldId="283"/>
        </pc:sldMkLst>
        <pc:spChg chg="mod">
          <ac:chgData name="Avgi Stavrou" userId="dd16d0fc-f2bc-4903-959a-5212f7e12581" providerId="ADAL" clId="{1E03F269-CBA5-46B5-A393-57B181650B55}" dt="2026-01-18T20:16:48.521" v="1782" actId="403"/>
          <ac:spMkLst>
            <pc:docMk/>
            <pc:sldMk cId="1884811412" sldId="283"/>
            <ac:spMk id="2" creationId="{00000000-0000-0000-0000-000000000000}"/>
          </ac:spMkLst>
        </pc:spChg>
        <pc:spChg chg="del">
          <ac:chgData name="Avgi Stavrou" userId="dd16d0fc-f2bc-4903-959a-5212f7e12581" providerId="ADAL" clId="{1E03F269-CBA5-46B5-A393-57B181650B55}" dt="2026-01-18T20:16:38.258" v="1769" actId="478"/>
          <ac:spMkLst>
            <pc:docMk/>
            <pc:sldMk cId="1884811412" sldId="283"/>
            <ac:spMk id="3" creationId="{00000000-0000-0000-0000-000000000000}"/>
          </ac:spMkLst>
        </pc:spChg>
        <pc:spChg chg="mod">
          <ac:chgData name="Avgi Stavrou" userId="dd16d0fc-f2bc-4903-959a-5212f7e12581" providerId="ADAL" clId="{1E03F269-CBA5-46B5-A393-57B181650B55}" dt="2026-01-18T20:16:54.043" v="1784" actId="403"/>
          <ac:spMkLst>
            <pc:docMk/>
            <pc:sldMk cId="1884811412" sldId="283"/>
            <ac:spMk id="4" creationId="{00000000-0000-0000-0000-000000000000}"/>
          </ac:spMkLst>
        </pc:spChg>
        <pc:spChg chg="mod">
          <ac:chgData name="Avgi Stavrou" userId="dd16d0fc-f2bc-4903-959a-5212f7e12581" providerId="ADAL" clId="{1E03F269-CBA5-46B5-A393-57B181650B55}" dt="2026-01-18T20:17:13.199" v="1789" actId="404"/>
          <ac:spMkLst>
            <pc:docMk/>
            <pc:sldMk cId="1884811412" sldId="283"/>
            <ac:spMk id="5" creationId="{00000000-0000-0000-0000-000000000000}"/>
          </ac:spMkLst>
        </pc:spChg>
        <pc:spChg chg="mod">
          <ac:chgData name="Avgi Stavrou" userId="dd16d0fc-f2bc-4903-959a-5212f7e12581" providerId="ADAL" clId="{1E03F269-CBA5-46B5-A393-57B181650B55}" dt="2026-01-18T20:19:45.500" v="1832" actId="20577"/>
          <ac:spMkLst>
            <pc:docMk/>
            <pc:sldMk cId="1884811412" sldId="283"/>
            <ac:spMk id="6" creationId="{00000000-0000-0000-0000-000000000000}"/>
          </ac:spMkLst>
        </pc:spChg>
        <pc:spChg chg="mod">
          <ac:chgData name="Avgi Stavrou" userId="dd16d0fc-f2bc-4903-959a-5212f7e12581" providerId="ADAL" clId="{1E03F269-CBA5-46B5-A393-57B181650B55}" dt="2026-01-18T20:18:05.746" v="1804" actId="14100"/>
          <ac:spMkLst>
            <pc:docMk/>
            <pc:sldMk cId="1884811412" sldId="283"/>
            <ac:spMk id="7" creationId="{00000000-0000-0000-0000-000000000000}"/>
          </ac:spMkLst>
        </pc:spChg>
        <pc:spChg chg="mod">
          <ac:chgData name="Avgi Stavrou" userId="dd16d0fc-f2bc-4903-959a-5212f7e12581" providerId="ADAL" clId="{1E03F269-CBA5-46B5-A393-57B181650B55}" dt="2026-01-18T20:17:54.817" v="1800" actId="1076"/>
          <ac:spMkLst>
            <pc:docMk/>
            <pc:sldMk cId="1884811412" sldId="283"/>
            <ac:spMk id="8" creationId="{00000000-0000-0000-0000-000000000000}"/>
          </ac:spMkLst>
        </pc:spChg>
        <pc:spChg chg="mod">
          <ac:chgData name="Avgi Stavrou" userId="dd16d0fc-f2bc-4903-959a-5212f7e12581" providerId="ADAL" clId="{1E03F269-CBA5-46B5-A393-57B181650B55}" dt="2026-01-18T20:17:13.199" v="1789" actId="404"/>
          <ac:spMkLst>
            <pc:docMk/>
            <pc:sldMk cId="1884811412" sldId="283"/>
            <ac:spMk id="9" creationId="{00000000-0000-0000-0000-000000000000}"/>
          </ac:spMkLst>
        </pc:spChg>
        <pc:spChg chg="mod">
          <ac:chgData name="Avgi Stavrou" userId="dd16d0fc-f2bc-4903-959a-5212f7e12581" providerId="ADAL" clId="{1E03F269-CBA5-46B5-A393-57B181650B55}" dt="2026-01-18T20:20:00.932" v="1836" actId="20577"/>
          <ac:spMkLst>
            <pc:docMk/>
            <pc:sldMk cId="1884811412" sldId="283"/>
            <ac:spMk id="10" creationId="{00000000-0000-0000-0000-000000000000}"/>
          </ac:spMkLst>
        </pc:spChg>
        <pc:spChg chg="mod">
          <ac:chgData name="Avgi Stavrou" userId="dd16d0fc-f2bc-4903-959a-5212f7e12581" providerId="ADAL" clId="{1E03F269-CBA5-46B5-A393-57B181650B55}" dt="2026-01-18T20:18:15.033" v="1806" actId="403"/>
          <ac:spMkLst>
            <pc:docMk/>
            <pc:sldMk cId="1884811412" sldId="283"/>
            <ac:spMk id="11" creationId="{00000000-0000-0000-0000-000000000000}"/>
          </ac:spMkLst>
        </pc:spChg>
        <pc:spChg chg="mod">
          <ac:chgData name="Avgi Stavrou" userId="dd16d0fc-f2bc-4903-959a-5212f7e12581" providerId="ADAL" clId="{1E03F269-CBA5-46B5-A393-57B181650B55}" dt="2026-01-18T20:18:58.379" v="1822" actId="1076"/>
          <ac:spMkLst>
            <pc:docMk/>
            <pc:sldMk cId="1884811412" sldId="283"/>
            <ac:spMk id="12" creationId="{00000000-0000-0000-0000-000000000000}"/>
          </ac:spMkLst>
        </pc:spChg>
        <pc:spChg chg="mod">
          <ac:chgData name="Avgi Stavrou" userId="dd16d0fc-f2bc-4903-959a-5212f7e12581" providerId="ADAL" clId="{1E03F269-CBA5-46B5-A393-57B181650B55}" dt="2026-01-18T20:18:41.419" v="1815" actId="114"/>
          <ac:spMkLst>
            <pc:docMk/>
            <pc:sldMk cId="1884811412" sldId="283"/>
            <ac:spMk id="13" creationId="{00000000-0000-0000-0000-000000000000}"/>
          </ac:spMkLst>
        </pc:spChg>
        <pc:spChg chg="mod">
          <ac:chgData name="Avgi Stavrou" userId="dd16d0fc-f2bc-4903-959a-5212f7e12581" providerId="ADAL" clId="{1E03F269-CBA5-46B5-A393-57B181650B55}" dt="2026-01-18T20:17:13.199" v="1789" actId="404"/>
          <ac:spMkLst>
            <pc:docMk/>
            <pc:sldMk cId="1884811412" sldId="283"/>
            <ac:spMk id="14" creationId="{00000000-0000-0000-0000-000000000000}"/>
          </ac:spMkLst>
        </pc:spChg>
        <pc:spChg chg="mod">
          <ac:chgData name="Avgi Stavrou" userId="dd16d0fc-f2bc-4903-959a-5212f7e12581" providerId="ADAL" clId="{1E03F269-CBA5-46B5-A393-57B181650B55}" dt="2026-01-18T20:19:56.141" v="1835" actId="20577"/>
          <ac:spMkLst>
            <pc:docMk/>
            <pc:sldMk cId="1884811412" sldId="283"/>
            <ac:spMk id="15" creationId="{00000000-0000-0000-0000-000000000000}"/>
          </ac:spMkLst>
        </pc:spChg>
        <pc:spChg chg="mod">
          <ac:chgData name="Avgi Stavrou" userId="dd16d0fc-f2bc-4903-959a-5212f7e12581" providerId="ADAL" clId="{1E03F269-CBA5-46B5-A393-57B181650B55}" dt="2026-01-18T20:18:29.361" v="1809" actId="403"/>
          <ac:spMkLst>
            <pc:docMk/>
            <pc:sldMk cId="1884811412" sldId="283"/>
            <ac:spMk id="16" creationId="{00000000-0000-0000-0000-000000000000}"/>
          </ac:spMkLst>
        </pc:spChg>
        <pc:spChg chg="mod">
          <ac:chgData name="Avgi Stavrou" userId="dd16d0fc-f2bc-4903-959a-5212f7e12581" providerId="ADAL" clId="{1E03F269-CBA5-46B5-A393-57B181650B55}" dt="2026-01-18T20:19:00.668" v="1823" actId="114"/>
          <ac:spMkLst>
            <pc:docMk/>
            <pc:sldMk cId="1884811412" sldId="283"/>
            <ac:spMk id="17" creationId="{00000000-0000-0000-0000-000000000000}"/>
          </ac:spMkLst>
        </pc:spChg>
        <pc:spChg chg="mod">
          <ac:chgData name="Avgi Stavrou" userId="dd16d0fc-f2bc-4903-959a-5212f7e12581" providerId="ADAL" clId="{1E03F269-CBA5-46B5-A393-57B181650B55}" dt="2026-01-18T20:19:08.551" v="1824" actId="114"/>
          <ac:spMkLst>
            <pc:docMk/>
            <pc:sldMk cId="1884811412" sldId="283"/>
            <ac:spMk id="18" creationId="{00000000-0000-0000-0000-000000000000}"/>
          </ac:spMkLst>
        </pc:spChg>
        <pc:spChg chg="del mod">
          <ac:chgData name="Avgi Stavrou" userId="dd16d0fc-f2bc-4903-959a-5212f7e12581" providerId="ADAL" clId="{1E03F269-CBA5-46B5-A393-57B181650B55}" dt="2026-01-18T20:19:12.451" v="1826" actId="478"/>
          <ac:spMkLst>
            <pc:docMk/>
            <pc:sldMk cId="1884811412" sldId="283"/>
            <ac:spMk id="19" creationId="{00000000-0000-0000-0000-000000000000}"/>
          </ac:spMkLst>
        </pc:spChg>
        <pc:spChg chg="mod">
          <ac:chgData name="Avgi Stavrou" userId="dd16d0fc-f2bc-4903-959a-5212f7e12581" providerId="ADAL" clId="{1E03F269-CBA5-46B5-A393-57B181650B55}" dt="2026-01-18T20:19:15.436" v="1827" actId="21"/>
          <ac:spMkLst>
            <pc:docMk/>
            <pc:sldMk cId="1884811412" sldId="283"/>
            <ac:spMk id="20" creationId="{00000000-0000-0000-0000-000000000000}"/>
          </ac:spMkLst>
        </pc:spChg>
        <pc:grpChg chg="mod">
          <ac:chgData name="Avgi Stavrou" userId="dd16d0fc-f2bc-4903-959a-5212f7e12581" providerId="ADAL" clId="{1E03F269-CBA5-46B5-A393-57B181650B55}" dt="2026-01-18T20:19:20.344" v="1828" actId="14100"/>
          <ac:grpSpMkLst>
            <pc:docMk/>
            <pc:sldMk cId="1884811412" sldId="283"/>
            <ac:grpSpMk id="21" creationId="{B9E6394B-9062-D7B0-6225-50E02412073D}"/>
          </ac:grpSpMkLst>
        </pc:grpChg>
      </pc:sldChg>
      <pc:sldChg chg="addSp delSp modSp add mod modNotesTx">
        <pc:chgData name="Avgi Stavrou" userId="dd16d0fc-f2bc-4903-959a-5212f7e12581" providerId="ADAL" clId="{1E03F269-CBA5-46B5-A393-57B181650B55}" dt="2026-01-19T09:19:00.176" v="2431" actId="21"/>
        <pc:sldMkLst>
          <pc:docMk/>
          <pc:sldMk cId="2586803530" sldId="284"/>
        </pc:sldMkLst>
        <pc:spChg chg="del mod">
          <ac:chgData name="Avgi Stavrou" userId="dd16d0fc-f2bc-4903-959a-5212f7e12581" providerId="ADAL" clId="{1E03F269-CBA5-46B5-A393-57B181650B55}" dt="2026-01-18T20:20:29.181" v="1841" actId="478"/>
          <ac:spMkLst>
            <pc:docMk/>
            <pc:sldMk cId="2586803530" sldId="284"/>
            <ac:spMk id="2" creationId="{00000000-0000-0000-0000-000000000000}"/>
          </ac:spMkLst>
        </pc:spChg>
        <pc:spChg chg="add del mod">
          <ac:chgData name="Avgi Stavrou" userId="dd16d0fc-f2bc-4903-959a-5212f7e12581" providerId="ADAL" clId="{1E03F269-CBA5-46B5-A393-57B181650B55}" dt="2026-01-19T09:19:00.176" v="2431" actId="21"/>
          <ac:spMkLst>
            <pc:docMk/>
            <pc:sldMk cId="2586803530" sldId="284"/>
            <ac:spMk id="2" creationId="{1248C162-9154-B6D1-B87E-EF060D06DABE}"/>
          </ac:spMkLst>
        </pc:spChg>
        <pc:spChg chg="mod">
          <ac:chgData name="Avgi Stavrou" userId="dd16d0fc-f2bc-4903-959a-5212f7e12581" providerId="ADAL" clId="{1E03F269-CBA5-46B5-A393-57B181650B55}" dt="2026-01-18T20:20:32.772" v="1842" actId="1076"/>
          <ac:spMkLst>
            <pc:docMk/>
            <pc:sldMk cId="2586803530" sldId="284"/>
            <ac:spMk id="3" creationId="{00000000-0000-0000-0000-000000000000}"/>
          </ac:spMkLst>
        </pc:spChg>
        <pc:spChg chg="mod">
          <ac:chgData name="Avgi Stavrou" userId="dd16d0fc-f2bc-4903-959a-5212f7e12581" providerId="ADAL" clId="{1E03F269-CBA5-46B5-A393-57B181650B55}" dt="2026-01-18T20:20:40.099" v="1843" actId="1076"/>
          <ac:spMkLst>
            <pc:docMk/>
            <pc:sldMk cId="2586803530" sldId="284"/>
            <ac:spMk id="4" creationId="{00000000-0000-0000-0000-000000000000}"/>
          </ac:spMkLst>
        </pc:spChg>
        <pc:spChg chg="mod">
          <ac:chgData name="Avgi Stavrou" userId="dd16d0fc-f2bc-4903-959a-5212f7e12581" providerId="ADAL" clId="{1E03F269-CBA5-46B5-A393-57B181650B55}" dt="2026-01-18T20:21:06.504" v="1851" actId="164"/>
          <ac:spMkLst>
            <pc:docMk/>
            <pc:sldMk cId="2586803530" sldId="284"/>
            <ac:spMk id="5" creationId="{00000000-0000-0000-0000-000000000000}"/>
          </ac:spMkLst>
        </pc:spChg>
        <pc:spChg chg="del mod">
          <ac:chgData name="Avgi Stavrou" userId="dd16d0fc-f2bc-4903-959a-5212f7e12581" providerId="ADAL" clId="{1E03F269-CBA5-46B5-A393-57B181650B55}" dt="2026-01-19T09:18:11.795" v="2425" actId="478"/>
          <ac:spMkLst>
            <pc:docMk/>
            <pc:sldMk cId="2586803530" sldId="284"/>
            <ac:spMk id="6" creationId="{00000000-0000-0000-0000-000000000000}"/>
          </ac:spMkLst>
        </pc:spChg>
        <pc:spChg chg="del mod">
          <ac:chgData name="Avgi Stavrou" userId="dd16d0fc-f2bc-4903-959a-5212f7e12581" providerId="ADAL" clId="{1E03F269-CBA5-46B5-A393-57B181650B55}" dt="2026-01-19T09:18:09.545" v="2424" actId="478"/>
          <ac:spMkLst>
            <pc:docMk/>
            <pc:sldMk cId="2586803530" sldId="284"/>
            <ac:spMk id="7" creationId="{00000000-0000-0000-0000-000000000000}"/>
          </ac:spMkLst>
        </pc:spChg>
        <pc:spChg chg="del mod">
          <ac:chgData name="Avgi Stavrou" userId="dd16d0fc-f2bc-4903-959a-5212f7e12581" providerId="ADAL" clId="{1E03F269-CBA5-46B5-A393-57B181650B55}" dt="2026-01-19T09:18:06.446" v="2423" actId="478"/>
          <ac:spMkLst>
            <pc:docMk/>
            <pc:sldMk cId="2586803530" sldId="284"/>
            <ac:spMk id="8" creationId="{00000000-0000-0000-0000-000000000000}"/>
          </ac:spMkLst>
        </pc:spChg>
        <pc:spChg chg="del mod">
          <ac:chgData name="Avgi Stavrou" userId="dd16d0fc-f2bc-4903-959a-5212f7e12581" providerId="ADAL" clId="{1E03F269-CBA5-46B5-A393-57B181650B55}" dt="2026-01-19T09:18:04.937" v="2422" actId="478"/>
          <ac:spMkLst>
            <pc:docMk/>
            <pc:sldMk cId="2586803530" sldId="284"/>
            <ac:spMk id="9" creationId="{00000000-0000-0000-0000-000000000000}"/>
          </ac:spMkLst>
        </pc:spChg>
        <pc:spChg chg="mod">
          <ac:chgData name="Avgi Stavrou" userId="dd16d0fc-f2bc-4903-959a-5212f7e12581" providerId="ADAL" clId="{1E03F269-CBA5-46B5-A393-57B181650B55}" dt="2026-01-18T20:21:06.504" v="1851" actId="164"/>
          <ac:spMkLst>
            <pc:docMk/>
            <pc:sldMk cId="2586803530" sldId="284"/>
            <ac:spMk id="10" creationId="{00000000-0000-0000-0000-000000000000}"/>
          </ac:spMkLst>
        </pc:spChg>
        <pc:spChg chg="mod">
          <ac:chgData name="Avgi Stavrou" userId="dd16d0fc-f2bc-4903-959a-5212f7e12581" providerId="ADAL" clId="{1E03F269-CBA5-46B5-A393-57B181650B55}" dt="2026-01-18T20:21:06.504" v="1851" actId="164"/>
          <ac:spMkLst>
            <pc:docMk/>
            <pc:sldMk cId="2586803530" sldId="284"/>
            <ac:spMk id="11" creationId="{00000000-0000-0000-0000-000000000000}"/>
          </ac:spMkLst>
        </pc:spChg>
        <pc:spChg chg="mod">
          <ac:chgData name="Avgi Stavrou" userId="dd16d0fc-f2bc-4903-959a-5212f7e12581" providerId="ADAL" clId="{1E03F269-CBA5-46B5-A393-57B181650B55}" dt="2026-01-18T20:21:06.504" v="1851" actId="164"/>
          <ac:spMkLst>
            <pc:docMk/>
            <pc:sldMk cId="2586803530" sldId="284"/>
            <ac:spMk id="12" creationId="{00000000-0000-0000-0000-000000000000}"/>
          </ac:spMkLst>
        </pc:spChg>
        <pc:spChg chg="mod">
          <ac:chgData name="Avgi Stavrou" userId="dd16d0fc-f2bc-4903-959a-5212f7e12581" providerId="ADAL" clId="{1E03F269-CBA5-46B5-A393-57B181650B55}" dt="2026-01-18T20:21:06.504" v="1851" actId="164"/>
          <ac:spMkLst>
            <pc:docMk/>
            <pc:sldMk cId="2586803530" sldId="284"/>
            <ac:spMk id="13" creationId="{00000000-0000-0000-0000-000000000000}"/>
          </ac:spMkLst>
        </pc:spChg>
        <pc:spChg chg="mod">
          <ac:chgData name="Avgi Stavrou" userId="dd16d0fc-f2bc-4903-959a-5212f7e12581" providerId="ADAL" clId="{1E03F269-CBA5-46B5-A393-57B181650B55}" dt="2026-01-18T20:21:06.504" v="1851" actId="164"/>
          <ac:spMkLst>
            <pc:docMk/>
            <pc:sldMk cId="2586803530" sldId="284"/>
            <ac:spMk id="14" creationId="{00000000-0000-0000-0000-000000000000}"/>
          </ac:spMkLst>
        </pc:spChg>
        <pc:spChg chg="del">
          <ac:chgData name="Avgi Stavrou" userId="dd16d0fc-f2bc-4903-959a-5212f7e12581" providerId="ADAL" clId="{1E03F269-CBA5-46B5-A393-57B181650B55}" dt="2026-01-18T20:20:45.393" v="1844" actId="478"/>
          <ac:spMkLst>
            <pc:docMk/>
            <pc:sldMk cId="2586803530" sldId="284"/>
            <ac:spMk id="15" creationId="{00000000-0000-0000-0000-000000000000}"/>
          </ac:spMkLst>
        </pc:spChg>
        <pc:grpChg chg="mod">
          <ac:chgData name="Avgi Stavrou" userId="dd16d0fc-f2bc-4903-959a-5212f7e12581" providerId="ADAL" clId="{1E03F269-CBA5-46B5-A393-57B181650B55}" dt="2026-01-18T20:21:18.494" v="1856" actId="14100"/>
          <ac:grpSpMkLst>
            <pc:docMk/>
            <pc:sldMk cId="2586803530" sldId="284"/>
            <ac:grpSpMk id="16" creationId="{38A4CD8C-D131-D309-3C23-AFA83D41A950}"/>
          </ac:grpSpMkLst>
        </pc:grpChg>
      </pc:sldChg>
      <pc:sldChg chg="addSp delSp modSp add mod modNotesTx">
        <pc:chgData name="Avgi Stavrou" userId="dd16d0fc-f2bc-4903-959a-5212f7e12581" providerId="ADAL" clId="{1E03F269-CBA5-46B5-A393-57B181650B55}" dt="2026-01-18T20:25:36.065" v="1909" actId="20577"/>
        <pc:sldMkLst>
          <pc:docMk/>
          <pc:sldMk cId="425217751" sldId="285"/>
        </pc:sldMkLst>
        <pc:spChg chg="mod">
          <ac:chgData name="Avgi Stavrou" userId="dd16d0fc-f2bc-4903-959a-5212f7e12581" providerId="ADAL" clId="{1E03F269-CBA5-46B5-A393-57B181650B55}" dt="2026-01-18T20:25:36.065" v="1909" actId="20577"/>
          <ac:spMkLst>
            <pc:docMk/>
            <pc:sldMk cId="425217751" sldId="285"/>
            <ac:spMk id="2" creationId="{00000000-0000-0000-0000-000000000000}"/>
          </ac:spMkLst>
        </pc:spChg>
        <pc:spChg chg="del">
          <ac:chgData name="Avgi Stavrou" userId="dd16d0fc-f2bc-4903-959a-5212f7e12581" providerId="ADAL" clId="{1E03F269-CBA5-46B5-A393-57B181650B55}" dt="2026-01-18T20:21:52.733" v="1858" actId="478"/>
          <ac:spMkLst>
            <pc:docMk/>
            <pc:sldMk cId="425217751" sldId="285"/>
            <ac:spMk id="3"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6"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7"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8"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9"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12"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13"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14"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16"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17" creationId="{00000000-0000-0000-0000-000000000000}"/>
          </ac:spMkLst>
        </pc:spChg>
        <pc:spChg chg="mod">
          <ac:chgData name="Avgi Stavrou" userId="dd16d0fc-f2bc-4903-959a-5212f7e12581" providerId="ADAL" clId="{1E03F269-CBA5-46B5-A393-57B181650B55}" dt="2026-01-18T20:22:26.471" v="1864" actId="403"/>
          <ac:spMkLst>
            <pc:docMk/>
            <pc:sldMk cId="425217751" sldId="285"/>
            <ac:spMk id="18" creationId="{00000000-0000-0000-0000-000000000000}"/>
          </ac:spMkLst>
        </pc:spChg>
        <pc:spChg chg="del mod">
          <ac:chgData name="Avgi Stavrou" userId="dd16d0fc-f2bc-4903-959a-5212f7e12581" providerId="ADAL" clId="{1E03F269-CBA5-46B5-A393-57B181650B55}" dt="2026-01-18T20:22:48.583" v="1868" actId="478"/>
          <ac:spMkLst>
            <pc:docMk/>
            <pc:sldMk cId="425217751" sldId="285"/>
            <ac:spMk id="19" creationId="{00000000-0000-0000-0000-000000000000}"/>
          </ac:spMkLst>
        </pc:spChg>
        <pc:spChg chg="mod">
          <ac:chgData name="Avgi Stavrou" userId="dd16d0fc-f2bc-4903-959a-5212f7e12581" providerId="ADAL" clId="{1E03F269-CBA5-46B5-A393-57B181650B55}" dt="2026-01-18T20:22:37.247" v="1865" actId="21"/>
          <ac:spMkLst>
            <pc:docMk/>
            <pc:sldMk cId="425217751" sldId="285"/>
            <ac:spMk id="20" creationId="{00000000-0000-0000-0000-000000000000}"/>
          </ac:spMkLst>
        </pc:spChg>
        <pc:grpChg chg="mod">
          <ac:chgData name="Avgi Stavrou" userId="dd16d0fc-f2bc-4903-959a-5212f7e12581" providerId="ADAL" clId="{1E03F269-CBA5-46B5-A393-57B181650B55}" dt="2026-01-18T20:22:52.019" v="1869" actId="1076"/>
          <ac:grpSpMkLst>
            <pc:docMk/>
            <pc:sldMk cId="425217751" sldId="285"/>
            <ac:grpSpMk id="21" creationId="{E3B9BE82-C00A-70A8-83E7-A9708307DF02}"/>
          </ac:grpSpMkLst>
        </pc:grpChg>
      </pc:sldChg>
      <pc:sldChg chg="addSp delSp modSp add mod modNotesTx">
        <pc:chgData name="Avgi Stavrou" userId="dd16d0fc-f2bc-4903-959a-5212f7e12581" providerId="ADAL" clId="{1E03F269-CBA5-46B5-A393-57B181650B55}" dt="2026-01-19T09:21:04.694" v="2448" actId="478"/>
        <pc:sldMkLst>
          <pc:docMk/>
          <pc:sldMk cId="2866124540" sldId="286"/>
        </pc:sldMkLst>
        <pc:spChg chg="del mod">
          <ac:chgData name="Avgi Stavrou" userId="dd16d0fc-f2bc-4903-959a-5212f7e12581" providerId="ADAL" clId="{1E03F269-CBA5-46B5-A393-57B181650B55}" dt="2026-01-18T20:23:29.100" v="1881" actId="478"/>
          <ac:spMkLst>
            <pc:docMk/>
            <pc:sldMk cId="2866124540" sldId="286"/>
            <ac:spMk id="2" creationId="{00000000-0000-0000-0000-000000000000}"/>
          </ac:spMkLst>
        </pc:spChg>
        <pc:spChg chg="mod">
          <ac:chgData name="Avgi Stavrou" userId="dd16d0fc-f2bc-4903-959a-5212f7e12581" providerId="ADAL" clId="{1E03F269-CBA5-46B5-A393-57B181650B55}" dt="2026-01-18T20:23:33.751" v="1882" actId="1076"/>
          <ac:spMkLst>
            <pc:docMk/>
            <pc:sldMk cId="2866124540" sldId="286"/>
            <ac:spMk id="3" creationId="{00000000-0000-0000-0000-000000000000}"/>
          </ac:spMkLst>
        </pc:spChg>
        <pc:spChg chg="mod">
          <ac:chgData name="Avgi Stavrou" userId="dd16d0fc-f2bc-4903-959a-5212f7e12581" providerId="ADAL" clId="{1E03F269-CBA5-46B5-A393-57B181650B55}" dt="2026-01-18T20:24:08.499" v="1888" actId="403"/>
          <ac:spMkLst>
            <pc:docMk/>
            <pc:sldMk cId="2866124540" sldId="286"/>
            <ac:spMk id="4" creationId="{00000000-0000-0000-0000-000000000000}"/>
          </ac:spMkLst>
        </pc:spChg>
        <pc:spChg chg="mod">
          <ac:chgData name="Avgi Stavrou" userId="dd16d0fc-f2bc-4903-959a-5212f7e12581" providerId="ADAL" clId="{1E03F269-CBA5-46B5-A393-57B181650B55}" dt="2026-01-18T20:24:21.583" v="1899" actId="403"/>
          <ac:spMkLst>
            <pc:docMk/>
            <pc:sldMk cId="2866124540" sldId="286"/>
            <ac:spMk id="5" creationId="{00000000-0000-0000-0000-000000000000}"/>
          </ac:spMkLst>
        </pc:spChg>
        <pc:spChg chg="del">
          <ac:chgData name="Avgi Stavrou" userId="dd16d0fc-f2bc-4903-959a-5212f7e12581" providerId="ADAL" clId="{1E03F269-CBA5-46B5-A393-57B181650B55}" dt="2026-01-19T09:20:45.362" v="2444" actId="478"/>
          <ac:spMkLst>
            <pc:docMk/>
            <pc:sldMk cId="2866124540" sldId="286"/>
            <ac:spMk id="6" creationId="{00000000-0000-0000-0000-000000000000}"/>
          </ac:spMkLst>
        </pc:spChg>
        <pc:spChg chg="del mod">
          <ac:chgData name="Avgi Stavrou" userId="dd16d0fc-f2bc-4903-959a-5212f7e12581" providerId="ADAL" clId="{1E03F269-CBA5-46B5-A393-57B181650B55}" dt="2026-01-19T09:20:47.391" v="2445" actId="478"/>
          <ac:spMkLst>
            <pc:docMk/>
            <pc:sldMk cId="2866124540" sldId="286"/>
            <ac:spMk id="7" creationId="{00000000-0000-0000-0000-000000000000}"/>
          </ac:spMkLst>
        </pc:spChg>
        <pc:spChg chg="del mod">
          <ac:chgData name="Avgi Stavrou" userId="dd16d0fc-f2bc-4903-959a-5212f7e12581" providerId="ADAL" clId="{1E03F269-CBA5-46B5-A393-57B181650B55}" dt="2026-01-19T09:20:49.073" v="2446" actId="478"/>
          <ac:spMkLst>
            <pc:docMk/>
            <pc:sldMk cId="2866124540" sldId="286"/>
            <ac:spMk id="8"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9"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10"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11"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12"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13"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14" creationId="{00000000-0000-0000-0000-000000000000}"/>
          </ac:spMkLst>
        </pc:spChg>
        <pc:spChg chg="del">
          <ac:chgData name="Avgi Stavrou" userId="dd16d0fc-f2bc-4903-959a-5212f7e12581" providerId="ADAL" clId="{1E03F269-CBA5-46B5-A393-57B181650B55}" dt="2026-01-19T09:21:04.694" v="2448" actId="478"/>
          <ac:spMkLst>
            <pc:docMk/>
            <pc:sldMk cId="2866124540" sldId="286"/>
            <ac:spMk id="15" creationId="{00000000-0000-0000-0000-000000000000}"/>
          </ac:spMkLst>
        </pc:spChg>
        <pc:spChg chg="del mod">
          <ac:chgData name="Avgi Stavrou" userId="dd16d0fc-f2bc-4903-959a-5212f7e12581" providerId="ADAL" clId="{1E03F269-CBA5-46B5-A393-57B181650B55}" dt="2026-01-19T09:21:04.694" v="2448" actId="478"/>
          <ac:spMkLst>
            <pc:docMk/>
            <pc:sldMk cId="2866124540" sldId="286"/>
            <ac:spMk id="16" creationId="{00000000-0000-0000-0000-000000000000}"/>
          </ac:spMkLst>
        </pc:spChg>
        <pc:spChg chg="mod">
          <ac:chgData name="Avgi Stavrou" userId="dd16d0fc-f2bc-4903-959a-5212f7e12581" providerId="ADAL" clId="{1E03F269-CBA5-46B5-A393-57B181650B55}" dt="2026-01-18T20:24:21.583" v="1899" actId="403"/>
          <ac:spMkLst>
            <pc:docMk/>
            <pc:sldMk cId="2866124540" sldId="286"/>
            <ac:spMk id="17" creationId="{00000000-0000-0000-0000-000000000000}"/>
          </ac:spMkLst>
        </pc:spChg>
        <pc:spChg chg="mod">
          <ac:chgData name="Avgi Stavrou" userId="dd16d0fc-f2bc-4903-959a-5212f7e12581" providerId="ADAL" clId="{1E03F269-CBA5-46B5-A393-57B181650B55}" dt="2026-01-18T20:23:45.624" v="1884" actId="1076"/>
          <ac:spMkLst>
            <pc:docMk/>
            <pc:sldMk cId="2866124540" sldId="286"/>
            <ac:spMk id="19" creationId="{00000000-0000-0000-0000-000000000000}"/>
          </ac:spMkLst>
        </pc:spChg>
        <pc:spChg chg="mod">
          <ac:chgData name="Avgi Stavrou" userId="dd16d0fc-f2bc-4903-959a-5212f7e12581" providerId="ADAL" clId="{1E03F269-CBA5-46B5-A393-57B181650B55}" dt="2026-01-18T20:23:39.529" v="1883" actId="21"/>
          <ac:spMkLst>
            <pc:docMk/>
            <pc:sldMk cId="2866124540" sldId="286"/>
            <ac:spMk id="20" creationId="{00000000-0000-0000-0000-000000000000}"/>
          </ac:spMkLst>
        </pc:spChg>
        <pc:grpChg chg="mod">
          <ac:chgData name="Avgi Stavrou" userId="dd16d0fc-f2bc-4903-959a-5212f7e12581" providerId="ADAL" clId="{1E03F269-CBA5-46B5-A393-57B181650B55}" dt="2026-01-18T20:24:39.736" v="1900" actId="14100"/>
          <ac:grpSpMkLst>
            <pc:docMk/>
            <pc:sldMk cId="2866124540" sldId="286"/>
            <ac:grpSpMk id="21" creationId="{01124D2C-B3E9-7BAA-B4F5-45D83C69BC02}"/>
          </ac:grpSpMkLst>
        </pc:grpChg>
      </pc:sldChg>
      <pc:sldChg chg="addSp delSp modSp add mod modNotesTx">
        <pc:chgData name="Avgi Stavrou" userId="dd16d0fc-f2bc-4903-959a-5212f7e12581" providerId="ADAL" clId="{1E03F269-CBA5-46B5-A393-57B181650B55}" dt="2026-01-18T20:28:34.523" v="1959" actId="6549"/>
        <pc:sldMkLst>
          <pc:docMk/>
          <pc:sldMk cId="301303695" sldId="287"/>
        </pc:sldMkLst>
        <pc:spChg chg="mod">
          <ac:chgData name="Avgi Stavrou" userId="dd16d0fc-f2bc-4903-959a-5212f7e12581" providerId="ADAL" clId="{1E03F269-CBA5-46B5-A393-57B181650B55}" dt="2026-01-18T20:25:45.880" v="1913" actId="403"/>
          <ac:spMkLst>
            <pc:docMk/>
            <pc:sldMk cId="301303695" sldId="287"/>
            <ac:spMk id="2" creationId="{00000000-0000-0000-0000-000000000000}"/>
          </ac:spMkLst>
        </pc:spChg>
        <pc:spChg chg="del">
          <ac:chgData name="Avgi Stavrou" userId="dd16d0fc-f2bc-4903-959a-5212f7e12581" providerId="ADAL" clId="{1E03F269-CBA5-46B5-A393-57B181650B55}" dt="2026-01-18T20:25:27.565" v="1903" actId="478"/>
          <ac:spMkLst>
            <pc:docMk/>
            <pc:sldMk cId="301303695" sldId="287"/>
            <ac:spMk id="3" creationId="{00000000-0000-0000-0000-000000000000}"/>
          </ac:spMkLst>
        </pc:spChg>
        <pc:spChg chg="mod">
          <ac:chgData name="Avgi Stavrou" userId="dd16d0fc-f2bc-4903-959a-5212f7e12581" providerId="ADAL" clId="{1E03F269-CBA5-46B5-A393-57B181650B55}" dt="2026-01-18T20:27:18.533" v="1941" actId="403"/>
          <ac:spMkLst>
            <pc:docMk/>
            <pc:sldMk cId="301303695" sldId="287"/>
            <ac:spMk id="4" creationId="{00000000-0000-0000-0000-000000000000}"/>
          </ac:spMkLst>
        </pc:spChg>
        <pc:spChg chg="mod">
          <ac:chgData name="Avgi Stavrou" userId="dd16d0fc-f2bc-4903-959a-5212f7e12581" providerId="ADAL" clId="{1E03F269-CBA5-46B5-A393-57B181650B55}" dt="2026-01-18T20:26:47.122" v="1930" actId="20577"/>
          <ac:spMkLst>
            <pc:docMk/>
            <pc:sldMk cId="301303695" sldId="287"/>
            <ac:spMk id="7" creationId="{00000000-0000-0000-0000-000000000000}"/>
          </ac:spMkLst>
        </pc:spChg>
        <pc:spChg chg="mod">
          <ac:chgData name="Avgi Stavrou" userId="dd16d0fc-f2bc-4903-959a-5212f7e12581" providerId="ADAL" clId="{1E03F269-CBA5-46B5-A393-57B181650B55}" dt="2026-01-18T20:26:26.351" v="1928" actId="404"/>
          <ac:spMkLst>
            <pc:docMk/>
            <pc:sldMk cId="301303695" sldId="287"/>
            <ac:spMk id="8" creationId="{00000000-0000-0000-0000-000000000000}"/>
          </ac:spMkLst>
        </pc:spChg>
        <pc:spChg chg="mod">
          <ac:chgData name="Avgi Stavrou" userId="dd16d0fc-f2bc-4903-959a-5212f7e12581" providerId="ADAL" clId="{1E03F269-CBA5-46B5-A393-57B181650B55}" dt="2026-01-18T20:27:22.262" v="1944" actId="403"/>
          <ac:spMkLst>
            <pc:docMk/>
            <pc:sldMk cId="301303695" sldId="287"/>
            <ac:spMk id="9" creationId="{00000000-0000-0000-0000-000000000000}"/>
          </ac:spMkLst>
        </pc:spChg>
        <pc:spChg chg="mod">
          <ac:chgData name="Avgi Stavrou" userId="dd16d0fc-f2bc-4903-959a-5212f7e12581" providerId="ADAL" clId="{1E03F269-CBA5-46B5-A393-57B181650B55}" dt="2026-01-18T20:26:26.351" v="1928" actId="404"/>
          <ac:spMkLst>
            <pc:docMk/>
            <pc:sldMk cId="301303695" sldId="287"/>
            <ac:spMk id="11" creationId="{00000000-0000-0000-0000-000000000000}"/>
          </ac:spMkLst>
        </pc:spChg>
        <pc:spChg chg="mod">
          <ac:chgData name="Avgi Stavrou" userId="dd16d0fc-f2bc-4903-959a-5212f7e12581" providerId="ADAL" clId="{1E03F269-CBA5-46B5-A393-57B181650B55}" dt="2026-01-18T20:28:00.514" v="1953" actId="6549"/>
          <ac:spMkLst>
            <pc:docMk/>
            <pc:sldMk cId="301303695" sldId="287"/>
            <ac:spMk id="12" creationId="{00000000-0000-0000-0000-000000000000}"/>
          </ac:spMkLst>
        </pc:spChg>
        <pc:spChg chg="mod">
          <ac:chgData name="Avgi Stavrou" userId="dd16d0fc-f2bc-4903-959a-5212f7e12581" providerId="ADAL" clId="{1E03F269-CBA5-46B5-A393-57B181650B55}" dt="2026-01-18T20:27:50.945" v="1951" actId="1076"/>
          <ac:spMkLst>
            <pc:docMk/>
            <pc:sldMk cId="301303695" sldId="287"/>
            <ac:spMk id="13" creationId="{00000000-0000-0000-0000-000000000000}"/>
          </ac:spMkLst>
        </pc:spChg>
        <pc:spChg chg="mod">
          <ac:chgData name="Avgi Stavrou" userId="dd16d0fc-f2bc-4903-959a-5212f7e12581" providerId="ADAL" clId="{1E03F269-CBA5-46B5-A393-57B181650B55}" dt="2026-01-18T20:26:26.351" v="1928" actId="404"/>
          <ac:spMkLst>
            <pc:docMk/>
            <pc:sldMk cId="301303695" sldId="287"/>
            <ac:spMk id="16" creationId="{00000000-0000-0000-0000-000000000000}"/>
          </ac:spMkLst>
        </pc:spChg>
        <pc:spChg chg="mod">
          <ac:chgData name="Avgi Stavrou" userId="dd16d0fc-f2bc-4903-959a-5212f7e12581" providerId="ADAL" clId="{1E03F269-CBA5-46B5-A393-57B181650B55}" dt="2026-01-18T20:26:59.646" v="1933" actId="20577"/>
          <ac:spMkLst>
            <pc:docMk/>
            <pc:sldMk cId="301303695" sldId="287"/>
            <ac:spMk id="17" creationId="{00000000-0000-0000-0000-000000000000}"/>
          </ac:spMkLst>
        </pc:spChg>
        <pc:spChg chg="mod">
          <ac:chgData name="Avgi Stavrou" userId="dd16d0fc-f2bc-4903-959a-5212f7e12581" providerId="ADAL" clId="{1E03F269-CBA5-46B5-A393-57B181650B55}" dt="2026-01-18T20:26:26.351" v="1928" actId="404"/>
          <ac:spMkLst>
            <pc:docMk/>
            <pc:sldMk cId="301303695" sldId="287"/>
            <ac:spMk id="18" creationId="{00000000-0000-0000-0000-000000000000}"/>
          </ac:spMkLst>
        </pc:spChg>
        <pc:spChg chg="mod">
          <ac:chgData name="Avgi Stavrou" userId="dd16d0fc-f2bc-4903-959a-5212f7e12581" providerId="ADAL" clId="{1E03F269-CBA5-46B5-A393-57B181650B55}" dt="2026-01-18T20:27:30.929" v="1947" actId="403"/>
          <ac:spMkLst>
            <pc:docMk/>
            <pc:sldMk cId="301303695" sldId="287"/>
            <ac:spMk id="19" creationId="{00000000-0000-0000-0000-000000000000}"/>
          </ac:spMkLst>
        </pc:spChg>
        <pc:spChg chg="mod">
          <ac:chgData name="Avgi Stavrou" userId="dd16d0fc-f2bc-4903-959a-5212f7e12581" providerId="ADAL" clId="{1E03F269-CBA5-46B5-A393-57B181650B55}" dt="2026-01-18T20:26:26.351" v="1928" actId="404"/>
          <ac:spMkLst>
            <pc:docMk/>
            <pc:sldMk cId="301303695" sldId="287"/>
            <ac:spMk id="21" creationId="{00000000-0000-0000-0000-000000000000}"/>
          </ac:spMkLst>
        </pc:spChg>
        <pc:spChg chg="mod">
          <ac:chgData name="Avgi Stavrou" userId="dd16d0fc-f2bc-4903-959a-5212f7e12581" providerId="ADAL" clId="{1E03F269-CBA5-46B5-A393-57B181650B55}" dt="2026-01-18T20:27:03.731" v="1935" actId="20577"/>
          <ac:spMkLst>
            <pc:docMk/>
            <pc:sldMk cId="301303695" sldId="287"/>
            <ac:spMk id="22" creationId="{00000000-0000-0000-0000-000000000000}"/>
          </ac:spMkLst>
        </pc:spChg>
        <pc:spChg chg="mod">
          <ac:chgData name="Avgi Stavrou" userId="dd16d0fc-f2bc-4903-959a-5212f7e12581" providerId="ADAL" clId="{1E03F269-CBA5-46B5-A393-57B181650B55}" dt="2026-01-18T20:26:26.351" v="1928" actId="404"/>
          <ac:spMkLst>
            <pc:docMk/>
            <pc:sldMk cId="301303695" sldId="287"/>
            <ac:spMk id="23" creationId="{00000000-0000-0000-0000-000000000000}"/>
          </ac:spMkLst>
        </pc:spChg>
        <pc:spChg chg="mod">
          <ac:chgData name="Avgi Stavrou" userId="dd16d0fc-f2bc-4903-959a-5212f7e12581" providerId="ADAL" clId="{1E03F269-CBA5-46B5-A393-57B181650B55}" dt="2026-01-18T20:27:34.736" v="1950" actId="403"/>
          <ac:spMkLst>
            <pc:docMk/>
            <pc:sldMk cId="301303695" sldId="287"/>
            <ac:spMk id="24" creationId="{00000000-0000-0000-0000-000000000000}"/>
          </ac:spMkLst>
        </pc:spChg>
        <pc:spChg chg="mod">
          <ac:chgData name="Avgi Stavrou" userId="dd16d0fc-f2bc-4903-959a-5212f7e12581" providerId="ADAL" clId="{1E03F269-CBA5-46B5-A393-57B181650B55}" dt="2026-01-18T20:27:05.708" v="1937" actId="20577"/>
          <ac:spMkLst>
            <pc:docMk/>
            <pc:sldMk cId="301303695" sldId="287"/>
            <ac:spMk id="27" creationId="{00000000-0000-0000-0000-000000000000}"/>
          </ac:spMkLst>
        </pc:spChg>
        <pc:spChg chg="mod">
          <ac:chgData name="Avgi Stavrou" userId="dd16d0fc-f2bc-4903-959a-5212f7e12581" providerId="ADAL" clId="{1E03F269-CBA5-46B5-A393-57B181650B55}" dt="2026-01-18T20:26:02.390" v="1920" actId="403"/>
          <ac:spMkLst>
            <pc:docMk/>
            <pc:sldMk cId="301303695" sldId="287"/>
            <ac:spMk id="29" creationId="{00000000-0000-0000-0000-000000000000}"/>
          </ac:spMkLst>
        </pc:spChg>
        <pc:spChg chg="mod">
          <ac:chgData name="Avgi Stavrou" userId="dd16d0fc-f2bc-4903-959a-5212f7e12581" providerId="ADAL" clId="{1E03F269-CBA5-46B5-A393-57B181650B55}" dt="2026-01-18T20:25:52.810" v="1914" actId="21"/>
          <ac:spMkLst>
            <pc:docMk/>
            <pc:sldMk cId="301303695" sldId="287"/>
            <ac:spMk id="30" creationId="{00000000-0000-0000-0000-000000000000}"/>
          </ac:spMkLst>
        </pc:spChg>
        <pc:grpChg chg="mod">
          <ac:chgData name="Avgi Stavrou" userId="dd16d0fc-f2bc-4903-959a-5212f7e12581" providerId="ADAL" clId="{1E03F269-CBA5-46B5-A393-57B181650B55}" dt="2026-01-18T20:26:20.037" v="1924" actId="14100"/>
          <ac:grpSpMkLst>
            <pc:docMk/>
            <pc:sldMk cId="301303695" sldId="287"/>
            <ac:grpSpMk id="31" creationId="{3099B6F8-1F84-A60B-5174-89413E8F92A4}"/>
          </ac:grpSpMkLst>
        </pc:grpChg>
      </pc:sldChg>
      <pc:sldChg chg="addSp delSp modSp add mod">
        <pc:chgData name="Avgi Stavrou" userId="dd16d0fc-f2bc-4903-959a-5212f7e12581" providerId="ADAL" clId="{1E03F269-CBA5-46B5-A393-57B181650B55}" dt="2026-01-19T09:32:37.482" v="2503" actId="1076"/>
        <pc:sldMkLst>
          <pc:docMk/>
          <pc:sldMk cId="2479963210" sldId="288"/>
        </pc:sldMkLst>
        <pc:spChg chg="del">
          <ac:chgData name="Avgi Stavrou" userId="dd16d0fc-f2bc-4903-959a-5212f7e12581" providerId="ADAL" clId="{1E03F269-CBA5-46B5-A393-57B181650B55}" dt="2026-01-18T20:28:43.835" v="1960" actId="478"/>
          <ac:spMkLst>
            <pc:docMk/>
            <pc:sldMk cId="2479963210" sldId="288"/>
            <ac:spMk id="2" creationId="{00000000-0000-0000-0000-000000000000}"/>
          </ac:spMkLst>
        </pc:spChg>
        <pc:spChg chg="mod">
          <ac:chgData name="Avgi Stavrou" userId="dd16d0fc-f2bc-4903-959a-5212f7e12581" providerId="ADAL" clId="{1E03F269-CBA5-46B5-A393-57B181650B55}" dt="2026-01-18T20:29:15.191" v="1970" actId="255"/>
          <ac:spMkLst>
            <pc:docMk/>
            <pc:sldMk cId="2479963210" sldId="288"/>
            <ac:spMk id="3" creationId="{00000000-0000-0000-0000-000000000000}"/>
          </ac:spMkLst>
        </pc:spChg>
        <pc:spChg chg="mod">
          <ac:chgData name="Avgi Stavrou" userId="dd16d0fc-f2bc-4903-959a-5212f7e12581" providerId="ADAL" clId="{1E03F269-CBA5-46B5-A393-57B181650B55}" dt="2026-01-18T20:29:21.922" v="1973" actId="403"/>
          <ac:spMkLst>
            <pc:docMk/>
            <pc:sldMk cId="2479963210" sldId="288"/>
            <ac:spMk id="4" creationId="{00000000-0000-0000-0000-000000000000}"/>
          </ac:spMkLst>
        </pc:spChg>
        <pc:spChg chg="mod">
          <ac:chgData name="Avgi Stavrou" userId="dd16d0fc-f2bc-4903-959a-5212f7e12581" providerId="ADAL" clId="{1E03F269-CBA5-46B5-A393-57B181650B55}" dt="2026-01-18T20:30:01.627" v="1985" actId="403"/>
          <ac:spMkLst>
            <pc:docMk/>
            <pc:sldMk cId="2479963210" sldId="288"/>
            <ac:spMk id="5" creationId="{00000000-0000-0000-0000-000000000000}"/>
          </ac:spMkLst>
        </pc:spChg>
        <pc:spChg chg="del mod">
          <ac:chgData name="Avgi Stavrou" userId="dd16d0fc-f2bc-4903-959a-5212f7e12581" providerId="ADAL" clId="{1E03F269-CBA5-46B5-A393-57B181650B55}" dt="2026-01-19T09:32:14.363" v="2497" actId="478"/>
          <ac:spMkLst>
            <pc:docMk/>
            <pc:sldMk cId="2479963210" sldId="288"/>
            <ac:spMk id="6" creationId="{00000000-0000-0000-0000-000000000000}"/>
          </ac:spMkLst>
        </pc:spChg>
        <pc:spChg chg="del mod">
          <ac:chgData name="Avgi Stavrou" userId="dd16d0fc-f2bc-4903-959a-5212f7e12581" providerId="ADAL" clId="{1E03F269-CBA5-46B5-A393-57B181650B55}" dt="2026-01-19T09:32:17.813" v="2499" actId="478"/>
          <ac:spMkLst>
            <pc:docMk/>
            <pc:sldMk cId="2479963210" sldId="288"/>
            <ac:spMk id="7" creationId="{00000000-0000-0000-0000-000000000000}"/>
          </ac:spMkLst>
        </pc:spChg>
        <pc:spChg chg="del mod">
          <ac:chgData name="Avgi Stavrou" userId="dd16d0fc-f2bc-4903-959a-5212f7e12581" providerId="ADAL" clId="{1E03F269-CBA5-46B5-A393-57B181650B55}" dt="2026-01-19T09:32:20.191" v="2500" actId="478"/>
          <ac:spMkLst>
            <pc:docMk/>
            <pc:sldMk cId="2479963210" sldId="288"/>
            <ac:spMk id="8" creationId="{00000000-0000-0000-0000-000000000000}"/>
          </ac:spMkLst>
        </pc:spChg>
        <pc:spChg chg="del">
          <ac:chgData name="Avgi Stavrou" userId="dd16d0fc-f2bc-4903-959a-5212f7e12581" providerId="ADAL" clId="{1E03F269-CBA5-46B5-A393-57B181650B55}" dt="2026-01-19T09:32:22.270" v="2501" actId="478"/>
          <ac:spMkLst>
            <pc:docMk/>
            <pc:sldMk cId="2479963210" sldId="288"/>
            <ac:spMk id="9" creationId="{00000000-0000-0000-0000-000000000000}"/>
          </ac:spMkLst>
        </pc:spChg>
        <pc:spChg chg="mod">
          <ac:chgData name="Avgi Stavrou" userId="dd16d0fc-f2bc-4903-959a-5212f7e12581" providerId="ADAL" clId="{1E03F269-CBA5-46B5-A393-57B181650B55}" dt="2026-01-19T09:32:34.456" v="2502" actId="1076"/>
          <ac:spMkLst>
            <pc:docMk/>
            <pc:sldMk cId="2479963210" sldId="288"/>
            <ac:spMk id="10" creationId="{00000000-0000-0000-0000-000000000000}"/>
          </ac:spMkLst>
        </pc:spChg>
        <pc:spChg chg="mod">
          <ac:chgData name="Avgi Stavrou" userId="dd16d0fc-f2bc-4903-959a-5212f7e12581" providerId="ADAL" clId="{1E03F269-CBA5-46B5-A393-57B181650B55}" dt="2026-01-19T09:32:37.482" v="2503" actId="1076"/>
          <ac:spMkLst>
            <pc:docMk/>
            <pc:sldMk cId="2479963210" sldId="288"/>
            <ac:spMk id="11" creationId="{00000000-0000-0000-0000-000000000000}"/>
          </ac:spMkLst>
        </pc:spChg>
        <pc:spChg chg="mod">
          <ac:chgData name="Avgi Stavrou" userId="dd16d0fc-f2bc-4903-959a-5212f7e12581" providerId="ADAL" clId="{1E03F269-CBA5-46B5-A393-57B181650B55}" dt="2026-01-18T20:30:01.627" v="1985" actId="403"/>
          <ac:spMkLst>
            <pc:docMk/>
            <pc:sldMk cId="2479963210" sldId="288"/>
            <ac:spMk id="12" creationId="{00000000-0000-0000-0000-000000000000}"/>
          </ac:spMkLst>
        </pc:spChg>
        <pc:spChg chg="mod">
          <ac:chgData name="Avgi Stavrou" userId="dd16d0fc-f2bc-4903-959a-5212f7e12581" providerId="ADAL" clId="{1E03F269-CBA5-46B5-A393-57B181650B55}" dt="2026-01-18T20:30:01.627" v="1985" actId="403"/>
          <ac:spMkLst>
            <pc:docMk/>
            <pc:sldMk cId="2479963210" sldId="288"/>
            <ac:spMk id="13" creationId="{00000000-0000-0000-0000-000000000000}"/>
          </ac:spMkLst>
        </pc:spChg>
        <pc:spChg chg="mod">
          <ac:chgData name="Avgi Stavrou" userId="dd16d0fc-f2bc-4903-959a-5212f7e12581" providerId="ADAL" clId="{1E03F269-CBA5-46B5-A393-57B181650B55}" dt="2026-01-18T20:30:01.627" v="1985" actId="403"/>
          <ac:spMkLst>
            <pc:docMk/>
            <pc:sldMk cId="2479963210" sldId="288"/>
            <ac:spMk id="14" creationId="{00000000-0000-0000-0000-000000000000}"/>
          </ac:spMkLst>
        </pc:spChg>
        <pc:spChg chg="mod">
          <ac:chgData name="Avgi Stavrou" userId="dd16d0fc-f2bc-4903-959a-5212f7e12581" providerId="ADAL" clId="{1E03F269-CBA5-46B5-A393-57B181650B55}" dt="2026-01-18T20:30:01.627" v="1985" actId="403"/>
          <ac:spMkLst>
            <pc:docMk/>
            <pc:sldMk cId="2479963210" sldId="288"/>
            <ac:spMk id="15" creationId="{00000000-0000-0000-0000-000000000000}"/>
          </ac:spMkLst>
        </pc:spChg>
        <pc:spChg chg="del">
          <ac:chgData name="Avgi Stavrou" userId="dd16d0fc-f2bc-4903-959a-5212f7e12581" providerId="ADAL" clId="{1E03F269-CBA5-46B5-A393-57B181650B55}" dt="2026-01-18T20:29:28.162" v="1974" actId="478"/>
          <ac:spMkLst>
            <pc:docMk/>
            <pc:sldMk cId="2479963210" sldId="288"/>
            <ac:spMk id="16" creationId="{00000000-0000-0000-0000-000000000000}"/>
          </ac:spMkLst>
        </pc:spChg>
        <pc:grpChg chg="mod">
          <ac:chgData name="Avgi Stavrou" userId="dd16d0fc-f2bc-4903-959a-5212f7e12581" providerId="ADAL" clId="{1E03F269-CBA5-46B5-A393-57B181650B55}" dt="2026-01-18T20:30:04.549" v="1986" actId="14100"/>
          <ac:grpSpMkLst>
            <pc:docMk/>
            <pc:sldMk cId="2479963210" sldId="288"/>
            <ac:grpSpMk id="17" creationId="{517166FA-78BC-37B7-408A-FCEF20E849B9}"/>
          </ac:grpSpMkLst>
        </pc:grpChg>
      </pc:sldChg>
      <pc:sldChg chg="addSp delSp modSp add mod">
        <pc:chgData name="Avgi Stavrou" userId="dd16d0fc-f2bc-4903-959a-5212f7e12581" providerId="ADAL" clId="{1E03F269-CBA5-46B5-A393-57B181650B55}" dt="2026-01-18T20:43:51.954" v="2144" actId="403"/>
        <pc:sldMkLst>
          <pc:docMk/>
          <pc:sldMk cId="1609081042" sldId="289"/>
        </pc:sldMkLst>
        <pc:spChg chg="mod">
          <ac:chgData name="Avgi Stavrou" userId="dd16d0fc-f2bc-4903-959a-5212f7e12581" providerId="ADAL" clId="{1E03F269-CBA5-46B5-A393-57B181650B55}" dt="2026-01-18T20:42:54.107" v="2116" actId="403"/>
          <ac:spMkLst>
            <pc:docMk/>
            <pc:sldMk cId="1609081042" sldId="289"/>
            <ac:spMk id="2" creationId="{00000000-0000-0000-0000-000000000000}"/>
          </ac:spMkLst>
        </pc:spChg>
        <pc:spChg chg="del">
          <ac:chgData name="Avgi Stavrou" userId="dd16d0fc-f2bc-4903-959a-5212f7e12581" providerId="ADAL" clId="{1E03F269-CBA5-46B5-A393-57B181650B55}" dt="2026-01-18T20:42:46.855" v="2110" actId="478"/>
          <ac:spMkLst>
            <pc:docMk/>
            <pc:sldMk cId="1609081042" sldId="289"/>
            <ac:spMk id="3" creationId="{00000000-0000-0000-0000-000000000000}"/>
          </ac:spMkLst>
        </pc:spChg>
        <pc:spChg chg="mod">
          <ac:chgData name="Avgi Stavrou" userId="dd16d0fc-f2bc-4903-959a-5212f7e12581" providerId="ADAL" clId="{1E03F269-CBA5-46B5-A393-57B181650B55}" dt="2026-01-18T20:43:01.423" v="2119" actId="403"/>
          <ac:spMkLst>
            <pc:docMk/>
            <pc:sldMk cId="1609081042" sldId="289"/>
            <ac:spMk id="4" creationId="{00000000-0000-0000-0000-000000000000}"/>
          </ac:spMkLst>
        </pc:spChg>
        <pc:spChg chg="del">
          <ac:chgData name="Avgi Stavrou" userId="dd16d0fc-f2bc-4903-959a-5212f7e12581" providerId="ADAL" clId="{1E03F269-CBA5-46B5-A393-57B181650B55}" dt="2026-01-18T20:43:11.934" v="2121" actId="478"/>
          <ac:spMkLst>
            <pc:docMk/>
            <pc:sldMk cId="1609081042" sldId="289"/>
            <ac:spMk id="5"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6"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7"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8"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9"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10"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11"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12" creationId="{00000000-0000-0000-0000-000000000000}"/>
          </ac:spMkLst>
        </pc:spChg>
        <pc:spChg chg="mod">
          <ac:chgData name="Avgi Stavrou" userId="dd16d0fc-f2bc-4903-959a-5212f7e12581" providerId="ADAL" clId="{1E03F269-CBA5-46B5-A393-57B181650B55}" dt="2026-01-18T20:43:41.827" v="2135" actId="403"/>
          <ac:spMkLst>
            <pc:docMk/>
            <pc:sldMk cId="1609081042" sldId="289"/>
            <ac:spMk id="13" creationId="{00000000-0000-0000-0000-000000000000}"/>
          </ac:spMkLst>
        </pc:spChg>
        <pc:spChg chg="mod">
          <ac:chgData name="Avgi Stavrou" userId="dd16d0fc-f2bc-4903-959a-5212f7e12581" providerId="ADAL" clId="{1E03F269-CBA5-46B5-A393-57B181650B55}" dt="2026-01-18T20:43:51.954" v="2144" actId="403"/>
          <ac:spMkLst>
            <pc:docMk/>
            <pc:sldMk cId="1609081042" sldId="289"/>
            <ac:spMk id="14" creationId="{00000000-0000-0000-0000-000000000000}"/>
          </ac:spMkLst>
        </pc:spChg>
        <pc:spChg chg="del">
          <ac:chgData name="Avgi Stavrou" userId="dd16d0fc-f2bc-4903-959a-5212f7e12581" providerId="ADAL" clId="{1E03F269-CBA5-46B5-A393-57B181650B55}" dt="2026-01-18T20:43:06.152" v="2120" actId="478"/>
          <ac:spMkLst>
            <pc:docMk/>
            <pc:sldMk cId="1609081042" sldId="289"/>
            <ac:spMk id="15" creationId="{00000000-0000-0000-0000-000000000000}"/>
          </ac:spMkLst>
        </pc:spChg>
        <pc:grpChg chg="add mod">
          <ac:chgData name="Avgi Stavrou" userId="dd16d0fc-f2bc-4903-959a-5212f7e12581" providerId="ADAL" clId="{1E03F269-CBA5-46B5-A393-57B181650B55}" dt="2026-01-18T20:43:38.887" v="2127" actId="14100"/>
          <ac:grpSpMkLst>
            <pc:docMk/>
            <pc:sldMk cId="1609081042" sldId="289"/>
            <ac:grpSpMk id="16" creationId="{FEC470D8-D428-9144-E0B5-8A62372501BC}"/>
          </ac:grpSpMkLst>
        </pc:grpChg>
      </pc:sldChg>
      <pc:sldChg chg="addSp modSp add mod">
        <pc:chgData name="Avgi Stavrou" userId="dd16d0fc-f2bc-4903-959a-5212f7e12581" providerId="ADAL" clId="{1E03F269-CBA5-46B5-A393-57B181650B55}" dt="2026-01-18T20:41:43.774" v="2109" actId="1076"/>
        <pc:sldMkLst>
          <pc:docMk/>
          <pc:sldMk cId="2357125419" sldId="290"/>
        </pc:sldMkLst>
        <pc:spChg chg="mod">
          <ac:chgData name="Avgi Stavrou" userId="dd16d0fc-f2bc-4903-959a-5212f7e12581" providerId="ADAL" clId="{1E03F269-CBA5-46B5-A393-57B181650B55}" dt="2026-01-18T20:40:32.301" v="2091" actId="1076"/>
          <ac:spMkLst>
            <pc:docMk/>
            <pc:sldMk cId="2357125419" sldId="290"/>
            <ac:spMk id="2" creationId="{00000000-0000-0000-0000-000000000000}"/>
          </ac:spMkLst>
        </pc:spChg>
        <pc:spChg chg="mod">
          <ac:chgData name="Avgi Stavrou" userId="dd16d0fc-f2bc-4903-959a-5212f7e12581" providerId="ADAL" clId="{1E03F269-CBA5-46B5-A393-57B181650B55}" dt="2026-01-18T20:40:34.866" v="2092" actId="1076"/>
          <ac:spMkLst>
            <pc:docMk/>
            <pc:sldMk cId="2357125419" sldId="290"/>
            <ac:spMk id="3" creationId="{00000000-0000-0000-0000-000000000000}"/>
          </ac:spMkLst>
        </pc:spChg>
        <pc:spChg chg="mod">
          <ac:chgData name="Avgi Stavrou" userId="dd16d0fc-f2bc-4903-959a-5212f7e12581" providerId="ADAL" clId="{1E03F269-CBA5-46B5-A393-57B181650B55}" dt="2026-01-18T20:41:07.796" v="2105" actId="403"/>
          <ac:spMkLst>
            <pc:docMk/>
            <pc:sldMk cId="2357125419" sldId="290"/>
            <ac:spMk id="4" creationId="{00000000-0000-0000-0000-000000000000}"/>
          </ac:spMkLst>
        </pc:spChg>
        <pc:spChg chg="mod">
          <ac:chgData name="Avgi Stavrou" userId="dd16d0fc-f2bc-4903-959a-5212f7e12581" providerId="ADAL" clId="{1E03F269-CBA5-46B5-A393-57B181650B55}" dt="2026-01-18T20:41:07.796" v="2105" actId="403"/>
          <ac:spMkLst>
            <pc:docMk/>
            <pc:sldMk cId="2357125419" sldId="290"/>
            <ac:spMk id="8" creationId="{00000000-0000-0000-0000-000000000000}"/>
          </ac:spMkLst>
        </pc:spChg>
        <pc:spChg chg="mod">
          <ac:chgData name="Avgi Stavrou" userId="dd16d0fc-f2bc-4903-959a-5212f7e12581" providerId="ADAL" clId="{1E03F269-CBA5-46B5-A393-57B181650B55}" dt="2026-01-18T20:41:07.796" v="2105" actId="403"/>
          <ac:spMkLst>
            <pc:docMk/>
            <pc:sldMk cId="2357125419" sldId="290"/>
            <ac:spMk id="9" creationId="{00000000-0000-0000-0000-000000000000}"/>
          </ac:spMkLst>
        </pc:spChg>
        <pc:spChg chg="mod">
          <ac:chgData name="Avgi Stavrou" userId="dd16d0fc-f2bc-4903-959a-5212f7e12581" providerId="ADAL" clId="{1E03F269-CBA5-46B5-A393-57B181650B55}" dt="2026-01-18T20:41:21.782" v="2107" actId="1076"/>
          <ac:spMkLst>
            <pc:docMk/>
            <pc:sldMk cId="2357125419" sldId="290"/>
            <ac:spMk id="10" creationId="{00000000-0000-0000-0000-000000000000}"/>
          </ac:spMkLst>
        </pc:spChg>
        <pc:spChg chg="mod">
          <ac:chgData name="Avgi Stavrou" userId="dd16d0fc-f2bc-4903-959a-5212f7e12581" providerId="ADAL" clId="{1E03F269-CBA5-46B5-A393-57B181650B55}" dt="2026-01-18T20:41:36.273" v="2108" actId="1076"/>
          <ac:spMkLst>
            <pc:docMk/>
            <pc:sldMk cId="2357125419" sldId="290"/>
            <ac:spMk id="11" creationId="{00000000-0000-0000-0000-000000000000}"/>
          </ac:spMkLst>
        </pc:spChg>
        <pc:spChg chg="mod">
          <ac:chgData name="Avgi Stavrou" userId="dd16d0fc-f2bc-4903-959a-5212f7e12581" providerId="ADAL" clId="{1E03F269-CBA5-46B5-A393-57B181650B55}" dt="2026-01-18T20:41:36.273" v="2108" actId="1076"/>
          <ac:spMkLst>
            <pc:docMk/>
            <pc:sldMk cId="2357125419" sldId="290"/>
            <ac:spMk id="12" creationId="{00000000-0000-0000-0000-000000000000}"/>
          </ac:spMkLst>
        </pc:spChg>
        <pc:spChg chg="mod">
          <ac:chgData name="Avgi Stavrou" userId="dd16d0fc-f2bc-4903-959a-5212f7e12581" providerId="ADAL" clId="{1E03F269-CBA5-46B5-A393-57B181650B55}" dt="2026-01-18T20:41:36.273" v="2108" actId="1076"/>
          <ac:spMkLst>
            <pc:docMk/>
            <pc:sldMk cId="2357125419" sldId="290"/>
            <ac:spMk id="13" creationId="{00000000-0000-0000-0000-000000000000}"/>
          </ac:spMkLst>
        </pc:spChg>
        <pc:spChg chg="mod">
          <ac:chgData name="Avgi Stavrou" userId="dd16d0fc-f2bc-4903-959a-5212f7e12581" providerId="ADAL" clId="{1E03F269-CBA5-46B5-A393-57B181650B55}" dt="2026-01-18T20:41:36.273" v="2108" actId="1076"/>
          <ac:spMkLst>
            <pc:docMk/>
            <pc:sldMk cId="2357125419" sldId="290"/>
            <ac:spMk id="14" creationId="{00000000-0000-0000-0000-000000000000}"/>
          </ac:spMkLst>
        </pc:spChg>
        <pc:spChg chg="mod">
          <ac:chgData name="Avgi Stavrou" userId="dd16d0fc-f2bc-4903-959a-5212f7e12581" providerId="ADAL" clId="{1E03F269-CBA5-46B5-A393-57B181650B55}" dt="2026-01-18T20:41:36.273" v="2108" actId="1076"/>
          <ac:spMkLst>
            <pc:docMk/>
            <pc:sldMk cId="2357125419" sldId="290"/>
            <ac:spMk id="15" creationId="{00000000-0000-0000-0000-000000000000}"/>
          </ac:spMkLst>
        </pc:spChg>
        <pc:spChg chg="mod">
          <ac:chgData name="Avgi Stavrou" userId="dd16d0fc-f2bc-4903-959a-5212f7e12581" providerId="ADAL" clId="{1E03F269-CBA5-46B5-A393-57B181650B55}" dt="2026-01-18T20:41:43.774" v="2109" actId="1076"/>
          <ac:spMkLst>
            <pc:docMk/>
            <pc:sldMk cId="2357125419" sldId="290"/>
            <ac:spMk id="16" creationId="{00000000-0000-0000-0000-000000000000}"/>
          </ac:spMkLst>
        </pc:spChg>
        <pc:spChg chg="mod">
          <ac:chgData name="Avgi Stavrou" userId="dd16d0fc-f2bc-4903-959a-5212f7e12581" providerId="ADAL" clId="{1E03F269-CBA5-46B5-A393-57B181650B55}" dt="2026-01-18T20:41:07.796" v="2105" actId="403"/>
          <ac:spMkLst>
            <pc:docMk/>
            <pc:sldMk cId="2357125419" sldId="290"/>
            <ac:spMk id="18" creationId="{00000000-0000-0000-0000-000000000000}"/>
          </ac:spMkLst>
        </pc:spChg>
        <pc:spChg chg="mod">
          <ac:chgData name="Avgi Stavrou" userId="dd16d0fc-f2bc-4903-959a-5212f7e12581" providerId="ADAL" clId="{1E03F269-CBA5-46B5-A393-57B181650B55}" dt="2026-01-18T20:41:07.796" v="2105" actId="403"/>
          <ac:spMkLst>
            <pc:docMk/>
            <pc:sldMk cId="2357125419" sldId="290"/>
            <ac:spMk id="19" creationId="{00000000-0000-0000-0000-000000000000}"/>
          </ac:spMkLst>
        </pc:spChg>
        <pc:spChg chg="mod">
          <ac:chgData name="Avgi Stavrou" userId="dd16d0fc-f2bc-4903-959a-5212f7e12581" providerId="ADAL" clId="{1E03F269-CBA5-46B5-A393-57B181650B55}" dt="2026-01-18T20:40:54.360" v="2098" actId="403"/>
          <ac:spMkLst>
            <pc:docMk/>
            <pc:sldMk cId="2357125419" sldId="290"/>
            <ac:spMk id="20" creationId="{00000000-0000-0000-0000-000000000000}"/>
          </ac:spMkLst>
        </pc:spChg>
        <pc:spChg chg="mod">
          <ac:chgData name="Avgi Stavrou" userId="dd16d0fc-f2bc-4903-959a-5212f7e12581" providerId="ADAL" clId="{1E03F269-CBA5-46B5-A393-57B181650B55}" dt="2026-01-18T20:40:23.386" v="2090" actId="21"/>
          <ac:spMkLst>
            <pc:docMk/>
            <pc:sldMk cId="2357125419" sldId="290"/>
            <ac:spMk id="21" creationId="{00000000-0000-0000-0000-000000000000}"/>
          </ac:spMkLst>
        </pc:spChg>
        <pc:grpChg chg="mod">
          <ac:chgData name="Avgi Stavrou" userId="dd16d0fc-f2bc-4903-959a-5212f7e12581" providerId="ADAL" clId="{1E03F269-CBA5-46B5-A393-57B181650B55}" dt="2026-01-18T20:41:13.502" v="2106" actId="1076"/>
          <ac:grpSpMkLst>
            <pc:docMk/>
            <pc:sldMk cId="2357125419" sldId="290"/>
            <ac:grpSpMk id="22" creationId="{40154D11-F815-7FE7-58C8-53AA11F638B7}"/>
          </ac:grpSpMkLst>
        </pc:grpChg>
      </pc:sldChg>
      <pc:sldChg chg="addSp delSp modSp add mod modNotesTx">
        <pc:chgData name="Avgi Stavrou" userId="dd16d0fc-f2bc-4903-959a-5212f7e12581" providerId="ADAL" clId="{1E03F269-CBA5-46B5-A393-57B181650B55}" dt="2026-01-18T20:35:33.658" v="2035" actId="20577"/>
        <pc:sldMkLst>
          <pc:docMk/>
          <pc:sldMk cId="3869325668" sldId="291"/>
        </pc:sldMkLst>
        <pc:spChg chg="mod">
          <ac:chgData name="Avgi Stavrou" userId="dd16d0fc-f2bc-4903-959a-5212f7e12581" providerId="ADAL" clId="{1E03F269-CBA5-46B5-A393-57B181650B55}" dt="2026-01-18T20:32:44.798" v="2002" actId="403"/>
          <ac:spMkLst>
            <pc:docMk/>
            <pc:sldMk cId="3869325668" sldId="291"/>
            <ac:spMk id="7"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8"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9"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10"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11"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16" creationId="{00000000-0000-0000-0000-000000000000}"/>
          </ac:spMkLst>
        </pc:spChg>
        <pc:spChg chg="mod">
          <ac:chgData name="Avgi Stavrou" userId="dd16d0fc-f2bc-4903-959a-5212f7e12581" providerId="ADAL" clId="{1E03F269-CBA5-46B5-A393-57B181650B55}" dt="2026-01-18T20:34:29.323" v="2024" actId="1076"/>
          <ac:spMkLst>
            <pc:docMk/>
            <pc:sldMk cId="3869325668" sldId="291"/>
            <ac:spMk id="18"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21"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22"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23" creationId="{00000000-0000-0000-0000-000000000000}"/>
          </ac:spMkLst>
        </pc:spChg>
        <pc:spChg chg="mod">
          <ac:chgData name="Avgi Stavrou" userId="dd16d0fc-f2bc-4903-959a-5212f7e12581" providerId="ADAL" clId="{1E03F269-CBA5-46B5-A393-57B181650B55}" dt="2026-01-18T20:32:44.798" v="2002" actId="403"/>
          <ac:spMkLst>
            <pc:docMk/>
            <pc:sldMk cId="3869325668" sldId="291"/>
            <ac:spMk id="24" creationId="{00000000-0000-0000-0000-000000000000}"/>
          </ac:spMkLst>
        </pc:spChg>
        <pc:spChg chg="mod">
          <ac:chgData name="Avgi Stavrou" userId="dd16d0fc-f2bc-4903-959a-5212f7e12581" providerId="ADAL" clId="{1E03F269-CBA5-46B5-A393-57B181650B55}" dt="2026-01-18T20:34:54.476" v="2033" actId="14100"/>
          <ac:spMkLst>
            <pc:docMk/>
            <pc:sldMk cId="3869325668" sldId="291"/>
            <ac:spMk id="25" creationId="{00000000-0000-0000-0000-000000000000}"/>
          </ac:spMkLst>
        </pc:spChg>
        <pc:spChg chg="mod">
          <ac:chgData name="Avgi Stavrou" userId="dd16d0fc-f2bc-4903-959a-5212f7e12581" providerId="ADAL" clId="{1E03F269-CBA5-46B5-A393-57B181650B55}" dt="2026-01-18T20:31:41.247" v="1991" actId="21"/>
          <ac:spMkLst>
            <pc:docMk/>
            <pc:sldMk cId="3869325668" sldId="291"/>
            <ac:spMk id="26" creationId="{00000000-0000-0000-0000-000000000000}"/>
          </ac:spMkLst>
        </pc:spChg>
        <pc:grpChg chg="mod">
          <ac:chgData name="Avgi Stavrou" userId="dd16d0fc-f2bc-4903-959a-5212f7e12581" providerId="ADAL" clId="{1E03F269-CBA5-46B5-A393-57B181650B55}" dt="2026-01-18T20:33:51.659" v="2016" actId="1076"/>
          <ac:grpSpMkLst>
            <pc:docMk/>
            <pc:sldMk cId="3869325668" sldId="291"/>
            <ac:grpSpMk id="27" creationId="{788746C5-51B5-7539-9426-57AD39EF3CE2}"/>
          </ac:grpSpMkLst>
        </pc:grpChg>
        <pc:picChg chg="mod">
          <ac:chgData name="Avgi Stavrou" userId="dd16d0fc-f2bc-4903-959a-5212f7e12581" providerId="ADAL" clId="{1E03F269-CBA5-46B5-A393-57B181650B55}" dt="2026-01-18T20:34:03.673" v="2018" actId="14100"/>
          <ac:picMkLst>
            <pc:docMk/>
            <pc:sldMk cId="3869325668" sldId="291"/>
            <ac:picMk id="5" creationId="{00000000-0000-0000-0000-000000000000}"/>
          </ac:picMkLst>
        </pc:picChg>
        <pc:picChg chg="del mod">
          <ac:chgData name="Avgi Stavrou" userId="dd16d0fc-f2bc-4903-959a-5212f7e12581" providerId="ADAL" clId="{1E03F269-CBA5-46B5-A393-57B181650B55}" dt="2026-01-18T20:34:06.641" v="2019" actId="478"/>
          <ac:picMkLst>
            <pc:docMk/>
            <pc:sldMk cId="3869325668" sldId="291"/>
            <ac:picMk id="6" creationId="{00000000-0000-0000-0000-000000000000}"/>
          </ac:picMkLst>
        </pc:picChg>
        <pc:picChg chg="mod">
          <ac:chgData name="Avgi Stavrou" userId="dd16d0fc-f2bc-4903-959a-5212f7e12581" providerId="ADAL" clId="{1E03F269-CBA5-46B5-A393-57B181650B55}" dt="2026-01-18T20:33:54.092" v="2017" actId="1076"/>
          <ac:picMkLst>
            <pc:docMk/>
            <pc:sldMk cId="3869325668" sldId="291"/>
            <ac:picMk id="12" creationId="{00000000-0000-0000-0000-000000000000}"/>
          </ac:picMkLst>
        </pc:picChg>
        <pc:picChg chg="del">
          <ac:chgData name="Avgi Stavrou" userId="dd16d0fc-f2bc-4903-959a-5212f7e12581" providerId="ADAL" clId="{1E03F269-CBA5-46B5-A393-57B181650B55}" dt="2026-01-18T20:33:48.038" v="2015" actId="478"/>
          <ac:picMkLst>
            <pc:docMk/>
            <pc:sldMk cId="3869325668" sldId="291"/>
            <ac:picMk id="13" creationId="{00000000-0000-0000-0000-000000000000}"/>
          </ac:picMkLst>
        </pc:picChg>
        <pc:picChg chg="mod">
          <ac:chgData name="Avgi Stavrou" userId="dd16d0fc-f2bc-4903-959a-5212f7e12581" providerId="ADAL" clId="{1E03F269-CBA5-46B5-A393-57B181650B55}" dt="2026-01-18T20:34:34.607" v="2025" actId="1076"/>
          <ac:picMkLst>
            <pc:docMk/>
            <pc:sldMk cId="3869325668" sldId="291"/>
            <ac:picMk id="19" creationId="{00000000-0000-0000-0000-000000000000}"/>
          </ac:picMkLst>
        </pc:picChg>
        <pc:picChg chg="del">
          <ac:chgData name="Avgi Stavrou" userId="dd16d0fc-f2bc-4903-959a-5212f7e12581" providerId="ADAL" clId="{1E03F269-CBA5-46B5-A393-57B181650B55}" dt="2026-01-18T20:34:23.684" v="2023" actId="478"/>
          <ac:picMkLst>
            <pc:docMk/>
            <pc:sldMk cId="3869325668" sldId="291"/>
            <ac:picMk id="20" creationId="{00000000-0000-0000-0000-000000000000}"/>
          </ac:picMkLst>
        </pc:picChg>
      </pc:sldChg>
      <pc:sldChg chg="addSp modSp add mod">
        <pc:chgData name="Avgi Stavrou" userId="dd16d0fc-f2bc-4903-959a-5212f7e12581" providerId="ADAL" clId="{1E03F269-CBA5-46B5-A393-57B181650B55}" dt="2026-01-19T09:44:04.477" v="2688"/>
        <pc:sldMkLst>
          <pc:docMk/>
          <pc:sldMk cId="613726933" sldId="292"/>
        </pc:sldMkLst>
        <pc:spChg chg="mod">
          <ac:chgData name="Avgi Stavrou" userId="dd16d0fc-f2bc-4903-959a-5212f7e12581" providerId="ADAL" clId="{1E03F269-CBA5-46B5-A393-57B181650B55}" dt="2026-01-18T20:39:34.652" v="2081" actId="1076"/>
          <ac:spMkLst>
            <pc:docMk/>
            <pc:sldMk cId="613726933" sldId="292"/>
            <ac:spMk id="2" creationId="{00000000-0000-0000-0000-000000000000}"/>
          </ac:spMkLst>
        </pc:spChg>
        <pc:spChg chg="mod">
          <ac:chgData name="Avgi Stavrou" userId="dd16d0fc-f2bc-4903-959a-5212f7e12581" providerId="ADAL" clId="{1E03F269-CBA5-46B5-A393-57B181650B55}" dt="2026-01-18T20:39:38.874" v="2082" actId="1076"/>
          <ac:spMkLst>
            <pc:docMk/>
            <pc:sldMk cId="613726933" sldId="292"/>
            <ac:spMk id="3"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4"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5"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6"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7"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8"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9"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10" creationId="{00000000-0000-0000-0000-000000000000}"/>
          </ac:spMkLst>
        </pc:spChg>
        <pc:spChg chg="mod">
          <ac:chgData name="Avgi Stavrou" userId="dd16d0fc-f2bc-4903-959a-5212f7e12581" providerId="ADAL" clId="{1E03F269-CBA5-46B5-A393-57B181650B55}" dt="2026-01-19T09:44:04.477" v="2688"/>
          <ac:spMkLst>
            <pc:docMk/>
            <pc:sldMk cId="613726933" sldId="292"/>
            <ac:spMk id="11"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12" creationId="{00000000-0000-0000-0000-000000000000}"/>
          </ac:spMkLst>
        </pc:spChg>
        <pc:spChg chg="mod">
          <ac:chgData name="Avgi Stavrou" userId="dd16d0fc-f2bc-4903-959a-5212f7e12581" providerId="ADAL" clId="{1E03F269-CBA5-46B5-A393-57B181650B55}" dt="2026-01-18T20:39:56.540" v="2089" actId="255"/>
          <ac:spMkLst>
            <pc:docMk/>
            <pc:sldMk cId="613726933" sldId="292"/>
            <ac:spMk id="13" creationId="{00000000-0000-0000-0000-000000000000}"/>
          </ac:spMkLst>
        </pc:spChg>
        <pc:spChg chg="mod">
          <ac:chgData name="Avgi Stavrou" userId="dd16d0fc-f2bc-4903-959a-5212f7e12581" providerId="ADAL" clId="{1E03F269-CBA5-46B5-A393-57B181650B55}" dt="2026-01-18T20:39:02.737" v="2074" actId="21"/>
          <ac:spMkLst>
            <pc:docMk/>
            <pc:sldMk cId="613726933" sldId="292"/>
            <ac:spMk id="14" creationId="{00000000-0000-0000-0000-000000000000}"/>
          </ac:spMkLst>
        </pc:spChg>
        <pc:grpChg chg="mod">
          <ac:chgData name="Avgi Stavrou" userId="dd16d0fc-f2bc-4903-959a-5212f7e12581" providerId="ADAL" clId="{1E03F269-CBA5-46B5-A393-57B181650B55}" dt="2026-01-18T20:39:51.126" v="2088" actId="14100"/>
          <ac:grpSpMkLst>
            <pc:docMk/>
            <pc:sldMk cId="613726933" sldId="292"/>
            <ac:grpSpMk id="15" creationId="{D1FD6EF0-87F4-9262-A14E-8B15AD308842}"/>
          </ac:grpSpMkLst>
        </pc:grpChg>
      </pc:sldChg>
      <pc:sldChg chg="modSp add mod">
        <pc:chgData name="Avgi Stavrou" userId="dd16d0fc-f2bc-4903-959a-5212f7e12581" providerId="ADAL" clId="{1E03F269-CBA5-46B5-A393-57B181650B55}" dt="2026-01-18T20:45:40.022" v="2165" actId="404"/>
        <pc:sldMkLst>
          <pc:docMk/>
          <pc:sldMk cId="1018547707" sldId="293"/>
        </pc:sldMkLst>
        <pc:spChg chg="mod">
          <ac:chgData name="Avgi Stavrou" userId="dd16d0fc-f2bc-4903-959a-5212f7e12581" providerId="ADAL" clId="{1E03F269-CBA5-46B5-A393-57B181650B55}" dt="2026-01-18T20:44:30.855" v="2145" actId="1076"/>
          <ac:spMkLst>
            <pc:docMk/>
            <pc:sldMk cId="1018547707" sldId="293"/>
            <ac:spMk id="2" creationId="{00000000-0000-0000-0000-000000000000}"/>
          </ac:spMkLst>
        </pc:spChg>
        <pc:spChg chg="mod">
          <ac:chgData name="Avgi Stavrou" userId="dd16d0fc-f2bc-4903-959a-5212f7e12581" providerId="ADAL" clId="{1E03F269-CBA5-46B5-A393-57B181650B55}" dt="2026-01-18T20:44:44.152" v="2147" actId="1076"/>
          <ac:spMkLst>
            <pc:docMk/>
            <pc:sldMk cId="1018547707" sldId="293"/>
            <ac:spMk id="3" creationId="{00000000-0000-0000-0000-000000000000}"/>
          </ac:spMkLst>
        </pc:spChg>
        <pc:spChg chg="mod">
          <ac:chgData name="Avgi Stavrou" userId="dd16d0fc-f2bc-4903-959a-5212f7e12581" providerId="ADAL" clId="{1E03F269-CBA5-46B5-A393-57B181650B55}" dt="2026-01-18T20:44:52.946" v="2152" actId="1076"/>
          <ac:spMkLst>
            <pc:docMk/>
            <pc:sldMk cId="1018547707" sldId="293"/>
            <ac:spMk id="4" creationId="{00000000-0000-0000-0000-000000000000}"/>
          </ac:spMkLst>
        </pc:spChg>
        <pc:spChg chg="mod">
          <ac:chgData name="Avgi Stavrou" userId="dd16d0fc-f2bc-4903-959a-5212f7e12581" providerId="ADAL" clId="{1E03F269-CBA5-46B5-A393-57B181650B55}" dt="2026-01-18T20:45:07.823" v="2157" actId="2710"/>
          <ac:spMkLst>
            <pc:docMk/>
            <pc:sldMk cId="1018547707" sldId="293"/>
            <ac:spMk id="7" creationId="{00000000-0000-0000-0000-000000000000}"/>
          </ac:spMkLst>
        </pc:spChg>
        <pc:spChg chg="mod">
          <ac:chgData name="Avgi Stavrou" userId="dd16d0fc-f2bc-4903-959a-5212f7e12581" providerId="ADAL" clId="{1E03F269-CBA5-46B5-A393-57B181650B55}" dt="2026-01-18T20:45:19.939" v="2159" actId="255"/>
          <ac:spMkLst>
            <pc:docMk/>
            <pc:sldMk cId="1018547707" sldId="293"/>
            <ac:spMk id="10" creationId="{00000000-0000-0000-0000-000000000000}"/>
          </ac:spMkLst>
        </pc:spChg>
        <pc:spChg chg="mod">
          <ac:chgData name="Avgi Stavrou" userId="dd16d0fc-f2bc-4903-959a-5212f7e12581" providerId="ADAL" clId="{1E03F269-CBA5-46B5-A393-57B181650B55}" dt="2026-01-18T20:45:25.476" v="2160" actId="255"/>
          <ac:spMkLst>
            <pc:docMk/>
            <pc:sldMk cId="1018547707" sldId="293"/>
            <ac:spMk id="13" creationId="{00000000-0000-0000-0000-000000000000}"/>
          </ac:spMkLst>
        </pc:spChg>
        <pc:spChg chg="mod">
          <ac:chgData name="Avgi Stavrou" userId="dd16d0fc-f2bc-4903-959a-5212f7e12581" providerId="ADAL" clId="{1E03F269-CBA5-46B5-A393-57B181650B55}" dt="2026-01-18T20:45:40.022" v="2165" actId="404"/>
          <ac:spMkLst>
            <pc:docMk/>
            <pc:sldMk cId="1018547707" sldId="293"/>
            <ac:spMk id="14" creationId="{00000000-0000-0000-0000-000000000000}"/>
          </ac:spMkLst>
        </pc:spChg>
        <pc:spChg chg="mod">
          <ac:chgData name="Avgi Stavrou" userId="dd16d0fc-f2bc-4903-959a-5212f7e12581" providerId="ADAL" clId="{1E03F269-CBA5-46B5-A393-57B181650B55}" dt="2026-01-18T20:36:11.010" v="2036" actId="21"/>
          <ac:spMkLst>
            <pc:docMk/>
            <pc:sldMk cId="1018547707" sldId="293"/>
            <ac:spMk id="15" creationId="{00000000-0000-0000-0000-000000000000}"/>
          </ac:spMkLst>
        </pc:spChg>
      </pc:sldChg>
      <pc:sldChg chg="addSp delSp modSp add mod">
        <pc:chgData name="Avgi Stavrou" userId="dd16d0fc-f2bc-4903-959a-5212f7e12581" providerId="ADAL" clId="{1E03F269-CBA5-46B5-A393-57B181650B55}" dt="2026-01-19T09:44:50.628" v="2691" actId="1076"/>
        <pc:sldMkLst>
          <pc:docMk/>
          <pc:sldMk cId="2812204837" sldId="294"/>
        </pc:sldMkLst>
        <pc:spChg chg="mod">
          <ac:chgData name="Avgi Stavrou" userId="dd16d0fc-f2bc-4903-959a-5212f7e12581" providerId="ADAL" clId="{1E03F269-CBA5-46B5-A393-57B181650B55}" dt="2026-01-18T20:38:19.808" v="2063" actId="1076"/>
          <ac:spMkLst>
            <pc:docMk/>
            <pc:sldMk cId="2812204837" sldId="294"/>
            <ac:spMk id="2" creationId="{00000000-0000-0000-0000-000000000000}"/>
          </ac:spMkLst>
        </pc:spChg>
        <pc:spChg chg="mod">
          <ac:chgData name="Avgi Stavrou" userId="dd16d0fc-f2bc-4903-959a-5212f7e12581" providerId="ADAL" clId="{1E03F269-CBA5-46B5-A393-57B181650B55}" dt="2026-01-18T20:38:28.516" v="2064" actId="1076"/>
          <ac:spMkLst>
            <pc:docMk/>
            <pc:sldMk cId="2812204837" sldId="294"/>
            <ac:spMk id="3" creationId="{00000000-0000-0000-0000-000000000000}"/>
          </ac:spMkLst>
        </pc:spChg>
        <pc:spChg chg="del mod">
          <ac:chgData name="Avgi Stavrou" userId="dd16d0fc-f2bc-4903-959a-5212f7e12581" providerId="ADAL" clId="{1E03F269-CBA5-46B5-A393-57B181650B55}" dt="2026-01-19T09:44:44.365" v="2689" actId="478"/>
          <ac:spMkLst>
            <pc:docMk/>
            <pc:sldMk cId="2812204837" sldId="294"/>
            <ac:spMk id="4" creationId="{00000000-0000-0000-0000-000000000000}"/>
          </ac:spMkLst>
        </pc:spChg>
        <pc:spChg chg="del mod">
          <ac:chgData name="Avgi Stavrou" userId="dd16d0fc-f2bc-4903-959a-5212f7e12581" providerId="ADAL" clId="{1E03F269-CBA5-46B5-A393-57B181650B55}" dt="2026-01-19T09:44:46.127" v="2690" actId="478"/>
          <ac:spMkLst>
            <pc:docMk/>
            <pc:sldMk cId="2812204837" sldId="294"/>
            <ac:spMk id="5" creationId="{00000000-0000-0000-0000-000000000000}"/>
          </ac:spMkLst>
        </pc:spChg>
        <pc:spChg chg="mod">
          <ac:chgData name="Avgi Stavrou" userId="dd16d0fc-f2bc-4903-959a-5212f7e12581" providerId="ADAL" clId="{1E03F269-CBA5-46B5-A393-57B181650B55}" dt="2026-01-18T20:38:45.306" v="2073" actId="403"/>
          <ac:spMkLst>
            <pc:docMk/>
            <pc:sldMk cId="2812204837" sldId="294"/>
            <ac:spMk id="6" creationId="{00000000-0000-0000-0000-000000000000}"/>
          </ac:spMkLst>
        </pc:spChg>
        <pc:spChg chg="mod">
          <ac:chgData name="Avgi Stavrou" userId="dd16d0fc-f2bc-4903-959a-5212f7e12581" providerId="ADAL" clId="{1E03F269-CBA5-46B5-A393-57B181650B55}" dt="2026-01-18T20:38:45.306" v="2073" actId="403"/>
          <ac:spMkLst>
            <pc:docMk/>
            <pc:sldMk cId="2812204837" sldId="294"/>
            <ac:spMk id="7" creationId="{00000000-0000-0000-0000-000000000000}"/>
          </ac:spMkLst>
        </pc:spChg>
        <pc:spChg chg="mod">
          <ac:chgData name="Avgi Stavrou" userId="dd16d0fc-f2bc-4903-959a-5212f7e12581" providerId="ADAL" clId="{1E03F269-CBA5-46B5-A393-57B181650B55}" dt="2026-01-18T20:45:58.736" v="2166" actId="20577"/>
          <ac:spMkLst>
            <pc:docMk/>
            <pc:sldMk cId="2812204837" sldId="294"/>
            <ac:spMk id="8" creationId="{00000000-0000-0000-0000-000000000000}"/>
          </ac:spMkLst>
        </pc:spChg>
        <pc:spChg chg="mod">
          <ac:chgData name="Avgi Stavrou" userId="dd16d0fc-f2bc-4903-959a-5212f7e12581" providerId="ADAL" clId="{1E03F269-CBA5-46B5-A393-57B181650B55}" dt="2026-01-18T20:38:45.306" v="2073" actId="403"/>
          <ac:spMkLst>
            <pc:docMk/>
            <pc:sldMk cId="2812204837" sldId="294"/>
            <ac:spMk id="9" creationId="{00000000-0000-0000-0000-000000000000}"/>
          </ac:spMkLst>
        </pc:spChg>
        <pc:spChg chg="mod">
          <ac:chgData name="Avgi Stavrou" userId="dd16d0fc-f2bc-4903-959a-5212f7e12581" providerId="ADAL" clId="{1E03F269-CBA5-46B5-A393-57B181650B55}" dt="2026-01-18T20:38:45.306" v="2073" actId="403"/>
          <ac:spMkLst>
            <pc:docMk/>
            <pc:sldMk cId="2812204837" sldId="294"/>
            <ac:spMk id="10" creationId="{00000000-0000-0000-0000-000000000000}"/>
          </ac:spMkLst>
        </pc:spChg>
        <pc:spChg chg="mod">
          <ac:chgData name="Avgi Stavrou" userId="dd16d0fc-f2bc-4903-959a-5212f7e12581" providerId="ADAL" clId="{1E03F269-CBA5-46B5-A393-57B181650B55}" dt="2026-01-18T20:38:10.229" v="2059" actId="21"/>
          <ac:spMkLst>
            <pc:docMk/>
            <pc:sldMk cId="2812204837" sldId="294"/>
            <ac:spMk id="11" creationId="{00000000-0000-0000-0000-000000000000}"/>
          </ac:spMkLst>
        </pc:spChg>
        <pc:grpChg chg="add mod">
          <ac:chgData name="Avgi Stavrou" userId="dd16d0fc-f2bc-4903-959a-5212f7e12581" providerId="ADAL" clId="{1E03F269-CBA5-46B5-A393-57B181650B55}" dt="2026-01-19T09:44:50.628" v="2691" actId="1076"/>
          <ac:grpSpMkLst>
            <pc:docMk/>
            <pc:sldMk cId="2812204837" sldId="294"/>
            <ac:grpSpMk id="12" creationId="{694D3105-9896-7706-BE5C-2B8717581872}"/>
          </ac:grpSpMkLst>
        </pc:grpChg>
      </pc:sldChg>
      <pc:sldChg chg="addSp delSp modSp add mod">
        <pc:chgData name="Avgi Stavrou" userId="dd16d0fc-f2bc-4903-959a-5212f7e12581" providerId="ADAL" clId="{1E03F269-CBA5-46B5-A393-57B181650B55}" dt="2026-01-19T09:44:59.922" v="2693" actId="20577"/>
        <pc:sldMkLst>
          <pc:docMk/>
          <pc:sldMk cId="914594461" sldId="295"/>
        </pc:sldMkLst>
        <pc:spChg chg="mod">
          <ac:chgData name="Avgi Stavrou" userId="dd16d0fc-f2bc-4903-959a-5212f7e12581" providerId="ADAL" clId="{1E03F269-CBA5-46B5-A393-57B181650B55}" dt="2026-01-18T20:36:44.306" v="2040" actId="1076"/>
          <ac:spMkLst>
            <pc:docMk/>
            <pc:sldMk cId="914594461" sldId="295"/>
            <ac:spMk id="2" creationId="{00000000-0000-0000-0000-000000000000}"/>
          </ac:spMkLst>
        </pc:spChg>
        <pc:spChg chg="del">
          <ac:chgData name="Avgi Stavrou" userId="dd16d0fc-f2bc-4903-959a-5212f7e12581" providerId="ADAL" clId="{1E03F269-CBA5-46B5-A393-57B181650B55}" dt="2026-01-18T20:36:46.741" v="2041" actId="478"/>
          <ac:spMkLst>
            <pc:docMk/>
            <pc:sldMk cId="914594461" sldId="295"/>
            <ac:spMk id="3" creationId="{00000000-0000-0000-0000-000000000000}"/>
          </ac:spMkLst>
        </pc:spChg>
        <pc:spChg chg="mod">
          <ac:chgData name="Avgi Stavrou" userId="dd16d0fc-f2bc-4903-959a-5212f7e12581" providerId="ADAL" clId="{1E03F269-CBA5-46B5-A393-57B181650B55}" dt="2026-01-18T20:37:11.752" v="2050" actId="404"/>
          <ac:spMkLst>
            <pc:docMk/>
            <pc:sldMk cId="914594461" sldId="295"/>
            <ac:spMk id="4" creationId="{00000000-0000-0000-0000-000000000000}"/>
          </ac:spMkLst>
        </pc:spChg>
        <pc:spChg chg="mod">
          <ac:chgData name="Avgi Stavrou" userId="dd16d0fc-f2bc-4903-959a-5212f7e12581" providerId="ADAL" clId="{1E03F269-CBA5-46B5-A393-57B181650B55}" dt="2026-01-18T20:37:11.752" v="2050" actId="404"/>
          <ac:spMkLst>
            <pc:docMk/>
            <pc:sldMk cId="914594461" sldId="295"/>
            <ac:spMk id="6" creationId="{00000000-0000-0000-0000-000000000000}"/>
          </ac:spMkLst>
        </pc:spChg>
        <pc:spChg chg="mod">
          <ac:chgData name="Avgi Stavrou" userId="dd16d0fc-f2bc-4903-959a-5212f7e12581" providerId="ADAL" clId="{1E03F269-CBA5-46B5-A393-57B181650B55}" dt="2026-01-18T20:37:36.087" v="2053" actId="5793"/>
          <ac:spMkLst>
            <pc:docMk/>
            <pc:sldMk cId="914594461" sldId="295"/>
            <ac:spMk id="7" creationId="{00000000-0000-0000-0000-000000000000}"/>
          </ac:spMkLst>
        </pc:spChg>
        <pc:spChg chg="mod">
          <ac:chgData name="Avgi Stavrou" userId="dd16d0fc-f2bc-4903-959a-5212f7e12581" providerId="ADAL" clId="{1E03F269-CBA5-46B5-A393-57B181650B55}" dt="2026-01-18T20:37:40.001" v="2054" actId="5793"/>
          <ac:spMkLst>
            <pc:docMk/>
            <pc:sldMk cId="914594461" sldId="295"/>
            <ac:spMk id="8" creationId="{00000000-0000-0000-0000-000000000000}"/>
          </ac:spMkLst>
        </pc:spChg>
        <pc:spChg chg="mod">
          <ac:chgData name="Avgi Stavrou" userId="dd16d0fc-f2bc-4903-959a-5212f7e12581" providerId="ADAL" clId="{1E03F269-CBA5-46B5-A393-57B181650B55}" dt="2026-01-18T20:37:41.243" v="2055" actId="5793"/>
          <ac:spMkLst>
            <pc:docMk/>
            <pc:sldMk cId="914594461" sldId="295"/>
            <ac:spMk id="9" creationId="{00000000-0000-0000-0000-000000000000}"/>
          </ac:spMkLst>
        </pc:spChg>
        <pc:spChg chg="mod">
          <ac:chgData name="Avgi Stavrou" userId="dd16d0fc-f2bc-4903-959a-5212f7e12581" providerId="ADAL" clId="{1E03F269-CBA5-46B5-A393-57B181650B55}" dt="2026-01-18T20:37:42.255" v="2056" actId="5793"/>
          <ac:spMkLst>
            <pc:docMk/>
            <pc:sldMk cId="914594461" sldId="295"/>
            <ac:spMk id="10" creationId="{00000000-0000-0000-0000-000000000000}"/>
          </ac:spMkLst>
        </pc:spChg>
        <pc:spChg chg="mod">
          <ac:chgData name="Avgi Stavrou" userId="dd16d0fc-f2bc-4903-959a-5212f7e12581" providerId="ADAL" clId="{1E03F269-CBA5-46B5-A393-57B181650B55}" dt="2026-01-18T20:37:43.139" v="2057" actId="5793"/>
          <ac:spMkLst>
            <pc:docMk/>
            <pc:sldMk cId="914594461" sldId="295"/>
            <ac:spMk id="11" creationId="{00000000-0000-0000-0000-000000000000}"/>
          </ac:spMkLst>
        </pc:spChg>
        <pc:spChg chg="mod">
          <ac:chgData name="Avgi Stavrou" userId="dd16d0fc-f2bc-4903-959a-5212f7e12581" providerId="ADAL" clId="{1E03F269-CBA5-46B5-A393-57B181650B55}" dt="2026-01-18T20:37:44.170" v="2058" actId="5793"/>
          <ac:spMkLst>
            <pc:docMk/>
            <pc:sldMk cId="914594461" sldId="295"/>
            <ac:spMk id="12" creationId="{00000000-0000-0000-0000-000000000000}"/>
          </ac:spMkLst>
        </pc:spChg>
        <pc:spChg chg="mod">
          <ac:chgData name="Avgi Stavrou" userId="dd16d0fc-f2bc-4903-959a-5212f7e12581" providerId="ADAL" clId="{1E03F269-CBA5-46B5-A393-57B181650B55}" dt="2026-01-18T20:37:11.752" v="2050" actId="404"/>
          <ac:spMkLst>
            <pc:docMk/>
            <pc:sldMk cId="914594461" sldId="295"/>
            <ac:spMk id="13" creationId="{00000000-0000-0000-0000-000000000000}"/>
          </ac:spMkLst>
        </pc:spChg>
        <pc:spChg chg="mod">
          <ac:chgData name="Avgi Stavrou" userId="dd16d0fc-f2bc-4903-959a-5212f7e12581" providerId="ADAL" clId="{1E03F269-CBA5-46B5-A393-57B181650B55}" dt="2026-01-19T09:44:59.922" v="2693" actId="20577"/>
          <ac:spMkLst>
            <pc:docMk/>
            <pc:sldMk cId="914594461" sldId="295"/>
            <ac:spMk id="14" creationId="{00000000-0000-0000-0000-000000000000}"/>
          </ac:spMkLst>
        </pc:spChg>
        <pc:spChg chg="mod">
          <ac:chgData name="Avgi Stavrou" userId="dd16d0fc-f2bc-4903-959a-5212f7e12581" providerId="ADAL" clId="{1E03F269-CBA5-46B5-A393-57B181650B55}" dt="2026-01-18T20:37:11.752" v="2050" actId="404"/>
          <ac:spMkLst>
            <pc:docMk/>
            <pc:sldMk cId="914594461" sldId="295"/>
            <ac:spMk id="15" creationId="{00000000-0000-0000-0000-000000000000}"/>
          </ac:spMkLst>
        </pc:spChg>
        <pc:spChg chg="mod">
          <ac:chgData name="Avgi Stavrou" userId="dd16d0fc-f2bc-4903-959a-5212f7e12581" providerId="ADAL" clId="{1E03F269-CBA5-46B5-A393-57B181650B55}" dt="2026-01-18T20:37:11.752" v="2050" actId="404"/>
          <ac:spMkLst>
            <pc:docMk/>
            <pc:sldMk cId="914594461" sldId="295"/>
            <ac:spMk id="16" creationId="{00000000-0000-0000-0000-000000000000}"/>
          </ac:spMkLst>
        </pc:spChg>
        <pc:spChg chg="mod">
          <ac:chgData name="Avgi Stavrou" userId="dd16d0fc-f2bc-4903-959a-5212f7e12581" providerId="ADAL" clId="{1E03F269-CBA5-46B5-A393-57B181650B55}" dt="2026-01-18T20:36:26.416" v="2038" actId="21"/>
          <ac:spMkLst>
            <pc:docMk/>
            <pc:sldMk cId="914594461" sldId="295"/>
            <ac:spMk id="17" creationId="{00000000-0000-0000-0000-000000000000}"/>
          </ac:spMkLst>
        </pc:spChg>
        <pc:grpChg chg="mod">
          <ac:chgData name="Avgi Stavrou" userId="dd16d0fc-f2bc-4903-959a-5212f7e12581" providerId="ADAL" clId="{1E03F269-CBA5-46B5-A393-57B181650B55}" dt="2026-01-18T20:37:18.539" v="2051" actId="14100"/>
          <ac:grpSpMkLst>
            <pc:docMk/>
            <pc:sldMk cId="914594461" sldId="295"/>
            <ac:grpSpMk id="18" creationId="{82CA9CCC-267B-0283-07A1-03A5207903E0}"/>
          </ac:grpSpMkLst>
        </pc:grpChg>
      </pc:sldChg>
      <pc:sldChg chg="addSp delSp modSp new mod">
        <pc:chgData name="Avgi Stavrou" userId="dd16d0fc-f2bc-4903-959a-5212f7e12581" providerId="ADAL" clId="{1E03F269-CBA5-46B5-A393-57B181650B55}" dt="2026-01-19T12:07:43.863" v="2737" actId="20577"/>
        <pc:sldMkLst>
          <pc:docMk/>
          <pc:sldMk cId="2713466214" sldId="296"/>
        </pc:sldMkLst>
        <pc:spChg chg="add mod">
          <ac:chgData name="Avgi Stavrou" userId="dd16d0fc-f2bc-4903-959a-5212f7e12581" providerId="ADAL" clId="{1E03F269-CBA5-46B5-A393-57B181650B55}" dt="2026-01-19T08:53:14.670" v="2281" actId="1076"/>
          <ac:spMkLst>
            <pc:docMk/>
            <pc:sldMk cId="2713466214" sldId="296"/>
            <ac:spMk id="2" creationId="{83151673-64E9-BAC5-E19D-9532650CB4DB}"/>
          </ac:spMkLst>
        </pc:spChg>
        <pc:spChg chg="add del mod">
          <ac:chgData name="Avgi Stavrou" userId="dd16d0fc-f2bc-4903-959a-5212f7e12581" providerId="ADAL" clId="{1E03F269-CBA5-46B5-A393-57B181650B55}" dt="2026-01-19T08:53:17.385" v="2282" actId="478"/>
          <ac:spMkLst>
            <pc:docMk/>
            <pc:sldMk cId="2713466214" sldId="296"/>
            <ac:spMk id="3" creationId="{2FC49AF3-1FBE-05DB-4771-030902C336F2}"/>
          </ac:spMkLst>
        </pc:spChg>
        <pc:spChg chg="add mod">
          <ac:chgData name="Avgi Stavrou" userId="dd16d0fc-f2bc-4903-959a-5212f7e12581" providerId="ADAL" clId="{1E03F269-CBA5-46B5-A393-57B181650B55}" dt="2026-01-19T12:07:43.863" v="2737" actId="20577"/>
          <ac:spMkLst>
            <pc:docMk/>
            <pc:sldMk cId="2713466214" sldId="296"/>
            <ac:spMk id="3" creationId="{90CD00B1-A9FB-B7F4-DC4B-6575409E5214}"/>
          </ac:spMkLst>
        </pc:spChg>
        <pc:picChg chg="add mod">
          <ac:chgData name="Avgi Stavrou" userId="dd16d0fc-f2bc-4903-959a-5212f7e12581" providerId="ADAL" clId="{1E03F269-CBA5-46B5-A393-57B181650B55}" dt="2026-01-19T08:53:58.588" v="2289" actId="1076"/>
          <ac:picMkLst>
            <pc:docMk/>
            <pc:sldMk cId="2713466214" sldId="296"/>
            <ac:picMk id="5" creationId="{1B551734-A89B-0353-D6DC-FCD5D0C05555}"/>
          </ac:picMkLst>
        </pc:picChg>
      </pc:sldChg>
      <pc:sldChg chg="add del">
        <pc:chgData name="Avgi Stavrou" userId="dd16d0fc-f2bc-4903-959a-5212f7e12581" providerId="ADAL" clId="{1E03F269-CBA5-46B5-A393-57B181650B55}" dt="2026-01-18T20:37:26.288" v="2052" actId="2696"/>
        <pc:sldMkLst>
          <pc:docMk/>
          <pc:sldMk cId="3993631750" sldId="296"/>
        </pc:sldMkLst>
      </pc:sldChg>
      <pc:sldChg chg="addSp modSp new mod">
        <pc:chgData name="Avgi Stavrou" userId="dd16d0fc-f2bc-4903-959a-5212f7e12581" providerId="ADAL" clId="{1E03F269-CBA5-46B5-A393-57B181650B55}" dt="2026-01-19T08:58:54.185" v="2308" actId="2711"/>
        <pc:sldMkLst>
          <pc:docMk/>
          <pc:sldMk cId="3909566267" sldId="297"/>
        </pc:sldMkLst>
        <pc:spChg chg="add mod">
          <ac:chgData name="Avgi Stavrou" userId="dd16d0fc-f2bc-4903-959a-5212f7e12581" providerId="ADAL" clId="{1E03F269-CBA5-46B5-A393-57B181650B55}" dt="2026-01-19T08:58:54.185" v="2308" actId="2711"/>
          <ac:spMkLst>
            <pc:docMk/>
            <pc:sldMk cId="3909566267" sldId="297"/>
            <ac:spMk id="2" creationId="{FA5E4E36-4CA2-3DC3-AB1D-F2BB35BF41D1}"/>
          </ac:spMkLst>
        </pc:spChg>
      </pc:sldChg>
      <pc:sldChg chg="addSp modSp new mod">
        <pc:chgData name="Avgi Stavrou" userId="dd16d0fc-f2bc-4903-959a-5212f7e12581" providerId="ADAL" clId="{1E03F269-CBA5-46B5-A393-57B181650B55}" dt="2026-01-19T09:07:59.975" v="2341" actId="1076"/>
        <pc:sldMkLst>
          <pc:docMk/>
          <pc:sldMk cId="3838870730" sldId="298"/>
        </pc:sldMkLst>
        <pc:spChg chg="add mod">
          <ac:chgData name="Avgi Stavrou" userId="dd16d0fc-f2bc-4903-959a-5212f7e12581" providerId="ADAL" clId="{1E03F269-CBA5-46B5-A393-57B181650B55}" dt="2026-01-19T09:07:59.975" v="2341" actId="1076"/>
          <ac:spMkLst>
            <pc:docMk/>
            <pc:sldMk cId="3838870730" sldId="298"/>
            <ac:spMk id="2" creationId="{8BA6E39F-D248-875A-E2B4-C7DD54824292}"/>
          </ac:spMkLst>
        </pc:spChg>
      </pc:sldChg>
      <pc:sldChg chg="addSp modSp new mod">
        <pc:chgData name="Avgi Stavrou" userId="dd16d0fc-f2bc-4903-959a-5212f7e12581" providerId="ADAL" clId="{1E03F269-CBA5-46B5-A393-57B181650B55}" dt="2026-01-19T09:19:38.664" v="2443" actId="1076"/>
        <pc:sldMkLst>
          <pc:docMk/>
          <pc:sldMk cId="1485832492" sldId="299"/>
        </pc:sldMkLst>
        <pc:spChg chg="add mod">
          <ac:chgData name="Avgi Stavrou" userId="dd16d0fc-f2bc-4903-959a-5212f7e12581" providerId="ADAL" clId="{1E03F269-CBA5-46B5-A393-57B181650B55}" dt="2026-01-19T09:19:38.664" v="2443" actId="1076"/>
          <ac:spMkLst>
            <pc:docMk/>
            <pc:sldMk cId="1485832492" sldId="299"/>
            <ac:spMk id="2" creationId="{1248C162-9154-B6D1-B87E-EF060D06DABE}"/>
          </ac:spMkLst>
        </pc:spChg>
      </pc:sldChg>
      <pc:sldChg chg="addSp modSp new mod">
        <pc:chgData name="Avgi Stavrou" userId="dd16d0fc-f2bc-4903-959a-5212f7e12581" providerId="ADAL" clId="{1E03F269-CBA5-46B5-A393-57B181650B55}" dt="2026-01-19T09:24:13.561" v="2496" actId="6549"/>
        <pc:sldMkLst>
          <pc:docMk/>
          <pc:sldMk cId="116169228" sldId="300"/>
        </pc:sldMkLst>
        <pc:spChg chg="add mod">
          <ac:chgData name="Avgi Stavrou" userId="dd16d0fc-f2bc-4903-959a-5212f7e12581" providerId="ADAL" clId="{1E03F269-CBA5-46B5-A393-57B181650B55}" dt="2026-01-19T09:24:13.561" v="2496" actId="6549"/>
          <ac:spMkLst>
            <pc:docMk/>
            <pc:sldMk cId="116169228" sldId="300"/>
            <ac:spMk id="2" creationId="{A9E27C92-F9BF-1134-748D-4440AC4AFA04}"/>
          </ac:spMkLst>
        </pc:spChg>
      </pc:sldChg>
      <pc:sldChg chg="addSp delSp modSp new mod modAnim modNotesTx">
        <pc:chgData name="Avgi Stavrou" userId="dd16d0fc-f2bc-4903-959a-5212f7e12581" providerId="ADAL" clId="{1E03F269-CBA5-46B5-A393-57B181650B55}" dt="2026-01-19T09:37:30.279" v="2585" actId="14100"/>
        <pc:sldMkLst>
          <pc:docMk/>
          <pc:sldMk cId="1912137195" sldId="301"/>
        </pc:sldMkLst>
        <pc:spChg chg="add del mod">
          <ac:chgData name="Avgi Stavrou" userId="dd16d0fc-f2bc-4903-959a-5212f7e12581" providerId="ADAL" clId="{1E03F269-CBA5-46B5-A393-57B181650B55}" dt="2026-01-19T09:37:01.229" v="2577" actId="21"/>
          <ac:spMkLst>
            <pc:docMk/>
            <pc:sldMk cId="1912137195" sldId="301"/>
            <ac:spMk id="2" creationId="{205342DA-244E-33D4-0A81-87121EBC3C08}"/>
          </ac:spMkLst>
        </pc:spChg>
        <pc:spChg chg="add del mod">
          <ac:chgData name="Avgi Stavrou" userId="dd16d0fc-f2bc-4903-959a-5212f7e12581" providerId="ADAL" clId="{1E03F269-CBA5-46B5-A393-57B181650B55}" dt="2026-01-19T09:33:43.770" v="2523"/>
          <ac:spMkLst>
            <pc:docMk/>
            <pc:sldMk cId="1912137195" sldId="301"/>
            <ac:spMk id="3" creationId="{BC7D98E0-D738-BC2C-2FFA-F51ECB35C7A9}"/>
          </ac:spMkLst>
        </pc:spChg>
        <pc:spChg chg="add mod">
          <ac:chgData name="Avgi Stavrou" userId="dd16d0fc-f2bc-4903-959a-5212f7e12581" providerId="ADAL" clId="{1E03F269-CBA5-46B5-A393-57B181650B55}" dt="2026-01-19T09:34:17.882" v="2535" actId="1076"/>
          <ac:spMkLst>
            <pc:docMk/>
            <pc:sldMk cId="1912137195" sldId="301"/>
            <ac:spMk id="4" creationId="{85C07638-2B17-8966-21A6-E0EB95A72B75}"/>
          </ac:spMkLst>
        </pc:spChg>
        <pc:spChg chg="add del mod">
          <ac:chgData name="Avgi Stavrou" userId="dd16d0fc-f2bc-4903-959a-5212f7e12581" providerId="ADAL" clId="{1E03F269-CBA5-46B5-A393-57B181650B55}" dt="2026-01-19T09:34:57.996" v="2553" actId="21"/>
          <ac:spMkLst>
            <pc:docMk/>
            <pc:sldMk cId="1912137195" sldId="301"/>
            <ac:spMk id="5" creationId="{AE99A82C-29EC-EDC5-4850-CF74E30DC6DA}"/>
          </ac:spMkLst>
        </pc:spChg>
        <pc:spChg chg="add mod">
          <ac:chgData name="Avgi Stavrou" userId="dd16d0fc-f2bc-4903-959a-5212f7e12581" providerId="ADAL" clId="{1E03F269-CBA5-46B5-A393-57B181650B55}" dt="2026-01-19T09:35:45.265" v="2561" actId="1076"/>
          <ac:spMkLst>
            <pc:docMk/>
            <pc:sldMk cId="1912137195" sldId="301"/>
            <ac:spMk id="6" creationId="{AE99A82C-29EC-EDC5-4850-CF74E30DC6DA}"/>
          </ac:spMkLst>
        </pc:spChg>
        <pc:spChg chg="add mod">
          <ac:chgData name="Avgi Stavrou" userId="dd16d0fc-f2bc-4903-959a-5212f7e12581" providerId="ADAL" clId="{1E03F269-CBA5-46B5-A393-57B181650B55}" dt="2026-01-19T09:37:30.279" v="2585" actId="14100"/>
          <ac:spMkLst>
            <pc:docMk/>
            <pc:sldMk cId="1912137195" sldId="301"/>
            <ac:spMk id="7" creationId="{86850854-C699-EC54-09D1-3C6B195368EA}"/>
          </ac:spMkLst>
        </pc:spChg>
      </pc:sldChg>
      <pc:sldChg chg="addSp delSp modSp new mod modAnim modNotesTx">
        <pc:chgData name="Avgi Stavrou" userId="dd16d0fc-f2bc-4903-959a-5212f7e12581" providerId="ADAL" clId="{1E03F269-CBA5-46B5-A393-57B181650B55}" dt="2026-01-19T09:40:14.103" v="2629" actId="1076"/>
        <pc:sldMkLst>
          <pc:docMk/>
          <pc:sldMk cId="2252690400" sldId="302"/>
        </pc:sldMkLst>
        <pc:spChg chg="add mod">
          <ac:chgData name="Avgi Stavrou" userId="dd16d0fc-f2bc-4903-959a-5212f7e12581" providerId="ADAL" clId="{1E03F269-CBA5-46B5-A393-57B181650B55}" dt="2026-01-19T09:40:07.495" v="2628" actId="6549"/>
          <ac:spMkLst>
            <pc:docMk/>
            <pc:sldMk cId="2252690400" sldId="302"/>
            <ac:spMk id="2" creationId="{205342DA-244E-33D4-0A81-87121EBC3C08}"/>
          </ac:spMkLst>
        </pc:spChg>
        <pc:spChg chg="add mod">
          <ac:chgData name="Avgi Stavrou" userId="dd16d0fc-f2bc-4903-959a-5212f7e12581" providerId="ADAL" clId="{1E03F269-CBA5-46B5-A393-57B181650B55}" dt="2026-01-19T09:37:34.670" v="2586"/>
          <ac:spMkLst>
            <pc:docMk/>
            <pc:sldMk cId="2252690400" sldId="302"/>
            <ac:spMk id="3" creationId="{269B21A1-239C-E850-5247-AD8A4B9453B8}"/>
          </ac:spMkLst>
        </pc:spChg>
        <pc:spChg chg="add mod">
          <ac:chgData name="Avgi Stavrou" userId="dd16d0fc-f2bc-4903-959a-5212f7e12581" providerId="ADAL" clId="{1E03F269-CBA5-46B5-A393-57B181650B55}" dt="2026-01-19T09:38:42.294" v="2603" actId="20577"/>
          <ac:spMkLst>
            <pc:docMk/>
            <pc:sldMk cId="2252690400" sldId="302"/>
            <ac:spMk id="4" creationId="{797B19BE-D6C7-1EC5-205E-7415D41F553B}"/>
          </ac:spMkLst>
        </pc:spChg>
        <pc:spChg chg="add del mod">
          <ac:chgData name="Avgi Stavrou" userId="dd16d0fc-f2bc-4903-959a-5212f7e12581" providerId="ADAL" clId="{1E03F269-CBA5-46B5-A393-57B181650B55}" dt="2026-01-19T09:35:40.875" v="2559" actId="21"/>
          <ac:spMkLst>
            <pc:docMk/>
            <pc:sldMk cId="2252690400" sldId="302"/>
            <ac:spMk id="5" creationId="{AE99A82C-29EC-EDC5-4850-CF74E30DC6DA}"/>
          </ac:spMkLst>
        </pc:spChg>
        <pc:spChg chg="add mod">
          <ac:chgData name="Avgi Stavrou" userId="dd16d0fc-f2bc-4903-959a-5212f7e12581" providerId="ADAL" clId="{1E03F269-CBA5-46B5-A393-57B181650B55}" dt="2026-01-19T09:40:14.103" v="2629" actId="1076"/>
          <ac:spMkLst>
            <pc:docMk/>
            <pc:sldMk cId="2252690400" sldId="302"/>
            <ac:spMk id="6" creationId="{D91B5B85-9A6A-BB6C-2797-47F44AE79189}"/>
          </ac:spMkLst>
        </pc:spChg>
        <pc:spChg chg="add mod">
          <ac:chgData name="Avgi Stavrou" userId="dd16d0fc-f2bc-4903-959a-5212f7e12581" providerId="ADAL" clId="{1E03F269-CBA5-46B5-A393-57B181650B55}" dt="2026-01-19T09:39:55.290" v="2622" actId="20577"/>
          <ac:spMkLst>
            <pc:docMk/>
            <pc:sldMk cId="2252690400" sldId="302"/>
            <ac:spMk id="7" creationId="{C6F4F381-0E8A-2E20-70ED-F0190F90FE24}"/>
          </ac:spMkLst>
        </pc:spChg>
      </pc:sldChg>
      <pc:sldChg chg="new del">
        <pc:chgData name="Avgi Stavrou" userId="dd16d0fc-f2bc-4903-959a-5212f7e12581" providerId="ADAL" clId="{1E03F269-CBA5-46B5-A393-57B181650B55}" dt="2026-01-19T09:43:03.376" v="2678" actId="47"/>
        <pc:sldMkLst>
          <pc:docMk/>
          <pc:sldMk cId="4214366317" sldId="303"/>
        </pc:sldMkLst>
      </pc:sldChg>
      <pc:sldChg chg="new del">
        <pc:chgData name="Avgi Stavrou" userId="dd16d0fc-f2bc-4903-959a-5212f7e12581" providerId="ADAL" clId="{1E03F269-CBA5-46B5-A393-57B181650B55}" dt="2026-01-19T09:43:04.590" v="2679" actId="47"/>
        <pc:sldMkLst>
          <pc:docMk/>
          <pc:sldMk cId="2019140416" sldId="304"/>
        </pc:sldMkLst>
      </pc:sldChg>
      <pc:sldChg chg="new del">
        <pc:chgData name="Avgi Stavrou" userId="dd16d0fc-f2bc-4903-959a-5212f7e12581" providerId="ADAL" clId="{1E03F269-CBA5-46B5-A393-57B181650B55}" dt="2026-01-19T09:43:05.714" v="2680" actId="47"/>
        <pc:sldMkLst>
          <pc:docMk/>
          <pc:sldMk cId="2493134215" sldId="305"/>
        </pc:sldMkLst>
      </pc:sldChg>
      <pc:sldChg chg="new del">
        <pc:chgData name="Avgi Stavrou" userId="dd16d0fc-f2bc-4903-959a-5212f7e12581" providerId="ADAL" clId="{1E03F269-CBA5-46B5-A393-57B181650B55}" dt="2026-01-19T09:43:06.789" v="2681" actId="47"/>
        <pc:sldMkLst>
          <pc:docMk/>
          <pc:sldMk cId="2887784501" sldId="306"/>
        </pc:sldMkLst>
      </pc:sldChg>
      <pc:sldChg chg="new del">
        <pc:chgData name="Avgi Stavrou" userId="dd16d0fc-f2bc-4903-959a-5212f7e12581" providerId="ADAL" clId="{1E03F269-CBA5-46B5-A393-57B181650B55}" dt="2026-01-19T09:43:07.875" v="2682" actId="47"/>
        <pc:sldMkLst>
          <pc:docMk/>
          <pc:sldMk cId="2282780" sldId="307"/>
        </pc:sldMkLst>
      </pc:sldChg>
      <pc:sldChg chg="new del">
        <pc:chgData name="Avgi Stavrou" userId="dd16d0fc-f2bc-4903-959a-5212f7e12581" providerId="ADAL" clId="{1E03F269-CBA5-46B5-A393-57B181650B55}" dt="2026-01-19T09:43:08.932" v="2683" actId="47"/>
        <pc:sldMkLst>
          <pc:docMk/>
          <pc:sldMk cId="2174190581" sldId="308"/>
        </pc:sldMkLst>
      </pc:sldChg>
      <pc:sldChg chg="new del">
        <pc:chgData name="Avgi Stavrou" userId="dd16d0fc-f2bc-4903-959a-5212f7e12581" providerId="ADAL" clId="{1E03F269-CBA5-46B5-A393-57B181650B55}" dt="2026-01-19T09:43:09.941" v="2684" actId="47"/>
        <pc:sldMkLst>
          <pc:docMk/>
          <pc:sldMk cId="1485823867" sldId="309"/>
        </pc:sldMkLst>
      </pc:sldChg>
      <pc:sldChg chg="new del">
        <pc:chgData name="Avgi Stavrou" userId="dd16d0fc-f2bc-4903-959a-5212f7e12581" providerId="ADAL" clId="{1E03F269-CBA5-46B5-A393-57B181650B55}" dt="2026-01-19T09:43:11.077" v="2685" actId="47"/>
        <pc:sldMkLst>
          <pc:docMk/>
          <pc:sldMk cId="637636567" sldId="310"/>
        </pc:sldMkLst>
      </pc:sldChg>
      <pc:sldChg chg="addSp delSp modSp add mod modAnim modNotesTx">
        <pc:chgData name="Avgi Stavrou" userId="dd16d0fc-f2bc-4903-959a-5212f7e12581" providerId="ADAL" clId="{1E03F269-CBA5-46B5-A393-57B181650B55}" dt="2026-01-19T09:42:55.508" v="2677" actId="478"/>
        <pc:sldMkLst>
          <pc:docMk/>
          <pc:sldMk cId="1697920183" sldId="311"/>
        </pc:sldMkLst>
        <pc:spChg chg="del mod">
          <ac:chgData name="Avgi Stavrou" userId="dd16d0fc-f2bc-4903-959a-5212f7e12581" providerId="ADAL" clId="{1E03F269-CBA5-46B5-A393-57B181650B55}" dt="2026-01-19T09:42:55.508" v="2677" actId="478"/>
          <ac:spMkLst>
            <pc:docMk/>
            <pc:sldMk cId="1697920183" sldId="311"/>
            <ac:spMk id="2" creationId="{363D1F05-6170-80FA-2AD0-FB8CCC266F45}"/>
          </ac:spMkLst>
        </pc:spChg>
        <pc:spChg chg="add mod">
          <ac:chgData name="Avgi Stavrou" userId="dd16d0fc-f2bc-4903-959a-5212f7e12581" providerId="ADAL" clId="{1E03F269-CBA5-46B5-A393-57B181650B55}" dt="2026-01-19T09:42:41.371" v="2674" actId="6549"/>
          <ac:spMkLst>
            <pc:docMk/>
            <pc:sldMk cId="1697920183" sldId="311"/>
            <ac:spMk id="3" creationId="{A8227F27-95A6-E53A-3C5C-C2C2A5F7400E}"/>
          </ac:spMkLst>
        </pc:spChg>
        <pc:spChg chg="mod">
          <ac:chgData name="Avgi Stavrou" userId="dd16d0fc-f2bc-4903-959a-5212f7e12581" providerId="ADAL" clId="{1E03F269-CBA5-46B5-A393-57B181650B55}" dt="2026-01-19T09:41:22.739" v="2648" actId="1076"/>
          <ac:spMkLst>
            <pc:docMk/>
            <pc:sldMk cId="1697920183" sldId="311"/>
            <ac:spMk id="4" creationId="{B04A902F-B6AB-B0AA-87C3-9A06847833CA}"/>
          </ac:spMkLst>
        </pc:spChg>
        <pc:spChg chg="mod">
          <ac:chgData name="Avgi Stavrou" userId="dd16d0fc-f2bc-4903-959a-5212f7e12581" providerId="ADAL" clId="{1E03F269-CBA5-46B5-A393-57B181650B55}" dt="2026-01-19T09:41:53.399" v="2657"/>
          <ac:spMkLst>
            <pc:docMk/>
            <pc:sldMk cId="1697920183" sldId="311"/>
            <ac:spMk id="6" creationId="{50BE293F-36BA-FDAC-05F3-44DDA3FFAEB5}"/>
          </ac:spMkLst>
        </pc:spChg>
        <pc:spChg chg="mod">
          <ac:chgData name="Avgi Stavrou" userId="dd16d0fc-f2bc-4903-959a-5212f7e12581" providerId="ADAL" clId="{1E03F269-CBA5-46B5-A393-57B181650B55}" dt="2026-01-19T09:42:20.988" v="2667"/>
          <ac:spMkLst>
            <pc:docMk/>
            <pc:sldMk cId="1697920183" sldId="311"/>
            <ac:spMk id="7" creationId="{23EF3E6A-9014-BE58-FEC5-4F2AEF71C2B2}"/>
          </ac:spMkLst>
        </pc:spChg>
      </pc:sldChg>
      <pc:sldMasterChg chg="addSldLayout">
        <pc:chgData name="Avgi Stavrou" userId="dd16d0fc-f2bc-4903-959a-5212f7e12581" providerId="ADAL" clId="{1E03F269-CBA5-46B5-A393-57B181650B55}" dt="2026-01-18T18:37:45.887" v="120" actId="27028"/>
        <pc:sldMasterMkLst>
          <pc:docMk/>
          <pc:sldMasterMk cId="0" sldId="2147483648"/>
        </pc:sldMasterMkLst>
        <pc:sldLayoutChg chg="add">
          <pc:chgData name="Avgi Stavrou" userId="dd16d0fc-f2bc-4903-959a-5212f7e12581" providerId="ADAL" clId="{1E03F269-CBA5-46B5-A393-57B181650B55}" dt="2026-01-18T18:37:45.887" v="120" actId="27028"/>
          <pc:sldLayoutMkLst>
            <pc:docMk/>
            <pc:sldMasterMk cId="0" sldId="2147483648"/>
            <pc:sldLayoutMk cId="0" sldId="214748367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378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Welcome back to Day 2! Yesterday you learned AUTOMAT for functional tasks. Today we go deeper - mastering context (the foundation of all good prompts) and learning CO-STAR framework for strategic communication. Today is highly interactive with lots of live demos and group activities. Let's dive in!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Before we start, let's check in. Show of hands - who tried AUTOMAT since yesterday? Great! What was your biggest "aha" moment from Day 1? Let's hear from 2-3 people quickly. Any questions from yesterday we should address before moving forward?</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**Group Share-Out:** 2-3 volunteers share their Day 1 insights or attempts (3 minutes total)</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&gt; Quick recap: Day 1 gave you AUTOMAT - your systematic method for functional tasks. Seven components ensuring first-shot success. We practiced conversational learning - asking "why" to build expertise. And we established IP protection via Red List. Today builds on this foundation by mastering context - the single most important factor in prompt quality.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&gt; Here's our agenda. We start with context - the foundation of everything. Lots of live demos showing how context transforms outputs. Then CO-STAR framework for strategic communication - you'll build prompts in groups. Finally, we make hallucination detection fun with a competitive challenge. Lots of hands-on practice today. Questions on the schedule?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Concrete objectives for today. You'll understand context at a deep level - not just "it matters" but HOW it matters. You'll master CO-STAR and know when to use it vs AUTOMAT. And you'll develop systematic hallucination detection skills. Most importantly, you'll practice extensively in groups. Let's get started!</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Part 1: Context Deep Dive. Context is THE most important factor determining prompt quality. More than framework choice, more than model selection. Get context right, and everything else becomes easier. Let's see why.</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LLMs navigate vast embedding spaces - think massive library with no catalogue. Vague description = random wandering. Precise description = direct navigation to relevant information. This is why two people using same AI tool get wildly different quality - it's not the tool, it's the context they provide.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**Think-Pair-Share:** "Turn to person next to you. Share one time you got poor AI results. Was it a context problem?" (2 minutes)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Let's see this in action. I'll ask for polymer nanocomposite summary twice - once vague, once precise. Watch the quality difference. [Execute live demo in sandbox: Show vague prompt getting generic result, then precise prompt with material system, timeframe, focus areas getting targeted result. Emphasize time and quality difference.]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**Live Demo (5 min):**</a:t>
            </a:r>
          </a:p>
          <a:p>
            <a:r>
              <a:rPr lang="en-GB" sz="1200" b="0" kern="1200" dirty="0">
                <a:solidFill>
                  <a:schemeClr val="tx1"/>
                </a:solidFill>
                <a:effectLst/>
                <a:latin typeface="+mn-lt"/>
                <a:ea typeface="+mn-ea"/>
                <a:cs typeface="+mn-cs"/>
              </a:rPr>
              <a:t>&gt; 1. Show vague prompt: "Summarize recent research on polymer nanocomposites"</a:t>
            </a:r>
          </a:p>
          <a:p>
            <a:r>
              <a:rPr lang="en-GB" sz="1200" b="0" kern="1200" dirty="0">
                <a:solidFill>
                  <a:schemeClr val="tx1"/>
                </a:solidFill>
                <a:effectLst/>
                <a:latin typeface="+mn-lt"/>
                <a:ea typeface="+mn-ea"/>
                <a:cs typeface="+mn-cs"/>
              </a:rPr>
              <a:t>&gt; 2. Display generic, unusable result</a:t>
            </a:r>
          </a:p>
          <a:p>
            <a:r>
              <a:rPr lang="en-GB" sz="1200" b="0" kern="1200" dirty="0">
                <a:solidFill>
                  <a:schemeClr val="tx1"/>
                </a:solidFill>
                <a:effectLst/>
                <a:latin typeface="+mn-lt"/>
                <a:ea typeface="+mn-ea"/>
                <a:cs typeface="+mn-cs"/>
              </a:rPr>
              <a:t>&gt; 3. Show precise prompt with all context elements</a:t>
            </a:r>
          </a:p>
          <a:p>
            <a:r>
              <a:rPr lang="en-GB" sz="1200" b="0" kern="1200" dirty="0">
                <a:solidFill>
                  <a:schemeClr val="tx1"/>
                </a:solidFill>
                <a:effectLst/>
                <a:latin typeface="+mn-lt"/>
                <a:ea typeface="+mn-ea"/>
                <a:cs typeface="+mn-cs"/>
              </a:rPr>
              <a:t>&gt; 4. Display targeted, publication-ready result</a:t>
            </a:r>
          </a:p>
          <a:p>
            <a:pPr marL="171450" indent="-171450">
              <a:buFont typeface="Wingdings" panose="05000000000000000000" pitchFamily="2" charset="2"/>
              <a:buChar char="Ø"/>
            </a:pPr>
            <a:r>
              <a:rPr lang="en-GB" sz="1200" b="0" kern="1200" dirty="0">
                <a:solidFill>
                  <a:schemeClr val="tx1"/>
                </a:solidFill>
                <a:effectLst/>
                <a:latin typeface="+mn-lt"/>
                <a:ea typeface="+mn-ea"/>
                <a:cs typeface="+mn-cs"/>
              </a:rPr>
              <a:t>5. Highlight time saved (30 sec vs 5 min of iteration)</a:t>
            </a: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**EXACT PROMPTS TO USE:**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**Vague Prompt (Round 1):**</a:t>
            </a:r>
          </a:p>
          <a:p>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Summarise</a:t>
            </a:r>
            <a:r>
              <a:rPr lang="en-US" sz="1200" b="0" kern="1200" dirty="0">
                <a:solidFill>
                  <a:schemeClr val="tx1"/>
                </a:solidFill>
                <a:effectLst/>
                <a:latin typeface="+mn-lt"/>
                <a:ea typeface="+mn-ea"/>
                <a:cs typeface="+mn-cs"/>
              </a:rPr>
              <a:t> polymer nanocomposites research</a:t>
            </a:r>
          </a:p>
          <a:p>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**Expected Result:** Generic overview mentioning various polymers, nanofillers, and applications. Not actionable.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**Precise Prompt (Round 2):**</a:t>
            </a:r>
          </a:p>
          <a:p>
            <a:r>
              <a:rPr lang="en-US" sz="1200" b="0" kern="1200" dirty="0">
                <a:solidFill>
                  <a:schemeClr val="tx1"/>
                </a:solidFill>
                <a:effectLst/>
                <a:latin typeface="+mn-lt"/>
                <a:ea typeface="+mn-ea"/>
                <a:cs typeface="+mn-cs"/>
              </a:rPr>
              <a:t>```</a:t>
            </a:r>
          </a:p>
          <a:p>
            <a:r>
              <a:rPr lang="en-US" sz="1200" b="0" kern="1200" dirty="0" err="1">
                <a:solidFill>
                  <a:schemeClr val="tx1"/>
                </a:solidFill>
                <a:effectLst/>
                <a:latin typeface="+mn-lt"/>
                <a:ea typeface="+mn-ea"/>
                <a:cs typeface="+mn-cs"/>
              </a:rPr>
              <a:t>Summarise</a:t>
            </a:r>
            <a:r>
              <a:rPr lang="en-US" sz="1200" b="0" kern="1200" dirty="0">
                <a:solidFill>
                  <a:schemeClr val="tx1"/>
                </a:solidFill>
                <a:effectLst/>
                <a:latin typeface="+mn-lt"/>
                <a:ea typeface="+mn-ea"/>
                <a:cs typeface="+mn-cs"/>
              </a:rPr>
              <a:t> recent (2022-2024) peer-reviewed research on PLA/graphene </a:t>
            </a:r>
          </a:p>
          <a:p>
            <a:r>
              <a:rPr lang="en-US" sz="1200" b="0" kern="1200" dirty="0">
                <a:solidFill>
                  <a:schemeClr val="tx1"/>
                </a:solidFill>
                <a:effectLst/>
                <a:latin typeface="+mn-lt"/>
                <a:ea typeface="+mn-ea"/>
                <a:cs typeface="+mn-cs"/>
              </a:rPr>
              <a:t>nanocomposites </a:t>
            </a:r>
            <a:r>
              <a:rPr lang="en-US" sz="1200" b="0" kern="1200" dirty="0" err="1">
                <a:solidFill>
                  <a:schemeClr val="tx1"/>
                </a:solidFill>
                <a:effectLst/>
                <a:latin typeface="+mn-lt"/>
                <a:ea typeface="+mn-ea"/>
                <a:cs typeface="+mn-cs"/>
              </a:rPr>
              <a:t>synthesised</a:t>
            </a:r>
            <a:r>
              <a:rPr lang="en-US" sz="1200" b="0" kern="1200" dirty="0">
                <a:solidFill>
                  <a:schemeClr val="tx1"/>
                </a:solidFill>
                <a:effectLst/>
                <a:latin typeface="+mn-lt"/>
                <a:ea typeface="+mn-ea"/>
                <a:cs typeface="+mn-cs"/>
              </a:rPr>
              <a:t> via electrospinning, focusing on:</a:t>
            </a:r>
          </a:p>
          <a:p>
            <a:r>
              <a:rPr lang="en-US" sz="1200" b="0" kern="1200" dirty="0">
                <a:solidFill>
                  <a:schemeClr val="tx1"/>
                </a:solidFill>
                <a:effectLst/>
                <a:latin typeface="+mn-lt"/>
                <a:ea typeface="+mn-ea"/>
                <a:cs typeface="+mn-cs"/>
              </a:rPr>
              <a:t>(1) graphene dispersion strategies</a:t>
            </a:r>
          </a:p>
          <a:p>
            <a:r>
              <a:rPr lang="en-US" sz="1200" b="0" kern="1200" dirty="0">
                <a:solidFill>
                  <a:schemeClr val="tx1"/>
                </a:solidFill>
                <a:effectLst/>
                <a:latin typeface="+mn-lt"/>
                <a:ea typeface="+mn-ea"/>
                <a:cs typeface="+mn-cs"/>
              </a:rPr>
              <a:t>(2) mechanical property improvements vs. neat PLA</a:t>
            </a:r>
          </a:p>
          <a:p>
            <a:r>
              <a:rPr lang="en-US" sz="1200" b="0" kern="1200" dirty="0">
                <a:solidFill>
                  <a:schemeClr val="tx1"/>
                </a:solidFill>
                <a:effectLst/>
                <a:latin typeface="+mn-lt"/>
                <a:ea typeface="+mn-ea"/>
                <a:cs typeface="+mn-cs"/>
              </a:rPr>
              <a:t>(3) </a:t>
            </a:r>
            <a:r>
              <a:rPr lang="en-US" sz="1200" b="0" kern="1200" dirty="0" err="1">
                <a:solidFill>
                  <a:schemeClr val="tx1"/>
                </a:solidFill>
                <a:effectLst/>
                <a:latin typeface="+mn-lt"/>
                <a:ea typeface="+mn-ea"/>
                <a:cs typeface="+mn-cs"/>
              </a:rPr>
              <a:t>commercialisation</a:t>
            </a:r>
            <a:r>
              <a:rPr lang="en-US" sz="1200" b="0" kern="1200" dirty="0">
                <a:solidFill>
                  <a:schemeClr val="tx1"/>
                </a:solidFill>
                <a:effectLst/>
                <a:latin typeface="+mn-lt"/>
                <a:ea typeface="+mn-ea"/>
                <a:cs typeface="+mn-cs"/>
              </a:rPr>
              <a:t> challenges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Target audience: R&amp;D scientists familiar with polymer processing. </a:t>
            </a:r>
          </a:p>
          <a:p>
            <a:r>
              <a:rPr lang="en-US" sz="1200" b="0" kern="1200" dirty="0">
                <a:solidFill>
                  <a:schemeClr val="tx1"/>
                </a:solidFill>
                <a:effectLst/>
                <a:latin typeface="+mn-lt"/>
                <a:ea typeface="+mn-ea"/>
                <a:cs typeface="+mn-cs"/>
              </a:rPr>
              <a:t>Output: 3-paragraph technical summary with key quantitative findings </a:t>
            </a:r>
          </a:p>
          <a:p>
            <a:r>
              <a:rPr lang="en-US" sz="1200" b="0" kern="1200" dirty="0">
                <a:solidFill>
                  <a:schemeClr val="tx1"/>
                </a:solidFill>
                <a:effectLst/>
                <a:latin typeface="+mn-lt"/>
                <a:ea typeface="+mn-ea"/>
                <a:cs typeface="+mn-cs"/>
              </a:rPr>
              <a:t>and 10-15 citations.</a:t>
            </a:r>
          </a:p>
          <a:p>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**Expected Result:** Targeted summary with specific material system, quantitative data, and relevant citations. Immediately usable.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First group activity! Groups of 3-4, please form now. You'll diagnose three failed prompts - figure out what context is missing. One person capture notes. Eight minutes starting... now!</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**Small Group Work (8 min):**</a:t>
            </a:r>
          </a:p>
          <a:p>
            <a:r>
              <a:rPr lang="en-GB" sz="1200" b="0" kern="1200" dirty="0">
                <a:solidFill>
                  <a:schemeClr val="tx1"/>
                </a:solidFill>
                <a:effectLst/>
                <a:latin typeface="+mn-lt"/>
                <a:ea typeface="+mn-ea"/>
                <a:cs typeface="+mn-cs"/>
              </a:rPr>
              <a:t>&gt; - Provide 3 example failed prompts on screen/handout</a:t>
            </a:r>
          </a:p>
          <a:p>
            <a:r>
              <a:rPr lang="en-GB" sz="1200" b="0" kern="1200" dirty="0">
                <a:solidFill>
                  <a:schemeClr val="tx1"/>
                </a:solidFill>
                <a:effectLst/>
                <a:latin typeface="+mn-lt"/>
                <a:ea typeface="+mn-ea"/>
                <a:cs typeface="+mn-cs"/>
              </a:rPr>
              <a:t>&gt; - Groups diagnose missing context</a:t>
            </a:r>
          </a:p>
          <a:p>
            <a:r>
              <a:rPr lang="en-GB" sz="1200" b="0" kern="1200" dirty="0">
                <a:solidFill>
                  <a:schemeClr val="tx1"/>
                </a:solidFill>
                <a:effectLst/>
                <a:latin typeface="+mn-lt"/>
                <a:ea typeface="+mn-ea"/>
                <a:cs typeface="+mn-cs"/>
              </a:rPr>
              <a:t>&gt; - Circulate to guide discussions</a:t>
            </a:r>
          </a:p>
          <a:p>
            <a:r>
              <a:rPr lang="en-GB" sz="1200" b="0" kern="1200" dirty="0">
                <a:solidFill>
                  <a:schemeClr val="tx1"/>
                </a:solidFill>
                <a:effectLst/>
                <a:latin typeface="+mn-lt"/>
                <a:ea typeface="+mn-ea"/>
                <a:cs typeface="+mn-cs"/>
              </a:rPr>
              <a:t>&gt; - One minute warning at 7-minute mark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First group activity! Groups of 3-4, please form now. Here are three failed prompts that got poor AI results [display on screen]. Your job: diagnose what context is missing. One person in each group capture notes. Eight minutes starting... now! [Circulate between groups, listen for good insights, give one-minute warning at 7 minutes]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&gt; **Small Group Work (8 min):**</a:t>
            </a:r>
          </a:p>
          <a:p>
            <a:r>
              <a:rPr lang="en-GB" sz="1200" b="0" kern="1200" dirty="0">
                <a:solidFill>
                  <a:schemeClr val="tx1"/>
                </a:solidFill>
                <a:effectLst/>
                <a:latin typeface="+mn-lt"/>
                <a:ea typeface="+mn-ea"/>
                <a:cs typeface="+mn-cs"/>
              </a:rPr>
              <a:t>&gt; - Display 3 failed prompts on screen or provide handout</a:t>
            </a:r>
          </a:p>
          <a:p>
            <a:r>
              <a:rPr lang="en-GB" sz="1200" b="0" kern="1200" dirty="0">
                <a:solidFill>
                  <a:schemeClr val="tx1"/>
                </a:solidFill>
                <a:effectLst/>
                <a:latin typeface="+mn-lt"/>
                <a:ea typeface="+mn-ea"/>
                <a:cs typeface="+mn-cs"/>
              </a:rPr>
              <a:t>&gt; - Groups diagnose missing context</a:t>
            </a:r>
          </a:p>
          <a:p>
            <a:r>
              <a:rPr lang="en-GB" sz="1200" b="0" kern="1200" dirty="0">
                <a:solidFill>
                  <a:schemeClr val="tx1"/>
                </a:solidFill>
                <a:effectLst/>
                <a:latin typeface="+mn-lt"/>
                <a:ea typeface="+mn-ea"/>
                <a:cs typeface="+mn-cs"/>
              </a:rPr>
              <a:t>&gt; - Circulate to guide discussions, listen for good catches</a:t>
            </a:r>
          </a:p>
          <a:p>
            <a:r>
              <a:rPr lang="en-GB" sz="1200" b="0" kern="1200" dirty="0">
                <a:solidFill>
                  <a:schemeClr val="tx1"/>
                </a:solidFill>
                <a:effectLst/>
                <a:latin typeface="+mn-lt"/>
                <a:ea typeface="+mn-ea"/>
                <a:cs typeface="+mn-cs"/>
              </a:rPr>
              <a:t>&gt; - One minute warning at 7-minute mark</a:t>
            </a:r>
          </a:p>
          <a:p>
            <a:r>
              <a:rPr lang="en-GB" sz="1200" b="0" kern="1200" dirty="0">
                <a:solidFill>
                  <a:schemeClr val="tx1"/>
                </a:solidFill>
                <a:effectLst/>
                <a:latin typeface="+mn-lt"/>
                <a:ea typeface="+mn-ea"/>
                <a:cs typeface="+mn-cs"/>
              </a:rPr>
              <a:t>&gt; - Prepare to call on 2-3 groups for debrief</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Simple framework for building context: Five W's plus H. Who is this for? What task specifically? When (timeframe)? Where (domain context)? Why (purpose)? How (method)? Run through this mental checklist before every prompt. It takes 30 seconds and saves 10 minutes of iteration.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Second live demo - progressive refinement. I'll start vague and add context iteratively. This is a realistic workflow when you don't know exactly what you need. Watch how each round adds precision. [Execute demo showing three rounds, emphasizing what context was added each time and how output quality improved]</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**Live Demo (6 min):**</a:t>
            </a:r>
          </a:p>
          <a:p>
            <a:r>
              <a:rPr lang="en-GB" sz="1200" b="0" kern="1200" dirty="0">
                <a:solidFill>
                  <a:schemeClr val="tx1"/>
                </a:solidFill>
                <a:effectLst/>
                <a:latin typeface="+mn-lt"/>
                <a:ea typeface="+mn-ea"/>
                <a:cs typeface="+mn-cs"/>
              </a:rPr>
              <a:t>&gt; Execute three-round refinement in sandbox, showing:</a:t>
            </a:r>
          </a:p>
          <a:p>
            <a:r>
              <a:rPr lang="en-GB" sz="1200" b="0" kern="1200" dirty="0">
                <a:solidFill>
                  <a:schemeClr val="tx1"/>
                </a:solidFill>
                <a:effectLst/>
                <a:latin typeface="+mn-lt"/>
                <a:ea typeface="+mn-ea"/>
                <a:cs typeface="+mn-cs"/>
              </a:rPr>
              <a:t>&gt; 1. Basic prompt → generic output</a:t>
            </a:r>
          </a:p>
          <a:p>
            <a:r>
              <a:rPr lang="en-GB" sz="1200" b="0" kern="1200" dirty="0">
                <a:solidFill>
                  <a:schemeClr val="tx1"/>
                </a:solidFill>
                <a:effectLst/>
                <a:latin typeface="+mn-lt"/>
                <a:ea typeface="+mn-ea"/>
                <a:cs typeface="+mn-cs"/>
              </a:rPr>
              <a:t>&gt; 2. Added focal point → improved but incomplete</a:t>
            </a:r>
          </a:p>
          <a:p>
            <a:r>
              <a:rPr lang="en-GB" sz="1200" b="0" kern="1200" dirty="0">
                <a:solidFill>
                  <a:schemeClr val="tx1"/>
                </a:solidFill>
                <a:effectLst/>
                <a:latin typeface="+mn-lt"/>
                <a:ea typeface="+mn-ea"/>
                <a:cs typeface="+mn-cs"/>
              </a:rPr>
              <a:t>&gt; 3. Added specificity → production-ready</a:t>
            </a:r>
          </a:p>
          <a:p>
            <a:pPr marL="171450" indent="-171450">
              <a:buFont typeface="Wingdings" panose="05000000000000000000" pitchFamily="2" charset="2"/>
              <a:buChar char="Ø"/>
            </a:pPr>
            <a:r>
              <a:rPr lang="en-GB" sz="1200" b="0" kern="1200" dirty="0">
                <a:solidFill>
                  <a:schemeClr val="tx1"/>
                </a:solidFill>
                <a:effectLst/>
                <a:latin typeface="+mn-lt"/>
                <a:ea typeface="+mn-ea"/>
                <a:cs typeface="+mn-cs"/>
              </a:rPr>
              <a:t>Pause after each to highlight what context was added</a:t>
            </a: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**EXACT PROMPTS TO USE:**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**Round 1 - Basic Request:**</a:t>
            </a:r>
          </a:p>
          <a:p>
            <a:r>
              <a:rPr lang="en-GB" sz="1200" b="0" kern="1200" dirty="0">
                <a:solidFill>
                  <a:schemeClr val="tx1"/>
                </a:solidFill>
                <a:effectLst/>
                <a:latin typeface="+mn-lt"/>
                <a:ea typeface="+mn-ea"/>
                <a:cs typeface="+mn-cs"/>
              </a:rPr>
              <a:t>```</a:t>
            </a:r>
          </a:p>
          <a:p>
            <a:r>
              <a:rPr lang="en-GB" sz="1200" b="0" kern="1200" dirty="0">
                <a:solidFill>
                  <a:schemeClr val="tx1"/>
                </a:solidFill>
                <a:effectLst/>
                <a:latin typeface="+mn-lt"/>
                <a:ea typeface="+mn-ea"/>
                <a:cs typeface="+mn-cs"/>
              </a:rPr>
              <a:t>Summarise this synthesis paper</a:t>
            </a:r>
          </a:p>
          <a:p>
            <a:r>
              <a:rPr lang="en-GB" sz="1200" b="0" kern="1200" dirty="0">
                <a:solidFill>
                  <a:schemeClr val="tx1"/>
                </a:solidFill>
                <a:effectLst/>
                <a:latin typeface="+mn-lt"/>
                <a:ea typeface="+mn-ea"/>
                <a:cs typeface="+mn-cs"/>
              </a:rPr>
              <a:t>[Attach or paste a relevant electrospinning paper]</a:t>
            </a:r>
          </a:p>
          <a:p>
            <a:r>
              <a:rPr lang="en-GB" sz="1200" b="0" kern="1200" dirty="0">
                <a:solidFill>
                  <a:schemeClr val="tx1"/>
                </a:solidFill>
                <a:effectLst/>
                <a:latin typeface="+mn-lt"/>
                <a:ea typeface="+mn-ea"/>
                <a:cs typeface="+mn-cs"/>
              </a:rPr>
              <a: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**Expected Result:** Generic summary of paper structure (intro, methods, results, conclusion). Not actionable.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**Analysis:** Missing focal point - what aspects matter to user?</a:t>
            </a:r>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endParaRPr lang="en-US" dirty="0"/>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**Round 2 - Add Focal Point:**</a:t>
            </a:r>
          </a:p>
          <a:p>
            <a:r>
              <a:rPr lang="en-GB" sz="1200" b="0" kern="1200" dirty="0">
                <a:solidFill>
                  <a:schemeClr val="tx1"/>
                </a:solidFill>
                <a:effectLst/>
                <a:latin typeface="+mn-lt"/>
                <a:ea typeface="+mn-ea"/>
                <a:cs typeface="+mn-cs"/>
              </a:rPr>
              <a:t>```</a:t>
            </a:r>
          </a:p>
          <a:p>
            <a:r>
              <a:rPr lang="en-GB" sz="1200" b="0" kern="1200" dirty="0">
                <a:solidFill>
                  <a:schemeClr val="tx1"/>
                </a:solidFill>
                <a:effectLst/>
                <a:latin typeface="+mn-lt"/>
                <a:ea typeface="+mn-ea"/>
                <a:cs typeface="+mn-cs"/>
              </a:rPr>
              <a:t>Summarise this synthesis paper.</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Focus on the electrospinning parameters and their effect on fibre </a:t>
            </a:r>
          </a:p>
          <a:p>
            <a:r>
              <a:rPr lang="en-GB" sz="1200" b="0" kern="1200" dirty="0">
                <a:solidFill>
                  <a:schemeClr val="tx1"/>
                </a:solidFill>
                <a:effectLst/>
                <a:latin typeface="+mn-lt"/>
                <a:ea typeface="+mn-ea"/>
                <a:cs typeface="+mn-cs"/>
              </a:rPr>
              <a:t>diameter. I'm optimising my own process.</a:t>
            </a:r>
          </a:p>
          <a:p>
            <a:r>
              <a:rPr lang="en-GB" sz="1200" b="0" kern="1200" dirty="0">
                <a:solidFill>
                  <a:schemeClr val="tx1"/>
                </a:solidFill>
                <a:effectLst/>
                <a:latin typeface="+mn-lt"/>
                <a:ea typeface="+mn-ea"/>
                <a:cs typeface="+mn-cs"/>
              </a:rPr>
              <a: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**Expected Result:** Parameter-focused summary, but lacking specific data extraction.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**Analysis:** Better, but missing specificity about what data format needed and statistical significance.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**Round 3 - Add Specificity:**</a:t>
            </a:r>
          </a:p>
          <a:p>
            <a:r>
              <a:rPr lang="en-GB" sz="1200" b="0" kern="1200" dirty="0">
                <a:solidFill>
                  <a:schemeClr val="tx1"/>
                </a:solidFill>
                <a:effectLst/>
                <a:latin typeface="+mn-lt"/>
                <a:ea typeface="+mn-ea"/>
                <a:cs typeface="+mn-cs"/>
              </a:rPr>
              <a:t>```</a:t>
            </a:r>
          </a:p>
          <a:p>
            <a:r>
              <a:rPr lang="en-GB" sz="1200" b="0" kern="1200" dirty="0">
                <a:solidFill>
                  <a:schemeClr val="tx1"/>
                </a:solidFill>
                <a:effectLst/>
                <a:latin typeface="+mn-lt"/>
                <a:ea typeface="+mn-ea"/>
                <a:cs typeface="+mn-cs"/>
              </a:rPr>
              <a:t>Summarise this synthesis paper, focusing on electrospinning parameters.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For each parameter (voltage, distance, concentration, flow rate), </a:t>
            </a:r>
          </a:p>
          <a:p>
            <a:r>
              <a:rPr lang="en-GB" sz="1200" b="0" kern="1200" dirty="0">
                <a:solidFill>
                  <a:schemeClr val="tx1"/>
                </a:solidFill>
                <a:effectLst/>
                <a:latin typeface="+mn-lt"/>
                <a:ea typeface="+mn-ea"/>
                <a:cs typeface="+mn-cs"/>
              </a:rPr>
              <a:t>provide:</a:t>
            </a:r>
          </a:p>
          <a:p>
            <a:r>
              <a:rPr lang="en-GB" sz="1200" b="0" kern="1200" dirty="0">
                <a:solidFill>
                  <a:schemeClr val="tx1"/>
                </a:solidFill>
                <a:effectLst/>
                <a:latin typeface="+mn-lt"/>
                <a:ea typeface="+mn-ea"/>
                <a:cs typeface="+mn-cs"/>
              </a:rPr>
              <a:t>- Tested range</a:t>
            </a:r>
          </a:p>
          <a:p>
            <a:r>
              <a:rPr lang="en-GB" sz="1200" b="0" kern="1200" dirty="0">
                <a:solidFill>
                  <a:schemeClr val="tx1"/>
                </a:solidFill>
                <a:effectLst/>
                <a:latin typeface="+mn-lt"/>
                <a:ea typeface="+mn-ea"/>
                <a:cs typeface="+mn-cs"/>
              </a:rPr>
              <a:t>- Effect on diameter (quantitative values)</a:t>
            </a:r>
          </a:p>
          <a:p>
            <a:r>
              <a:rPr lang="en-GB" sz="1200" b="0" kern="1200" dirty="0">
                <a:solidFill>
                  <a:schemeClr val="tx1"/>
                </a:solidFill>
                <a:effectLst/>
                <a:latin typeface="+mn-lt"/>
                <a:ea typeface="+mn-ea"/>
                <a:cs typeface="+mn-cs"/>
              </a:rPr>
              <a:t>- Statistical significance (p-values if reported)</a:t>
            </a:r>
          </a:p>
          <a:p>
            <a:r>
              <a:rPr lang="en-GB" sz="1200" b="0" kern="1200" dirty="0">
                <a:solidFill>
                  <a:schemeClr val="tx1"/>
                </a:solidFill>
                <a:effectLst/>
                <a:latin typeface="+mn-lt"/>
                <a:ea typeface="+mn-ea"/>
                <a:cs typeface="+mn-cs"/>
              </a:rPr>
              <a:t>- Interactions with other parameters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Present as a table for easy comparison to my conditions.</a:t>
            </a:r>
          </a:p>
          <a:p>
            <a:r>
              <a:rPr lang="en-GB" sz="1200" b="0" kern="1200" dirty="0">
                <a:solidFill>
                  <a:schemeClr val="tx1"/>
                </a:solidFill>
                <a:effectLst/>
                <a:latin typeface="+mn-lt"/>
                <a:ea typeface="+mn-ea"/>
                <a:cs typeface="+mn-cs"/>
              </a:rPr>
              <a: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**Expected Result:** Precise data extraction table, immediately actionable for optimisation work.</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**Success!** First-shot production-ready output.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**Speaker Notes:**</a:t>
            </a:r>
          </a:p>
          <a:p>
            <a:r>
              <a:rPr lang="en-GB" sz="1200" b="0" kern="1200" dirty="0">
                <a:solidFill>
                  <a:schemeClr val="tx1"/>
                </a:solidFill>
                <a:effectLst/>
                <a:latin typeface="+mn-lt"/>
                <a:ea typeface="+mn-ea"/>
                <a:cs typeface="+mn-cs"/>
              </a:rPr>
              <a:t>&gt; Second live demo - progressive refinement. This is realistic workflow when you don't know exactly what you need initially. Round 1: basic request [execute in sandbox, show generic output]. Generic paper summary - not useful for my optimisation work. Round 2: add focal point - focus on parameters [execute, show improved output]. </a:t>
            </a:r>
            <a:r>
              <a:rPr lang="en-GB" sz="1200" b="1" kern="1200" dirty="0">
                <a:solidFill>
                  <a:schemeClr val="tx1"/>
                </a:solidFill>
                <a:effectLst/>
                <a:latin typeface="+mn-lt"/>
                <a:ea typeface="+mn-ea"/>
                <a:cs typeface="+mn-cs"/>
              </a:rPr>
              <a:t>Better! But missing specific data and statistics</a:t>
            </a:r>
            <a:r>
              <a:rPr lang="en-GB" sz="1200" b="0" kern="1200" dirty="0">
                <a:solidFill>
                  <a:schemeClr val="tx1"/>
                </a:solidFill>
                <a:effectLst/>
                <a:latin typeface="+mn-lt"/>
                <a:ea typeface="+mn-ea"/>
                <a:cs typeface="+mn-cs"/>
              </a:rPr>
              <a:t>. Round 3: add specificity - exact data needed, table format [execute, show excellent output]. </a:t>
            </a:r>
            <a:r>
              <a:rPr lang="en-GB" sz="1200" b="1" kern="1200" dirty="0">
                <a:solidFill>
                  <a:schemeClr val="tx1"/>
                </a:solidFill>
                <a:effectLst/>
                <a:latin typeface="+mn-lt"/>
                <a:ea typeface="+mn-ea"/>
                <a:cs typeface="+mn-cs"/>
              </a:rPr>
              <a:t>Perfect! This is how you refine iteratively - each round adds context based on what's missing</a:t>
            </a:r>
            <a:r>
              <a:rPr lang="en-GB" sz="1200" b="0" kern="1200" dirty="0">
                <a:solidFill>
                  <a:schemeClr val="tx1"/>
                </a:solidFill>
                <a:effectLst/>
                <a:latin typeface="+mn-lt"/>
                <a:ea typeface="+mn-ea"/>
                <a:cs typeface="+mn-cs"/>
              </a:rPr>
              <a:t>. Key insight: you don't need perfection on first try, but each iteration should add meaningful context, not just rephrasing.</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**Live Demo (6 min):**</a:t>
            </a:r>
          </a:p>
          <a:p>
            <a:r>
              <a:rPr lang="en-GB" sz="1200" b="0" kern="1200" dirty="0">
                <a:solidFill>
                  <a:schemeClr val="tx1"/>
                </a:solidFill>
                <a:effectLst/>
                <a:latin typeface="+mn-lt"/>
                <a:ea typeface="+mn-ea"/>
                <a:cs typeface="+mn-cs"/>
              </a:rPr>
              <a:t>&gt; Execute three-round refinement in sandbox, showing:</a:t>
            </a:r>
          </a:p>
          <a:p>
            <a:r>
              <a:rPr lang="en-GB" sz="1200" b="0" kern="1200" dirty="0">
                <a:solidFill>
                  <a:schemeClr val="tx1"/>
                </a:solidFill>
                <a:effectLst/>
                <a:latin typeface="+mn-lt"/>
                <a:ea typeface="+mn-ea"/>
                <a:cs typeface="+mn-cs"/>
              </a:rPr>
              <a:t>&gt; 1. Basic prompt → generic output (1 min)</a:t>
            </a:r>
          </a:p>
          <a:p>
            <a:r>
              <a:rPr lang="en-GB" sz="1200" b="0" kern="1200" dirty="0">
                <a:solidFill>
                  <a:schemeClr val="tx1"/>
                </a:solidFill>
                <a:effectLst/>
                <a:latin typeface="+mn-lt"/>
                <a:ea typeface="+mn-ea"/>
                <a:cs typeface="+mn-cs"/>
              </a:rPr>
              <a:t>&gt; 2. Added focal point → improved but incomplete (2 min)</a:t>
            </a:r>
          </a:p>
          <a:p>
            <a:r>
              <a:rPr lang="en-GB" sz="1200" b="0" kern="1200" dirty="0">
                <a:solidFill>
                  <a:schemeClr val="tx1"/>
                </a:solidFill>
                <a:effectLst/>
                <a:latin typeface="+mn-lt"/>
                <a:ea typeface="+mn-ea"/>
                <a:cs typeface="+mn-cs"/>
              </a:rPr>
              <a:t>&gt; 3. Added specificity → production-ready (3 min)</a:t>
            </a:r>
          </a:p>
          <a:p>
            <a:r>
              <a:rPr lang="en-GB" sz="1200" b="0" kern="1200" dirty="0">
                <a:solidFill>
                  <a:schemeClr val="tx1"/>
                </a:solidFill>
                <a:effectLst/>
                <a:latin typeface="+mn-lt"/>
                <a:ea typeface="+mn-ea"/>
                <a:cs typeface="+mn-cs"/>
              </a:rPr>
              <a:t>&gt; Pause after each to highlight WHAT context was added and WHY it improved output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 Pair practice time! Work with the person next to you. You'll get a vague prompt, diagnose missing context, rewrite it, then test in sandbox. Ten minutes total - three mini-rounds. Ready? Here's your vague prompt... [Display prompt on screen]. Go!</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**Pair Work (10 min):**</a:t>
            </a:r>
          </a:p>
          <a:p>
            <a:r>
              <a:rPr lang="en-GB" sz="1200" b="0" kern="1200" dirty="0">
                <a:solidFill>
                  <a:schemeClr val="tx1"/>
                </a:solidFill>
                <a:effectLst/>
                <a:latin typeface="+mn-lt"/>
                <a:ea typeface="+mn-ea"/>
                <a:cs typeface="+mn-cs"/>
              </a:rPr>
              <a:t>&gt; - Provide vague prompt: "</a:t>
            </a:r>
            <a:r>
              <a:rPr lang="en-GB" sz="1200" b="0" kern="1200" dirty="0" err="1">
                <a:solidFill>
                  <a:schemeClr val="tx1"/>
                </a:solidFill>
                <a:effectLst/>
                <a:latin typeface="+mn-lt"/>
                <a:ea typeface="+mn-ea"/>
                <a:cs typeface="+mn-cs"/>
              </a:rPr>
              <a:t>Analyze</a:t>
            </a:r>
            <a:r>
              <a:rPr lang="en-GB" sz="1200" b="0" kern="1200" dirty="0">
                <a:solidFill>
                  <a:schemeClr val="tx1"/>
                </a:solidFill>
                <a:effectLst/>
                <a:latin typeface="+mn-lt"/>
                <a:ea typeface="+mn-ea"/>
                <a:cs typeface="+mn-cs"/>
              </a:rPr>
              <a:t> SEM image and measure </a:t>
            </a:r>
            <a:r>
              <a:rPr lang="en-GB" sz="1200" b="0" kern="1200" dirty="0" err="1">
                <a:solidFill>
                  <a:schemeClr val="tx1"/>
                </a:solidFill>
                <a:effectLst/>
                <a:latin typeface="+mn-lt"/>
                <a:ea typeface="+mn-ea"/>
                <a:cs typeface="+mn-cs"/>
              </a:rPr>
              <a:t>fiber</a:t>
            </a:r>
            <a:r>
              <a:rPr lang="en-GB" sz="1200" b="0" kern="1200" dirty="0">
                <a:solidFill>
                  <a:schemeClr val="tx1"/>
                </a:solidFill>
                <a:effectLst/>
                <a:latin typeface="+mn-lt"/>
                <a:ea typeface="+mn-ea"/>
                <a:cs typeface="+mn-cs"/>
              </a:rPr>
              <a:t> diameters"</a:t>
            </a:r>
          </a:p>
          <a:p>
            <a:r>
              <a:rPr lang="en-GB" sz="1200" b="0" kern="1200" dirty="0">
                <a:solidFill>
                  <a:schemeClr val="tx1"/>
                </a:solidFill>
                <a:effectLst/>
                <a:latin typeface="+mn-lt"/>
                <a:ea typeface="+mn-ea"/>
                <a:cs typeface="+mn-cs"/>
              </a:rPr>
              <a:t>&gt; - Pairs diagnose, rewrite, test</a:t>
            </a:r>
          </a:p>
          <a:p>
            <a:r>
              <a:rPr lang="en-GB" sz="1200" b="0" kern="1200" dirty="0">
                <a:solidFill>
                  <a:schemeClr val="tx1"/>
                </a:solidFill>
                <a:effectLst/>
                <a:latin typeface="+mn-lt"/>
                <a:ea typeface="+mn-ea"/>
                <a:cs typeface="+mn-cs"/>
              </a:rPr>
              <a:t>&gt; - Circulate to provide guidance</a:t>
            </a:r>
          </a:p>
          <a:p>
            <a:r>
              <a:rPr lang="en-GB" sz="1200" b="0" kern="1200" dirty="0">
                <a:solidFill>
                  <a:schemeClr val="tx1"/>
                </a:solidFill>
                <a:effectLst/>
                <a:latin typeface="+mn-lt"/>
                <a:ea typeface="+mn-ea"/>
                <a:cs typeface="+mn-cs"/>
              </a:rPr>
              <a:t>&gt; - Two-minute warnings at 3 min and 8 min marks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GB" sz="1200" b="0" kern="1200" dirty="0">
                <a:solidFill>
                  <a:schemeClr val="tx1"/>
                </a:solidFill>
                <a:effectLst/>
                <a:latin typeface="+mn-lt"/>
                <a:ea typeface="+mn-ea"/>
                <a:cs typeface="+mn-cs"/>
              </a:rPr>
              <a:t>&gt; Pair practice time! Work with the person next to you. Here's your vague prompt [display on screen]: "Analyse SEM image and measure fibre diameters." Your job: diagnose what context is missing (2 minutes), rewrite with full context (5 minutes), then test in sandbox (3 minutes). Go! [Circulate between pairs, listen for good approaches, give warnings at 8 minutes and 3 minutes remaining]</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**Pair Work (10 min):**</a:t>
            </a:r>
          </a:p>
          <a:p>
            <a:r>
              <a:rPr lang="en-GB" sz="1200" b="0" kern="1200" dirty="0">
                <a:solidFill>
                  <a:schemeClr val="tx1"/>
                </a:solidFill>
                <a:effectLst/>
                <a:latin typeface="+mn-lt"/>
                <a:ea typeface="+mn-ea"/>
                <a:cs typeface="+mn-cs"/>
              </a:rPr>
              <a:t>&gt; - Display vague prompt: "Analyse SEM image and measure fibre diameters"</a:t>
            </a:r>
          </a:p>
          <a:p>
            <a:r>
              <a:rPr lang="en-GB" sz="1200" b="0" kern="1200" dirty="0">
                <a:solidFill>
                  <a:schemeClr val="tx1"/>
                </a:solidFill>
                <a:effectLst/>
                <a:latin typeface="+mn-lt"/>
                <a:ea typeface="+mn-ea"/>
                <a:cs typeface="+mn-cs"/>
              </a:rPr>
              <a:t>&gt; - Pairs diagnose missing context, rewrite, test in sandbox</a:t>
            </a:r>
          </a:p>
          <a:p>
            <a:r>
              <a:rPr lang="en-GB" sz="1200" b="0" kern="1200" dirty="0">
                <a:solidFill>
                  <a:schemeClr val="tx1"/>
                </a:solidFill>
                <a:effectLst/>
                <a:latin typeface="+mn-lt"/>
                <a:ea typeface="+mn-ea"/>
                <a:cs typeface="+mn-cs"/>
              </a:rPr>
              <a:t>&gt; - Circulate to provide guidance and identify good examples</a:t>
            </a:r>
          </a:p>
          <a:p>
            <a:r>
              <a:rPr lang="en-GB" sz="1200" b="0" kern="1200" dirty="0">
                <a:solidFill>
                  <a:schemeClr val="tx1"/>
                </a:solidFill>
                <a:effectLst/>
                <a:latin typeface="+mn-lt"/>
                <a:ea typeface="+mn-ea"/>
                <a:cs typeface="+mn-cs"/>
              </a:rPr>
              <a:t>&gt; - Give time warnings: "2 minutes left for diagnosis", "3 minutes for testing"</a:t>
            </a:r>
          </a:p>
          <a:p>
            <a:r>
              <a:rPr lang="en-GB" sz="1200" b="0" kern="1200" dirty="0">
                <a:solidFill>
                  <a:schemeClr val="tx1"/>
                </a:solidFill>
                <a:effectLst/>
                <a:latin typeface="+mn-lt"/>
                <a:ea typeface="+mn-ea"/>
                <a:cs typeface="+mn-cs"/>
              </a:rPr>
              <a:t>&gt; - Prepare to call on 2-3 pairs for share-out</a:t>
            </a:r>
          </a:p>
          <a:p>
            <a:endParaRPr lang="en-US" dirty="0"/>
          </a:p>
        </p:txBody>
      </p:sp>
    </p:spTree>
    <p:extLst>
      <p:ext uri="{BB962C8B-B14F-4D97-AF65-F5344CB8AC3E}">
        <p14:creationId xmlns:p14="http://schemas.microsoft.com/office/powerpoint/2010/main" val="3183559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Great work! Who wants to share their refined prompt? [Take 2-3 volunteers]. What context did you add? Anyone struggle with a particular element? [Provide feedback, highlight good practices, celebrate creativity]. Common additions: scale bar calibration, number of measurements, exclusion criteria for defects, output format specification. Excellent!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**Volunteer Share (4 min):** 2-3 pairs share refined prompts, discuss challenges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Three context anti-patterns to avoid. The Biography - sharing irrelevant company history. The Jargon Bomb - unclear over-complicated language. The Assumption - assuming AI knows what you want. Fix: Ask yourself "What does AI need to know specifically for THIS task?" Be relevant, be clear, be explicit.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**Quick Poll:** "Which anti-pattern have you caught yourself doing?" (Show of hands for each)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&gt; Part 2: CO-STAR framework. Yesterday was AUTOMAT for functional tasks. Today is CO-STAR for strategic communication - reports, summaries, pitches. When context matters more than strict structure. When audience perspective changes everything.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When to use which? AUTOMAT: functional tasks where output format matters most. Data extraction, protocol formatting - clear transformation. CO-STAR: strategic content where audience and context matter. Reports for investors vs engineers need different approaches - that's CO-STAR territory. Think: Is audience perspective critical? If yes, CO-STAR.</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**Quick Check:** "I'll name a task. Call out which framework! Ready? Task 1: Literature review for journal introduction..." (5 quick-fire examples)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&gt; CO-STAR: six components for strategic communication. Context provides background and situation. Objective defines what success looks like. Style sets writing approach - academic? Journalistic? Technical? Tone sets emotional quality - confident? Cautious? Formal? Audience defines who reads this and their needs. Response specifies exact format and structure. Together, these eliminate ambiguity for narrative tasks.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 Context component - rich background. Not just "write about our materials" but WHY (funding round), WHO (ESG-focused investors), WHAT'S AVAILABLE (strong technical data), WHAT'S MISSING (narrative). This context shapes everything - writing style, technical depth, emphasis. Without it, AI writes generic content.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Objective must be specific. Not "write about materials" but "create compelling narrative positioning ceramics as sustainable alternative, emphasizing 40% carbon reduction." See the difference? Vague objective gets generic writing. Specific objective defines success criteria. What should reader think/feel/do after reading?</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**Think-Pair-Share:** "Turn to </a:t>
            </a:r>
            <a:r>
              <a:rPr lang="en-GB" sz="1200" b="0" kern="1200" dirty="0" err="1">
                <a:solidFill>
                  <a:schemeClr val="tx1"/>
                </a:solidFill>
                <a:effectLst/>
                <a:latin typeface="+mn-lt"/>
                <a:ea typeface="+mn-ea"/>
                <a:cs typeface="+mn-cs"/>
              </a:rPr>
              <a:t>neighbor</a:t>
            </a:r>
            <a:r>
              <a:rPr lang="en-GB" sz="1200" b="0" kern="1200" dirty="0">
                <a:solidFill>
                  <a:schemeClr val="tx1"/>
                </a:solidFill>
                <a:effectLst/>
                <a:latin typeface="+mn-lt"/>
                <a:ea typeface="+mn-ea"/>
                <a:cs typeface="+mn-cs"/>
              </a:rPr>
              <a:t>. Take this vague objective: 'Help with grant proposal.' Make it specific." (2 minutes, then share examples)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 Style and Tone together create voice. Style is writing approach - academic formality vs journalistic storytelling. Tone is emotional quality - confident vs cautious. Different combinations for different needs. Investor pitch: journalistic style, confident tone. Safety protocol: technical style, cautious tone. These aren't optional - they're strategic choices.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Audience and Response complete the framework. Audience defines who reads this and their needs - technical background, priorities, </a:t>
            </a:r>
            <a:r>
              <a:rPr lang="en-GB" sz="1200" b="0" kern="1200" dirty="0" err="1">
                <a:solidFill>
                  <a:schemeClr val="tx1"/>
                </a:solidFill>
                <a:effectLst/>
                <a:latin typeface="+mn-lt"/>
                <a:ea typeface="+mn-ea"/>
                <a:cs typeface="+mn-cs"/>
              </a:rPr>
              <a:t>skepticism</a:t>
            </a:r>
            <a:r>
              <a:rPr lang="en-GB" sz="1200" b="0" kern="1200" dirty="0">
                <a:solidFill>
                  <a:schemeClr val="tx1"/>
                </a:solidFill>
                <a:effectLst/>
                <a:latin typeface="+mn-lt"/>
                <a:ea typeface="+mn-ea"/>
                <a:cs typeface="+mn-cs"/>
              </a:rPr>
              <a:t>. Response specifies exact structure - not just "write a summary" but "2-page summary with these specific sections in this order." Together they ensure output matches audience needs perfectly.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sz="1200" b="0" kern="1200" dirty="0">
                <a:solidFill>
                  <a:schemeClr val="tx1"/>
                </a:solidFill>
                <a:effectLst/>
                <a:latin typeface="+mn-lt"/>
                <a:ea typeface="+mn-ea"/>
                <a:cs typeface="+mn-cs"/>
              </a:rPr>
              <a:t>&gt; Live demo time! Real scenario: R&amp;D Director wants to understand business case for lab AI adoption. I'll build complete CO-STAR prompt live, covering all six components. Then we'll execute and assess quality. Watch how each component shapes the output. [Execute live: Build prompt explaining each component as you add it, then show result and assess whether it meets all criteria]</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**Live Demo (7 min):**</a:t>
            </a:r>
          </a:p>
          <a:p>
            <a:r>
              <a:rPr lang="en-GB" sz="1200" b="0" kern="1200" dirty="0">
                <a:solidFill>
                  <a:schemeClr val="tx1"/>
                </a:solidFill>
                <a:effectLst/>
                <a:latin typeface="+mn-lt"/>
                <a:ea typeface="+mn-ea"/>
                <a:cs typeface="+mn-cs"/>
              </a:rPr>
              <a:t>&gt; 1. Explain scenario (1 min)</a:t>
            </a:r>
          </a:p>
          <a:p>
            <a:r>
              <a:rPr lang="en-GB" sz="1200" b="0" kern="1200" dirty="0">
                <a:solidFill>
                  <a:schemeClr val="tx1"/>
                </a:solidFill>
                <a:effectLst/>
                <a:latin typeface="+mn-lt"/>
                <a:ea typeface="+mn-ea"/>
                <a:cs typeface="+mn-cs"/>
              </a:rPr>
              <a:t>&gt; 2. Build CO-STAR prompt live, component by component (3 min)</a:t>
            </a:r>
          </a:p>
          <a:p>
            <a:r>
              <a:rPr lang="en-GB" sz="1200" b="0" kern="1200" dirty="0">
                <a:solidFill>
                  <a:schemeClr val="tx1"/>
                </a:solidFill>
                <a:effectLst/>
                <a:latin typeface="+mn-lt"/>
                <a:ea typeface="+mn-ea"/>
                <a:cs typeface="+mn-cs"/>
              </a:rPr>
              <a:t>&gt; 3. Execute in sandbox (1 min)</a:t>
            </a:r>
          </a:p>
          <a:p>
            <a:r>
              <a:rPr lang="en-GB" sz="1200" b="0" kern="1200" dirty="0">
                <a:solidFill>
                  <a:schemeClr val="tx1"/>
                </a:solidFill>
                <a:effectLst/>
                <a:latin typeface="+mn-lt"/>
                <a:ea typeface="+mn-ea"/>
                <a:cs typeface="+mn-cs"/>
              </a:rPr>
              <a:t>&gt; 4. Review output quality together (2 min)</a:t>
            </a:r>
          </a:p>
          <a:p>
            <a:pPr marL="171450" indent="-171450">
              <a:buFont typeface="Wingdings" panose="05000000000000000000" pitchFamily="2" charset="2"/>
              <a:buChar char="Ø"/>
            </a:pPr>
            <a:r>
              <a:rPr lang="en-GB" sz="1200" b="0" kern="1200" dirty="0">
                <a:solidFill>
                  <a:schemeClr val="tx1"/>
                </a:solidFill>
                <a:effectLst/>
                <a:latin typeface="+mn-lt"/>
                <a:ea typeface="+mn-ea"/>
                <a:cs typeface="+mn-cs"/>
              </a:rPr>
              <a:t>5. Highlight which components shaped which output elements</a:t>
            </a: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[C] Context: </a:t>
            </a:r>
            <a:r>
              <a:rPr lang="en-GB" sz="1200" b="0" kern="1200" dirty="0" err="1">
                <a:solidFill>
                  <a:schemeClr val="tx1"/>
                </a:solidFill>
                <a:effectLst/>
                <a:latin typeface="+mn-lt"/>
                <a:ea typeface="+mn-ea"/>
                <a:cs typeface="+mn-cs"/>
              </a:rPr>
              <a:t>AmaDema's</a:t>
            </a:r>
            <a:r>
              <a:rPr lang="en-GB" sz="1200" b="0" kern="1200" dirty="0">
                <a:solidFill>
                  <a:schemeClr val="tx1"/>
                </a:solidFill>
                <a:effectLst/>
                <a:latin typeface="+mn-lt"/>
                <a:ea typeface="+mn-ea"/>
                <a:cs typeface="+mn-cs"/>
              </a:rPr>
              <a:t> R&amp;D team (12 scientists) currently spends </a:t>
            </a:r>
          </a:p>
          <a:p>
            <a:r>
              <a:rPr lang="en-GB" sz="1200" b="0" kern="1200" dirty="0">
                <a:solidFill>
                  <a:schemeClr val="tx1"/>
                </a:solidFill>
                <a:effectLst/>
                <a:latin typeface="+mn-lt"/>
                <a:ea typeface="+mn-ea"/>
                <a:cs typeface="+mn-cs"/>
              </a:rPr>
              <a:t>significant time on literature reviews, data analysis, and report </a:t>
            </a:r>
          </a:p>
          <a:p>
            <a:r>
              <a:rPr lang="en-GB" sz="1200" b="0" kern="1200" dirty="0">
                <a:solidFill>
                  <a:schemeClr val="tx1"/>
                </a:solidFill>
                <a:effectLst/>
                <a:latin typeface="+mn-lt"/>
                <a:ea typeface="+mn-ea"/>
                <a:cs typeface="+mn-cs"/>
              </a:rPr>
              <a:t>writing. We're evaluating AI tool adoption following this training </a:t>
            </a:r>
          </a:p>
          <a:p>
            <a:r>
              <a:rPr lang="en-GB" sz="1200" b="0" kern="1200" dirty="0">
                <a:solidFill>
                  <a:schemeClr val="tx1"/>
                </a:solidFill>
                <a:effectLst/>
                <a:latin typeface="+mn-lt"/>
                <a:ea typeface="+mn-ea"/>
                <a:cs typeface="+mn-cs"/>
              </a:rPr>
              <a:t>programme. R&amp;D Director is scientifically-minded but cautious about </a:t>
            </a:r>
          </a:p>
          <a:p>
            <a:r>
              <a:rPr lang="en-GB" sz="1200" b="0" kern="1200" dirty="0">
                <a:solidFill>
                  <a:schemeClr val="tx1"/>
                </a:solidFill>
                <a:effectLst/>
                <a:latin typeface="+mn-lt"/>
                <a:ea typeface="+mn-ea"/>
                <a:cs typeface="+mn-cs"/>
              </a:rPr>
              <a:t>new technologies. She's concerned about accuracy and reliability, </a:t>
            </a:r>
          </a:p>
          <a:p>
            <a:r>
              <a:rPr lang="en-GB" sz="1200" b="0" kern="1200" dirty="0">
                <a:solidFill>
                  <a:schemeClr val="tx1"/>
                </a:solidFill>
                <a:effectLst/>
                <a:latin typeface="+mn-lt"/>
                <a:ea typeface="+mn-ea"/>
                <a:cs typeface="+mn-cs"/>
              </a:rPr>
              <a:t>IP security (we have proprietary synthesis methods), staff training </a:t>
            </a:r>
          </a:p>
          <a:p>
            <a:r>
              <a:rPr lang="en-GB" sz="1200" b="0" kern="1200" dirty="0">
                <a:solidFill>
                  <a:schemeClr val="tx1"/>
                </a:solidFill>
                <a:effectLst/>
                <a:latin typeface="+mn-lt"/>
                <a:ea typeface="+mn-ea"/>
                <a:cs typeface="+mn-cs"/>
              </a:rPr>
              <a:t>time investment, and whether productivity gains justify costs. Two </a:t>
            </a:r>
          </a:p>
          <a:p>
            <a:r>
              <a:rPr lang="en-GB" sz="1200" b="0" kern="1200" dirty="0">
                <a:solidFill>
                  <a:schemeClr val="tx1"/>
                </a:solidFill>
                <a:effectLst/>
                <a:latin typeface="+mn-lt"/>
                <a:ea typeface="+mn-ea"/>
                <a:cs typeface="+mn-cs"/>
              </a:rPr>
              <a:t>team members are enthusiastic, but others are sceptical. Decision </a:t>
            </a:r>
          </a:p>
          <a:p>
            <a:r>
              <a:rPr lang="en-GB" sz="1200" b="0" kern="1200" dirty="0">
                <a:solidFill>
                  <a:schemeClr val="tx1"/>
                </a:solidFill>
                <a:effectLst/>
                <a:latin typeface="+mn-lt"/>
                <a:ea typeface="+mn-ea"/>
                <a:cs typeface="+mn-cs"/>
              </a:rPr>
              <a:t>needed within 2 weeks for budget planning.</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[O] Objective: Persuade R&amp;D Director to approve AI tool adoption </a:t>
            </a:r>
          </a:p>
          <a:p>
            <a:r>
              <a:rPr lang="en-GB" sz="1200" b="0" kern="1200" dirty="0">
                <a:solidFill>
                  <a:schemeClr val="tx1"/>
                </a:solidFill>
                <a:effectLst/>
                <a:latin typeface="+mn-lt"/>
                <a:ea typeface="+mn-ea"/>
                <a:cs typeface="+mn-cs"/>
              </a:rPr>
              <a:t>by directly addressing her four concerns whilst building confidence </a:t>
            </a:r>
          </a:p>
          <a:p>
            <a:r>
              <a:rPr lang="en-GB" sz="1200" b="0" kern="1200" dirty="0">
                <a:solidFill>
                  <a:schemeClr val="tx1"/>
                </a:solidFill>
                <a:effectLst/>
                <a:latin typeface="+mn-lt"/>
                <a:ea typeface="+mn-ea"/>
                <a:cs typeface="+mn-cs"/>
              </a:rPr>
              <a:t>in the technology. Goal is approval to proceed with pilot programme </a:t>
            </a:r>
          </a:p>
          <a:p>
            <a:r>
              <a:rPr lang="en-GB" sz="1200" b="0" kern="1200" dirty="0">
                <a:solidFill>
                  <a:schemeClr val="tx1"/>
                </a:solidFill>
                <a:effectLst/>
                <a:latin typeface="+mn-lt"/>
                <a:ea typeface="+mn-ea"/>
                <a:cs typeface="+mn-cs"/>
              </a:rPr>
              <a:t>(3 months, 5 users) rather than wholesale rejection or indefinite </a:t>
            </a:r>
          </a:p>
          <a:p>
            <a:r>
              <a:rPr lang="en-GB" sz="1200" b="0" kern="1200" dirty="0">
                <a:solidFill>
                  <a:schemeClr val="tx1"/>
                </a:solidFill>
                <a:effectLst/>
                <a:latin typeface="+mn-lt"/>
                <a:ea typeface="+mn-ea"/>
                <a:cs typeface="+mn-cs"/>
              </a:rPr>
              <a:t>"we'll think about it."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 Style: Professional scientific memo. Evidence-based arguments </a:t>
            </a:r>
          </a:p>
          <a:p>
            <a:r>
              <a:rPr lang="en-GB" sz="1200" b="0" kern="1200" dirty="0">
                <a:solidFill>
                  <a:schemeClr val="tx1"/>
                </a:solidFill>
                <a:effectLst/>
                <a:latin typeface="+mn-lt"/>
                <a:ea typeface="+mn-ea"/>
                <a:cs typeface="+mn-cs"/>
              </a:rPr>
              <a:t>using quantitative data where possible. Acknowledge risks honestly </a:t>
            </a:r>
          </a:p>
          <a:p>
            <a:r>
              <a:rPr lang="en-GB" sz="1200" b="0" kern="1200" dirty="0">
                <a:solidFill>
                  <a:schemeClr val="tx1"/>
                </a:solidFill>
                <a:effectLst/>
                <a:latin typeface="+mn-lt"/>
                <a:ea typeface="+mn-ea"/>
                <a:cs typeface="+mn-cs"/>
              </a:rPr>
              <a:t>rather than overselling. Think "credible colleague recommendation" </a:t>
            </a:r>
          </a:p>
          <a:p>
            <a:r>
              <a:rPr lang="en-GB" sz="1200" b="0" kern="1200" dirty="0">
                <a:solidFill>
                  <a:schemeClr val="tx1"/>
                </a:solidFill>
                <a:effectLst/>
                <a:latin typeface="+mn-lt"/>
                <a:ea typeface="+mn-ea"/>
                <a:cs typeface="+mn-cs"/>
              </a:rPr>
              <a:t>not "sales pitch." Use clear structure with bullet points for </a:t>
            </a:r>
          </a:p>
          <a:p>
            <a:r>
              <a:rPr lang="en-GB" sz="1200" b="0" kern="1200" dirty="0" err="1">
                <a:solidFill>
                  <a:schemeClr val="tx1"/>
                </a:solidFill>
                <a:effectLst/>
                <a:latin typeface="+mn-lt"/>
                <a:ea typeface="+mn-ea"/>
                <a:cs typeface="+mn-cs"/>
              </a:rPr>
              <a:t>scannability</a:t>
            </a:r>
            <a:r>
              <a:rPr lang="en-GB" sz="1200" b="0" kern="1200" dirty="0">
                <a:solidFill>
                  <a:schemeClr val="tx1"/>
                </a:solidFill>
                <a:effectLst/>
                <a:latin typeface="+mn-lt"/>
                <a:ea typeface="+mn-ea"/>
                <a:cs typeface="+mn-cs"/>
              </a:rPr>
              <a: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 Tone: Confident but measured. Respectful of concerns (they're </a:t>
            </a:r>
          </a:p>
          <a:p>
            <a:r>
              <a:rPr lang="en-GB" sz="1200" b="0" kern="1200" dirty="0">
                <a:solidFill>
                  <a:schemeClr val="tx1"/>
                </a:solidFill>
                <a:effectLst/>
                <a:latin typeface="+mn-lt"/>
                <a:ea typeface="+mn-ea"/>
                <a:cs typeface="+mn-cs"/>
              </a:rPr>
              <a:t>legitimate). Optimistic about benefits but realistic about </a:t>
            </a:r>
          </a:p>
          <a:p>
            <a:r>
              <a:rPr lang="en-GB" sz="1200" b="0" kern="1200" dirty="0">
                <a:solidFill>
                  <a:schemeClr val="tx1"/>
                </a:solidFill>
                <a:effectLst/>
                <a:latin typeface="+mn-lt"/>
                <a:ea typeface="+mn-ea"/>
                <a:cs typeface="+mn-cs"/>
              </a:rPr>
              <a:t>limitations. "Informed recommendation" tone rather than "breathless </a:t>
            </a:r>
          </a:p>
          <a:p>
            <a:r>
              <a:rPr lang="en-GB" sz="1200" b="0" kern="1200" dirty="0">
                <a:solidFill>
                  <a:schemeClr val="tx1"/>
                </a:solidFill>
                <a:effectLst/>
                <a:latin typeface="+mn-lt"/>
                <a:ea typeface="+mn-ea"/>
                <a:cs typeface="+mn-cs"/>
              </a:rPr>
              <a:t>enthusiasm" or "fearful caution."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 Audience: R&amp;D Director with PhD in materials science, 15 years </a:t>
            </a:r>
          </a:p>
          <a:p>
            <a:r>
              <a:rPr lang="en-GB" sz="1200" b="0" kern="1200" dirty="0">
                <a:solidFill>
                  <a:schemeClr val="tx1"/>
                </a:solidFill>
                <a:effectLst/>
                <a:latin typeface="+mn-lt"/>
                <a:ea typeface="+mn-ea"/>
                <a:cs typeface="+mn-cs"/>
              </a:rPr>
              <a:t>industry experience. Values evidence over hype. Responsible for </a:t>
            </a:r>
          </a:p>
          <a:p>
            <a:r>
              <a:rPr lang="en-GB" sz="1200" b="0" kern="1200" dirty="0">
                <a:solidFill>
                  <a:schemeClr val="tx1"/>
                </a:solidFill>
                <a:effectLst/>
                <a:latin typeface="+mn-lt"/>
                <a:ea typeface="+mn-ea"/>
                <a:cs typeface="+mn-cs"/>
              </a:rPr>
              <a:t>team productivity and budget. Familiar with AI in popular media </a:t>
            </a:r>
          </a:p>
          <a:p>
            <a:r>
              <a:rPr lang="en-GB" sz="1200" b="0" kern="1200" dirty="0">
                <a:solidFill>
                  <a:schemeClr val="tx1"/>
                </a:solidFill>
                <a:effectLst/>
                <a:latin typeface="+mn-lt"/>
                <a:ea typeface="+mn-ea"/>
                <a:cs typeface="+mn-cs"/>
              </a:rPr>
              <a:t>but limited hands-on experience. Will fact-check claims and consult </a:t>
            </a:r>
          </a:p>
          <a:p>
            <a:r>
              <a:rPr lang="en-GB" sz="1200" b="0" kern="1200" dirty="0">
                <a:solidFill>
                  <a:schemeClr val="tx1"/>
                </a:solidFill>
                <a:effectLst/>
                <a:latin typeface="+mn-lt"/>
                <a:ea typeface="+mn-ea"/>
                <a:cs typeface="+mn-cs"/>
              </a:rPr>
              <a:t>with team. Priorities: protecting IP, maintaining research quality, </a:t>
            </a:r>
          </a:p>
          <a:p>
            <a:r>
              <a:rPr lang="en-GB" sz="1200" b="0" kern="1200" dirty="0">
                <a:solidFill>
                  <a:schemeClr val="tx1"/>
                </a:solidFill>
                <a:effectLst/>
                <a:latin typeface="+mn-lt"/>
                <a:ea typeface="+mn-ea"/>
                <a:cs typeface="+mn-cs"/>
              </a:rPr>
              <a:t>team efficiency, budget justification.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 Response: 1-page memo (approximately 600 words) with structure: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Opening: Brief context and recommendation (1 paragraph)</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Section 1: Benefits - Quantified productivity gains (1 paragraph)</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Section 2: Addressing Concerns - Directly tackle each of 4 concerns </a:t>
            </a:r>
          </a:p>
          <a:p>
            <a:r>
              <a:rPr lang="en-GB" sz="1200" b="0" kern="1200" dirty="0">
                <a:solidFill>
                  <a:schemeClr val="tx1"/>
                </a:solidFill>
                <a:effectLst/>
                <a:latin typeface="+mn-lt"/>
                <a:ea typeface="+mn-ea"/>
                <a:cs typeface="+mn-cs"/>
              </a:rPr>
              <a:t>with evidence-based responses (4 short paragraphs or bullet sections)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Section 3: Proposed Pilot - 3-month trial with clear success </a:t>
            </a:r>
          </a:p>
          <a:p>
            <a:r>
              <a:rPr lang="en-GB" sz="1200" b="0" kern="1200" dirty="0">
                <a:solidFill>
                  <a:schemeClr val="tx1"/>
                </a:solidFill>
                <a:effectLst/>
                <a:latin typeface="+mn-lt"/>
                <a:ea typeface="+mn-ea"/>
                <a:cs typeface="+mn-cs"/>
              </a:rPr>
              <a:t>metrics (1 paragraph)</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Closing: Call to action - meeting request (1 sentence)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Use bold for key metrics. Professional memo formatting.</a:t>
            </a: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**Expected Output:** Persuasive memo that addresses all concerns, provides evidence, proposes concrete pilot, appropriate for scientifically-minded decision-maker.</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**Speaker Notes:**</a:t>
            </a:r>
          </a:p>
          <a:p>
            <a:r>
              <a:rPr lang="en-GB" sz="1200" b="0" kern="1200" dirty="0">
                <a:solidFill>
                  <a:schemeClr val="tx1"/>
                </a:solidFill>
                <a:effectLst/>
                <a:latin typeface="+mn-lt"/>
                <a:ea typeface="+mn-ea"/>
                <a:cs typeface="+mn-cs"/>
              </a:rPr>
              <a:t>&gt; Live demo time! Real scenario from your world: R&amp;D Director considering AI adoption, has four concerns. I'll build complete CO-STAR prompt live. Watch how each component shapes output. [C] Context - situation and concerns [type whilst explaining]. [O] Objective - not just "explain AI" but persuade toward specific decision [type]. [S] Style - professional scientific memo, evidence-based [type]. [T] Tone - confident but measured, respectful of concerns [type]. [A] Audience - PhD scientist, values evidence, responsible for budget [type]. [R] Response - exact structure, section by section [type]. Now execute [run in sandbox]. Let's assess: Does it address all four concerns? Is tone appropriate? Would this persuade you if you were the Director? [Discuss output quality, highlight how each CO-STAR component shaped specific output elements]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**Live Demo (7 min):**</a:t>
            </a:r>
          </a:p>
          <a:p>
            <a:r>
              <a:rPr lang="en-GB" sz="1200" b="0" kern="1200" dirty="0">
                <a:solidFill>
                  <a:schemeClr val="tx1"/>
                </a:solidFill>
                <a:effectLst/>
                <a:latin typeface="+mn-lt"/>
                <a:ea typeface="+mn-ea"/>
                <a:cs typeface="+mn-cs"/>
              </a:rPr>
              <a:t>&gt; 1. Explain scenario - R&amp;D Director's concerns (1 min)</a:t>
            </a:r>
          </a:p>
          <a:p>
            <a:r>
              <a:rPr lang="en-GB" sz="1200" b="0" kern="1200" dirty="0">
                <a:solidFill>
                  <a:schemeClr val="tx1"/>
                </a:solidFill>
                <a:effectLst/>
                <a:latin typeface="+mn-lt"/>
                <a:ea typeface="+mn-ea"/>
                <a:cs typeface="+mn-cs"/>
              </a:rPr>
              <a:t>&gt; 2. Build CO-STAR prompt live, explaining each component as you type (3 min)</a:t>
            </a:r>
          </a:p>
          <a:p>
            <a:r>
              <a:rPr lang="en-GB" sz="1200" b="0" kern="1200" dirty="0">
                <a:solidFill>
                  <a:schemeClr val="tx1"/>
                </a:solidFill>
                <a:effectLst/>
                <a:latin typeface="+mn-lt"/>
                <a:ea typeface="+mn-ea"/>
                <a:cs typeface="+mn-cs"/>
              </a:rPr>
              <a:t>&gt; 3. Execute in sandbox (30 sec)</a:t>
            </a:r>
          </a:p>
          <a:p>
            <a:r>
              <a:rPr lang="en-GB" sz="1200" b="0" kern="1200" dirty="0">
                <a:solidFill>
                  <a:schemeClr val="tx1"/>
                </a:solidFill>
                <a:effectLst/>
                <a:latin typeface="+mn-lt"/>
                <a:ea typeface="+mn-ea"/>
                <a:cs typeface="+mn-cs"/>
              </a:rPr>
              <a:t>&gt; 4. Review output quality together (2.5 min):</a:t>
            </a:r>
          </a:p>
          <a:p>
            <a:r>
              <a:rPr lang="en-GB" sz="1200" b="0" kern="1200" dirty="0">
                <a:solidFill>
                  <a:schemeClr val="tx1"/>
                </a:solidFill>
                <a:effectLst/>
                <a:latin typeface="+mn-lt"/>
                <a:ea typeface="+mn-ea"/>
                <a:cs typeface="+mn-cs"/>
              </a:rPr>
              <a:t>&gt;    - Does it address all 4 concerns?</a:t>
            </a:r>
          </a:p>
          <a:p>
            <a:r>
              <a:rPr lang="en-GB" sz="1200" b="0" kern="1200" dirty="0">
                <a:solidFill>
                  <a:schemeClr val="tx1"/>
                </a:solidFill>
                <a:effectLst/>
                <a:latin typeface="+mn-lt"/>
                <a:ea typeface="+mn-ea"/>
                <a:cs typeface="+mn-cs"/>
              </a:rPr>
              <a:t>&gt;    - Is tone appropriate for scientific audience?</a:t>
            </a:r>
          </a:p>
          <a:p>
            <a:r>
              <a:rPr lang="en-GB" sz="1200" b="0" kern="1200" dirty="0">
                <a:solidFill>
                  <a:schemeClr val="tx1"/>
                </a:solidFill>
                <a:effectLst/>
                <a:latin typeface="+mn-lt"/>
                <a:ea typeface="+mn-ea"/>
                <a:cs typeface="+mn-cs"/>
              </a:rPr>
              <a:t>&gt;    - Would this persuade a sceptical Director?</a:t>
            </a:r>
          </a:p>
          <a:p>
            <a:r>
              <a:rPr lang="en-GB" sz="1200" b="0" kern="1200" dirty="0">
                <a:solidFill>
                  <a:schemeClr val="tx1"/>
                </a:solidFill>
                <a:effectLst/>
                <a:latin typeface="+mn-lt"/>
                <a:ea typeface="+mn-ea"/>
                <a:cs typeface="+mn-cs"/>
              </a:rPr>
              <a:t>&gt; 5. Highlight how specific CO-STAR components shaped output (e.g., Tone → respectful acknowledgement of concerns; Audience → evidence-based rather than hype)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GB" sz="1200" b="0" kern="1200" dirty="0">
                <a:solidFill>
                  <a:schemeClr val="tx1"/>
                </a:solidFill>
                <a:effectLst/>
                <a:latin typeface="+mn-lt"/>
                <a:ea typeface="+mn-ea"/>
                <a:cs typeface="+mn-cs"/>
              </a:rPr>
              <a:t>&gt; Big group activity! Groups of 3-4. You'll build a complete CO-STAR prompt for a management memo about green AI practices. Assign roles now: facilitator, note-taker, presenter, quality checker. Spend first 5 minutes discussing what each component should say, then 7 minutes writing it. One group will test their prompt in sandbox. Fifteen minutes starting... now!</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**Small Group Work (15 min):**</a:t>
            </a:r>
          </a:p>
          <a:p>
            <a:r>
              <a:rPr lang="en-GB" sz="1200" b="0" kern="1200" dirty="0">
                <a:solidFill>
                  <a:schemeClr val="tx1"/>
                </a:solidFill>
                <a:effectLst/>
                <a:latin typeface="+mn-lt"/>
                <a:ea typeface="+mn-ea"/>
                <a:cs typeface="+mn-cs"/>
              </a:rPr>
              <a:t>&gt; - Form groups, assign roles</a:t>
            </a:r>
          </a:p>
          <a:p>
            <a:r>
              <a:rPr lang="en-GB" sz="1200" b="0" kern="1200" dirty="0">
                <a:solidFill>
                  <a:schemeClr val="tx1"/>
                </a:solidFill>
                <a:effectLst/>
                <a:latin typeface="+mn-lt"/>
                <a:ea typeface="+mn-ea"/>
                <a:cs typeface="+mn-cs"/>
              </a:rPr>
              <a:t>&gt; - Circulate to guide discussions</a:t>
            </a:r>
          </a:p>
          <a:p>
            <a:r>
              <a:rPr lang="en-GB" sz="1200" b="0" kern="1200" dirty="0">
                <a:solidFill>
                  <a:schemeClr val="tx1"/>
                </a:solidFill>
                <a:effectLst/>
                <a:latin typeface="+mn-lt"/>
                <a:ea typeface="+mn-ea"/>
                <a:cs typeface="+mn-cs"/>
              </a:rPr>
              <a:t>&gt; - Listen for good examples to highlight</a:t>
            </a:r>
          </a:p>
          <a:p>
            <a:r>
              <a:rPr lang="en-GB" sz="1200" b="0" kern="1200" dirty="0">
                <a:solidFill>
                  <a:schemeClr val="tx1"/>
                </a:solidFill>
                <a:effectLst/>
                <a:latin typeface="+mn-lt"/>
                <a:ea typeface="+mn-ea"/>
                <a:cs typeface="+mn-cs"/>
              </a:rPr>
              <a:t>&gt; - Give 5-min and 2-min warnings</a:t>
            </a:r>
          </a:p>
          <a:p>
            <a:pPr marL="171450" indent="-171450">
              <a:buFont typeface="Wingdings" panose="05000000000000000000" pitchFamily="2" charset="2"/>
              <a:buChar char="Ø"/>
            </a:pPr>
            <a:r>
              <a:rPr lang="en-GB" sz="1200" b="0" kern="1200" dirty="0">
                <a:solidFill>
                  <a:schemeClr val="tx1"/>
                </a:solidFill>
                <a:effectLst/>
                <a:latin typeface="+mn-lt"/>
                <a:ea typeface="+mn-ea"/>
                <a:cs typeface="+mn-cs"/>
              </a:rPr>
              <a:t>- Select one group to test in sandbox</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Big group activity! Groups of 3-4. You'll build a complete CO-STAR prompt for a management memo about green AI practices. Assign roles now: facilitator, note-taker, presenter, quality checker. Spend first 5 minutes discussing what each component should say, then 7 minutes writing it. One group will test their prompt in sandbox. Fifteen minutes starting... now!</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GB" sz="1200" b="0" kern="1200" dirty="0">
                <a:solidFill>
                  <a:schemeClr val="tx1"/>
                </a:solidFill>
                <a:effectLst/>
                <a:latin typeface="+mn-lt"/>
                <a:ea typeface="+mn-ea"/>
                <a:cs typeface="+mn-cs"/>
              </a:rPr>
              <a:t>**GUIDANCE FOR GROUPS:**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**Context component should include:**</a:t>
            </a:r>
          </a:p>
          <a:p>
            <a:r>
              <a:rPr lang="en-GB" sz="1200" b="0" kern="1200" dirty="0">
                <a:solidFill>
                  <a:schemeClr val="tx1"/>
                </a:solidFill>
                <a:effectLst/>
                <a:latin typeface="+mn-lt"/>
                <a:ea typeface="+mn-ea"/>
                <a:cs typeface="+mn-cs"/>
              </a:rPr>
              <a:t>- Current AI usage in R&amp;D</a:t>
            </a:r>
          </a:p>
          <a:p>
            <a:r>
              <a:rPr lang="en-GB" sz="1200" b="0" kern="1200" dirty="0">
                <a:solidFill>
                  <a:schemeClr val="tx1"/>
                </a:solidFill>
                <a:effectLst/>
                <a:latin typeface="+mn-lt"/>
                <a:ea typeface="+mn-ea"/>
                <a:cs typeface="+mn-cs"/>
              </a:rPr>
              <a:t>- Management's sustainability priorities</a:t>
            </a:r>
          </a:p>
          <a:p>
            <a:r>
              <a:rPr lang="en-GB" sz="1200" b="0" kern="1200" dirty="0">
                <a:solidFill>
                  <a:schemeClr val="tx1"/>
                </a:solidFill>
                <a:effectLst/>
                <a:latin typeface="+mn-lt"/>
                <a:ea typeface="+mn-ea"/>
                <a:cs typeface="+mn-cs"/>
              </a:rPr>
              <a:t>- Why this matters now</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**Objective should be:**</a:t>
            </a:r>
          </a:p>
          <a:p>
            <a:r>
              <a:rPr lang="en-GB" sz="1200" b="0" kern="1200" dirty="0">
                <a:solidFill>
                  <a:schemeClr val="tx1"/>
                </a:solidFill>
                <a:effectLst/>
                <a:latin typeface="+mn-lt"/>
                <a:ea typeface="+mn-ea"/>
                <a:cs typeface="+mn-cs"/>
              </a:rPr>
              <a:t>- Specific goal (approval? pilot programme? budget allocation?)</a:t>
            </a:r>
          </a:p>
          <a:p>
            <a:r>
              <a:rPr lang="en-GB" sz="1200" b="0" kern="1200" dirty="0">
                <a:solidFill>
                  <a:schemeClr val="tx1"/>
                </a:solidFill>
                <a:effectLst/>
                <a:latin typeface="+mn-lt"/>
                <a:ea typeface="+mn-ea"/>
                <a:cs typeface="+mn-cs"/>
              </a:rPr>
              <a:t>- What decision you want management to make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**Style considerations:**</a:t>
            </a:r>
          </a:p>
          <a:p>
            <a:r>
              <a:rPr lang="en-GB" sz="1200" b="0" kern="1200" dirty="0">
                <a:solidFill>
                  <a:schemeClr val="tx1"/>
                </a:solidFill>
                <a:effectLst/>
                <a:latin typeface="+mn-lt"/>
                <a:ea typeface="+mn-ea"/>
                <a:cs typeface="+mn-cs"/>
              </a:rPr>
              <a:t>- Mixed audience (technical and business)</a:t>
            </a:r>
          </a:p>
          <a:p>
            <a:r>
              <a:rPr lang="en-GB" sz="1200" b="0" kern="1200" dirty="0">
                <a:solidFill>
                  <a:schemeClr val="tx1"/>
                </a:solidFill>
                <a:effectLst/>
                <a:latin typeface="+mn-lt"/>
                <a:ea typeface="+mn-ea"/>
                <a:cs typeface="+mn-cs"/>
              </a:rPr>
              <a:t>- Need to balance technical credibility with business language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**Tone considerations:**</a:t>
            </a:r>
          </a:p>
          <a:p>
            <a:r>
              <a:rPr lang="en-GB" sz="1200" b="0" kern="1200" dirty="0">
                <a:solidFill>
                  <a:schemeClr val="tx1"/>
                </a:solidFill>
                <a:effectLst/>
                <a:latin typeface="+mn-lt"/>
                <a:ea typeface="+mn-ea"/>
                <a:cs typeface="+mn-cs"/>
              </a:rPr>
              <a:t>- Opportunity framing vs problem framing?</a:t>
            </a:r>
          </a:p>
          <a:p>
            <a:r>
              <a:rPr lang="en-GB" sz="1200" b="0" kern="1200" dirty="0">
                <a:solidFill>
                  <a:schemeClr val="tx1"/>
                </a:solidFill>
                <a:effectLst/>
                <a:latin typeface="+mn-lt"/>
                <a:ea typeface="+mn-ea"/>
                <a:cs typeface="+mn-cs"/>
              </a:rPr>
              <a:t>- Urgent vs informational?</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**Audience considerations:**</a:t>
            </a:r>
          </a:p>
          <a:p>
            <a:r>
              <a:rPr lang="en-GB" sz="1200" b="0" kern="1200" dirty="0">
                <a:solidFill>
                  <a:schemeClr val="tx1"/>
                </a:solidFill>
                <a:effectLst/>
                <a:latin typeface="+mn-lt"/>
                <a:ea typeface="+mn-ea"/>
                <a:cs typeface="+mn-cs"/>
              </a:rPr>
              <a:t>- CEO, CTO, CFO have different priorities</a:t>
            </a:r>
          </a:p>
          <a:p>
            <a:r>
              <a:rPr lang="en-GB" sz="1200" b="0" kern="1200" dirty="0">
                <a:solidFill>
                  <a:schemeClr val="tx1"/>
                </a:solidFill>
                <a:effectLst/>
                <a:latin typeface="+mn-lt"/>
                <a:ea typeface="+mn-ea"/>
                <a:cs typeface="+mn-cs"/>
              </a:rPr>
              <a:t>- What does each care about?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**Response format:**</a:t>
            </a:r>
          </a:p>
          <a:p>
            <a:r>
              <a:rPr lang="en-GB" sz="1200" b="0" kern="1200" dirty="0">
                <a:solidFill>
                  <a:schemeClr val="tx1"/>
                </a:solidFill>
                <a:effectLst/>
                <a:latin typeface="+mn-lt"/>
                <a:ea typeface="+mn-ea"/>
                <a:cs typeface="+mn-cs"/>
              </a:rPr>
              <a:t>- What structure would work for busy executives?</a:t>
            </a:r>
          </a:p>
          <a:p>
            <a:r>
              <a:rPr lang="en-GB" sz="1200" b="0" kern="1200" dirty="0">
                <a:solidFill>
                  <a:schemeClr val="tx1"/>
                </a:solidFill>
                <a:effectLst/>
                <a:latin typeface="+mn-lt"/>
                <a:ea typeface="+mn-ea"/>
                <a:cs typeface="+mn-cs"/>
              </a:rPr>
              <a:t>- How to make it scannable?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**Speaker Notes:**</a:t>
            </a:r>
          </a:p>
          <a:p>
            <a:r>
              <a:rPr lang="en-GB" sz="1200" b="0" kern="1200" dirty="0">
                <a:solidFill>
                  <a:schemeClr val="tx1"/>
                </a:solidFill>
                <a:effectLst/>
                <a:latin typeface="+mn-lt"/>
                <a:ea typeface="+mn-ea"/>
                <a:cs typeface="+mn-cs"/>
              </a:rPr>
              <a:t>&gt; Big group activity! Groups of 3-4, form now. Here's your scenario [display on screen]: Write memo to management about green AI practices. Assign roles: facilitator keeps discussion on track, note-taker writes the prompt, presenter will share if selected, quality checker ensures all 6 CO-STAR components are covered. First 5 minutes: discuss what each component should contain. Next 7 minutes: write the complete prompt together. Final 3 minutes: one group will test theirs in sandbox. Fifteen minutes starting... now! [Circulate between groups, listen for creative approaches, give time warnings at 10 min and 13 min, select one group for presentation based on interesting approach you observe]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**Small Group Work (15 min):**</a:t>
            </a:r>
          </a:p>
          <a:p>
            <a:r>
              <a:rPr lang="en-GB" sz="1200" b="0" kern="1200" dirty="0">
                <a:solidFill>
                  <a:schemeClr val="tx1"/>
                </a:solidFill>
                <a:effectLst/>
                <a:latin typeface="+mn-lt"/>
                <a:ea typeface="+mn-ea"/>
                <a:cs typeface="+mn-cs"/>
              </a:rPr>
              <a:t>&gt; - Form groups (3-4 people), assign roles (1 min)</a:t>
            </a:r>
          </a:p>
          <a:p>
            <a:r>
              <a:rPr lang="en-GB" sz="1200" b="0" kern="1200" dirty="0">
                <a:solidFill>
                  <a:schemeClr val="tx1"/>
                </a:solidFill>
                <a:effectLst/>
                <a:latin typeface="+mn-lt"/>
                <a:ea typeface="+mn-ea"/>
                <a:cs typeface="+mn-cs"/>
              </a:rPr>
              <a:t>&gt; - Groups discuss component by component (5 min)</a:t>
            </a:r>
          </a:p>
          <a:p>
            <a:r>
              <a:rPr lang="en-GB" sz="1200" b="0" kern="1200" dirty="0">
                <a:solidFill>
                  <a:schemeClr val="tx1"/>
                </a:solidFill>
                <a:effectLst/>
                <a:latin typeface="+mn-lt"/>
                <a:ea typeface="+mn-ea"/>
                <a:cs typeface="+mn-cs"/>
              </a:rPr>
              <a:t>&gt; - Groups write complete CO-STAR prompt (7 min)</a:t>
            </a:r>
          </a:p>
          <a:p>
            <a:r>
              <a:rPr lang="en-GB" sz="1200" b="0" kern="1200" dirty="0">
                <a:solidFill>
                  <a:schemeClr val="tx1"/>
                </a:solidFill>
                <a:effectLst/>
                <a:latin typeface="+mn-lt"/>
                <a:ea typeface="+mn-ea"/>
                <a:cs typeface="+mn-cs"/>
              </a:rPr>
              <a:t>&gt; - Circulate to guide discussions, listen for good examples to highlight</a:t>
            </a:r>
          </a:p>
          <a:p>
            <a:r>
              <a:rPr lang="en-GB" sz="1200" b="0" kern="1200" dirty="0">
                <a:solidFill>
                  <a:schemeClr val="tx1"/>
                </a:solidFill>
                <a:effectLst/>
                <a:latin typeface="+mn-lt"/>
                <a:ea typeface="+mn-ea"/>
                <a:cs typeface="+mn-cs"/>
              </a:rPr>
              <a:t>&gt; - Give warnings at 10 min ("5 minutes left") and 13 min ("2 minutes")</a:t>
            </a:r>
          </a:p>
          <a:p>
            <a:r>
              <a:rPr lang="en-GB" sz="1200" b="0" kern="1200" dirty="0">
                <a:solidFill>
                  <a:schemeClr val="tx1"/>
                </a:solidFill>
                <a:effectLst/>
                <a:latin typeface="+mn-lt"/>
                <a:ea typeface="+mn-ea"/>
                <a:cs typeface="+mn-cs"/>
              </a:rPr>
              <a:t>&gt; - While circulating, mentally select one group with interesting approach for presentation</a:t>
            </a:r>
          </a:p>
          <a:p>
            <a:r>
              <a:rPr lang="en-GB" sz="1200" b="0" kern="1200" dirty="0">
                <a:solidFill>
                  <a:schemeClr val="tx1"/>
                </a:solidFill>
                <a:effectLst/>
                <a:latin typeface="+mn-lt"/>
                <a:ea typeface="+mn-ea"/>
                <a:cs typeface="+mn-cs"/>
              </a:rPr>
              <a:t>&gt; - Prepare to transition to presentation slide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16261465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[Selected group name], come present your prompt! Read it aloud so everyone hears all six components. Then we'll test it live. [Execute in sandbox]. Let's assess together - did components work? Is this appropriate for management? Would it persuade? [Facilitate discussion, then ask 1-2 other groups to share key differences in their approach. Highlight creative solutions.]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**Group Presentation &amp; Testing (8 min):**</a:t>
            </a:r>
          </a:p>
          <a:p>
            <a:r>
              <a:rPr lang="en-GB" sz="1200" b="0" kern="1200" dirty="0">
                <a:solidFill>
                  <a:schemeClr val="tx1"/>
                </a:solidFill>
                <a:effectLst/>
                <a:latin typeface="+mn-lt"/>
                <a:ea typeface="+mn-ea"/>
                <a:cs typeface="+mn-cs"/>
              </a:rPr>
              <a:t>&gt; - One group presents their CO-STAR prompt (2 min)</a:t>
            </a:r>
          </a:p>
          <a:p>
            <a:r>
              <a:rPr lang="en-GB" sz="1200" b="0" kern="1200" dirty="0">
                <a:solidFill>
                  <a:schemeClr val="tx1"/>
                </a:solidFill>
                <a:effectLst/>
                <a:latin typeface="+mn-lt"/>
                <a:ea typeface="+mn-ea"/>
                <a:cs typeface="+mn-cs"/>
              </a:rPr>
              <a:t>&gt; - Execute in sandbox live (2 min)</a:t>
            </a:r>
          </a:p>
          <a:p>
            <a:r>
              <a:rPr lang="en-GB" sz="1200" b="0" kern="1200" dirty="0">
                <a:solidFill>
                  <a:schemeClr val="tx1"/>
                </a:solidFill>
                <a:effectLst/>
                <a:latin typeface="+mn-lt"/>
                <a:ea typeface="+mn-ea"/>
                <a:cs typeface="+mn-cs"/>
              </a:rPr>
              <a:t>&gt; - Group assessment discussion (3 min)</a:t>
            </a:r>
          </a:p>
          <a:p>
            <a:r>
              <a:rPr lang="en-GB" sz="1200" b="0" kern="1200" dirty="0">
                <a:solidFill>
                  <a:schemeClr val="tx1"/>
                </a:solidFill>
                <a:effectLst/>
                <a:latin typeface="+mn-lt"/>
                <a:ea typeface="+mn-ea"/>
                <a:cs typeface="+mn-cs"/>
              </a:rPr>
              <a:t>&gt; - 1-2 other groups share their approach briefly (1 min)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pPr marL="171450" indent="-171450">
              <a:buFont typeface="Wingdings" panose="05000000000000000000" pitchFamily="2" charset="2"/>
              <a:buChar char="Ø"/>
            </a:pPr>
            <a:endParaRPr lang="en-GB" sz="1200" b="0" kern="1200" dirty="0">
              <a:solidFill>
                <a:schemeClr val="tx1"/>
              </a:solidFill>
              <a:effectLst/>
              <a:latin typeface="+mn-lt"/>
              <a:ea typeface="+mn-ea"/>
              <a:cs typeface="+mn-cs"/>
            </a:endParaRP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[Selected group name], come present your prompt! Read it aloud so everyone hears all six components. Then we'll test it live. [Execute in sandbox]. Let's assess together - did components work? Is this appropriate for management? Would it persuade? [Facilitate discussion, then ask 1-2 other groups to share key differences in their approach. Highlight creative solutions.]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ere are three CO-STAR templates for common materials science scenarios. Journal introduction, patent analysis, investor pitch. Each shows all six components. These are starting points - customize for your specific needs. Save these as templates for recurring tasks. Notice how audience changes everything - journal reviewers vs investors need completely different approaches.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Part 3: Advanced Hallucination Detection. Yesterday you learnt basics. Today we make it competitive and fun. You'll work in teams to find errors in AI-generated content. Fastest team wins bragging rights. But more importantly, you'll develop systematic verification instincts.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Hallucination Hunt tournament! Three rounds of increasing difficulty. Teams of 3-4 compete to find errors fastest with best explanations. Round 1 warm-up with obvious errors. Round 2 challenges with subtle mistakes. Round 3 speed round. Points accumulate. Highest score wins Eagle Eye badge. Questions on rules? Form teams now!</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**Team Formation (2 min):** Form teams of 3-4, give team names, create leaderboard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Hallucination Hunt tournament! Three rounds of increasing difficulty. Teams of 3-4 compete to find errors fastest with best explanations. Round 1 warm-up with obvious errors. Round 2 challenges with subtle mistakes. Round 3 speed round. Points accumulate. Highest score wins Eagle Eye badge. Questions on rules? Form teams now!</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Round 1: The Warm-Up! Five minutes. Find three obvious errors in this synthesis report. Mark them in your notes, write brief explanation. What's wrong and how do you know? Ten points each. Ready? Timer starts... now! [Monitor time, give 1-minute warning, call time at 5 min]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**Timed Challenge (5 min):**</a:t>
            </a:r>
          </a:p>
          <a:p>
            <a:r>
              <a:rPr lang="en-GB" sz="1200" b="0" kern="1200" dirty="0">
                <a:solidFill>
                  <a:schemeClr val="tx1"/>
                </a:solidFill>
                <a:effectLst/>
                <a:latin typeface="+mn-lt"/>
                <a:ea typeface="+mn-ea"/>
                <a:cs typeface="+mn-cs"/>
              </a:rPr>
              <a:t>&gt; - Display report with errors</a:t>
            </a:r>
          </a:p>
          <a:p>
            <a:r>
              <a:rPr lang="en-GB" sz="1200" b="0" kern="1200" dirty="0">
                <a:solidFill>
                  <a:schemeClr val="tx1"/>
                </a:solidFill>
                <a:effectLst/>
                <a:latin typeface="+mn-lt"/>
                <a:ea typeface="+mn-ea"/>
                <a:cs typeface="+mn-cs"/>
              </a:rPr>
              <a:t>&gt; - Teams work to identify</a:t>
            </a:r>
          </a:p>
          <a:p>
            <a:r>
              <a:rPr lang="en-GB" sz="1200" b="0" kern="1200" dirty="0">
                <a:solidFill>
                  <a:schemeClr val="tx1"/>
                </a:solidFill>
                <a:effectLst/>
                <a:latin typeface="+mn-lt"/>
                <a:ea typeface="+mn-ea"/>
                <a:cs typeface="+mn-cs"/>
              </a:rPr>
              <a:t>&gt; - One-minute warning</a:t>
            </a:r>
          </a:p>
          <a:p>
            <a:r>
              <a:rPr lang="en-GB" sz="1200" b="0" kern="1200" dirty="0">
                <a:solidFill>
                  <a:schemeClr val="tx1"/>
                </a:solidFill>
                <a:effectLst/>
                <a:latin typeface="+mn-lt"/>
                <a:ea typeface="+mn-ea"/>
                <a:cs typeface="+mn-cs"/>
              </a:rPr>
              <a:t>&gt; - Call time at 5 minutes</a:t>
            </a:r>
          </a:p>
          <a:p>
            <a:endParaRPr lang="en-US" dirty="0"/>
          </a:p>
          <a:p>
            <a:endParaRPr lang="en-US" dirty="0"/>
          </a:p>
          <a:p>
            <a:r>
              <a:rPr lang="en-US" sz="1200" b="0" kern="1200" dirty="0">
                <a:solidFill>
                  <a:schemeClr val="tx1"/>
                </a:solidFill>
                <a:effectLst/>
                <a:latin typeface="+mn-lt"/>
                <a:ea typeface="+mn-ea"/>
                <a:cs typeface="+mn-cs"/>
              </a:rPr>
              <a:t>Hallucination Hunt tournament! Three rounds of increasing difficulty. Teams of 3-4 compete to find errors fastest with best explanations. Round 1 warm-up with obvious errors. Round 2 challenges with subtle mistakes. Round 3 speed round. Points accumulate. Highest score wins Eagle Eye badge. Questions on rules? Form teams now!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**Interactive Element:**</a:t>
            </a:r>
          </a:p>
          <a:p>
            <a:r>
              <a:rPr lang="en-US" sz="1200" b="0" kern="1200" dirty="0">
                <a:solidFill>
                  <a:schemeClr val="tx1"/>
                </a:solidFill>
                <a:effectLst/>
                <a:latin typeface="+mn-lt"/>
                <a:ea typeface="+mn-ea"/>
                <a:cs typeface="+mn-cs"/>
              </a:rPr>
              <a:t>&gt; **Team Formation (2 min):** </a:t>
            </a:r>
          </a:p>
          <a:p>
            <a:r>
              <a:rPr lang="en-US" sz="1200" b="0" kern="1200" dirty="0">
                <a:solidFill>
                  <a:schemeClr val="tx1"/>
                </a:solidFill>
                <a:effectLst/>
                <a:latin typeface="+mn-lt"/>
                <a:ea typeface="+mn-ea"/>
                <a:cs typeface="+mn-cs"/>
              </a:rPr>
              <a:t>&gt; - Form teams of 3-4 people</a:t>
            </a:r>
          </a:p>
          <a:p>
            <a:r>
              <a:rPr lang="en-US" sz="1200" b="0" kern="1200" dirty="0">
                <a:solidFill>
                  <a:schemeClr val="tx1"/>
                </a:solidFill>
                <a:effectLst/>
                <a:latin typeface="+mn-lt"/>
                <a:ea typeface="+mn-ea"/>
                <a:cs typeface="+mn-cs"/>
              </a:rPr>
              <a:t>&gt; - Each team chooses a name (encourage creativity!)</a:t>
            </a:r>
          </a:p>
          <a:p>
            <a:r>
              <a:rPr lang="en-US" sz="1200" b="0" kern="1200" dirty="0">
                <a:solidFill>
                  <a:schemeClr val="tx1"/>
                </a:solidFill>
                <a:effectLst/>
                <a:latin typeface="+mn-lt"/>
                <a:ea typeface="+mn-ea"/>
                <a:cs typeface="+mn-cs"/>
              </a:rPr>
              <a:t>&gt; - Create leaderboard on **whiteboard/flipchart** with columns:</a:t>
            </a:r>
          </a:p>
          <a:p>
            <a:r>
              <a:rPr lang="en-US" sz="1200" b="0" kern="1200" dirty="0">
                <a:solidFill>
                  <a:schemeClr val="tx1"/>
                </a:solidFill>
                <a:effectLst/>
                <a:latin typeface="+mn-lt"/>
                <a:ea typeface="+mn-ea"/>
                <a:cs typeface="+mn-cs"/>
              </a:rPr>
              <a:t>&gt; </a:t>
            </a:r>
          </a:p>
          <a:p>
            <a:r>
              <a:rPr lang="en-US" sz="1200" b="0" kern="1200" dirty="0">
                <a:solidFill>
                  <a:schemeClr val="tx1"/>
                </a:solidFill>
                <a:effectLst/>
                <a:latin typeface="+mn-lt"/>
                <a:ea typeface="+mn-ea"/>
                <a:cs typeface="+mn-cs"/>
              </a:rPr>
              <a:t>&gt; ```</a:t>
            </a:r>
          </a:p>
          <a:p>
            <a:r>
              <a:rPr lang="en-US" sz="1200" b="0" kern="1200" dirty="0">
                <a:solidFill>
                  <a:schemeClr val="tx1"/>
                </a:solidFill>
                <a:effectLst/>
                <a:latin typeface="+mn-lt"/>
                <a:ea typeface="+mn-ea"/>
                <a:cs typeface="+mn-cs"/>
              </a:rPr>
              <a:t>&gt; | Team Name          | R1  | R2  | R3  | Speed | TOTAL |</a:t>
            </a:r>
          </a:p>
          <a:p>
            <a:r>
              <a:rPr lang="en-US" sz="1200" b="0" kern="1200" dirty="0">
                <a:solidFill>
                  <a:schemeClr val="tx1"/>
                </a:solidFill>
                <a:effectLst/>
                <a:latin typeface="+mn-lt"/>
                <a:ea typeface="+mn-ea"/>
                <a:cs typeface="+mn-cs"/>
              </a:rPr>
              <a:t>&gt; |--------------------|-----|-----|-----|-------|-------|</a:t>
            </a:r>
          </a:p>
          <a:p>
            <a:r>
              <a:rPr lang="en-US" sz="1200" b="0" kern="1200" dirty="0">
                <a:solidFill>
                  <a:schemeClr val="tx1"/>
                </a:solidFill>
                <a:effectLst/>
                <a:latin typeface="+mn-lt"/>
                <a:ea typeface="+mn-ea"/>
                <a:cs typeface="+mn-cs"/>
              </a:rPr>
              <a:t>&gt; | Graphene Gurus     |     |     |     |       |       |</a:t>
            </a:r>
          </a:p>
          <a:p>
            <a:r>
              <a:rPr lang="en-US" sz="1200" b="0" kern="1200" dirty="0">
                <a:solidFill>
                  <a:schemeClr val="tx1"/>
                </a:solidFill>
                <a:effectLst/>
                <a:latin typeface="+mn-lt"/>
                <a:ea typeface="+mn-ea"/>
                <a:cs typeface="+mn-cs"/>
              </a:rPr>
              <a:t>&gt; | Nano Ninjas        |     |     |     |       |       |</a:t>
            </a:r>
          </a:p>
          <a:p>
            <a:r>
              <a:rPr lang="en-US" sz="1200" b="0" kern="1200" dirty="0">
                <a:solidFill>
                  <a:schemeClr val="tx1"/>
                </a:solidFill>
                <a:effectLst/>
                <a:latin typeface="+mn-lt"/>
                <a:ea typeface="+mn-ea"/>
                <a:cs typeface="+mn-cs"/>
              </a:rPr>
              <a:t>&gt; | The </a:t>
            </a:r>
            <a:r>
              <a:rPr lang="en-US" sz="1200" b="0" kern="1200" dirty="0" err="1">
                <a:solidFill>
                  <a:schemeClr val="tx1"/>
                </a:solidFill>
                <a:effectLst/>
                <a:latin typeface="+mn-lt"/>
                <a:ea typeface="+mn-ea"/>
                <a:cs typeface="+mn-cs"/>
              </a:rPr>
              <a:t>Electrospinners</a:t>
            </a:r>
            <a:r>
              <a:rPr lang="en-US" sz="1200" b="0" kern="1200" dirty="0">
                <a:solidFill>
                  <a:schemeClr val="tx1"/>
                </a:solidFill>
                <a:effectLst/>
                <a:latin typeface="+mn-lt"/>
                <a:ea typeface="+mn-ea"/>
                <a:cs typeface="+mn-cs"/>
              </a:rPr>
              <a:t>|     |     |     |       |       |</a:t>
            </a:r>
          </a:p>
          <a:p>
            <a:r>
              <a:rPr lang="en-US" sz="1200" b="0" kern="1200" dirty="0">
                <a:solidFill>
                  <a:schemeClr val="tx1"/>
                </a:solidFill>
                <a:effectLst/>
                <a:latin typeface="+mn-lt"/>
                <a:ea typeface="+mn-ea"/>
                <a:cs typeface="+mn-cs"/>
              </a:rPr>
              <a:t>&gt; ```</a:t>
            </a:r>
          </a:p>
          <a:p>
            <a:r>
              <a:rPr lang="en-US" sz="1200" b="0" kern="1200" dirty="0">
                <a:solidFill>
                  <a:schemeClr val="tx1"/>
                </a:solidFill>
                <a:effectLst/>
                <a:latin typeface="+mn-lt"/>
                <a:ea typeface="+mn-ea"/>
                <a:cs typeface="+mn-cs"/>
              </a:rPr>
              <a:t>&gt; </a:t>
            </a:r>
          </a:p>
          <a:p>
            <a:r>
              <a:rPr lang="en-US" sz="1200" b="0" kern="1200" dirty="0">
                <a:solidFill>
                  <a:schemeClr val="tx1"/>
                </a:solidFill>
                <a:effectLst/>
                <a:latin typeface="+mn-lt"/>
                <a:ea typeface="+mn-ea"/>
                <a:cs typeface="+mn-cs"/>
              </a:rPr>
              <a:t>&gt; - Alternative: Use projected Excel/Google Sheet if no whiteboard available</a:t>
            </a:r>
          </a:p>
          <a:p>
            <a:r>
              <a:rPr lang="en-US" sz="1200" b="0" kern="1200" dirty="0">
                <a:solidFill>
                  <a:schemeClr val="tx1"/>
                </a:solidFill>
                <a:effectLst/>
                <a:latin typeface="+mn-lt"/>
                <a:ea typeface="+mn-ea"/>
                <a:cs typeface="+mn-cs"/>
              </a:rPr>
              <a:t>&gt; - Keep visible throughout tournament for competitive excitement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Answers! Error 1: DOI format wrong - doesn't resolve. Easy catch if you verify citations. Error 2: 450°C for PLA? Impossible - it decomposes way before that. Your materials knowledge catches this. Error 3: Zeiss </a:t>
            </a:r>
            <a:r>
              <a:rPr lang="en-GB" sz="1200" b="0" kern="1200" dirty="0" err="1">
                <a:solidFill>
                  <a:schemeClr val="tx1"/>
                </a:solidFill>
                <a:effectLst/>
                <a:latin typeface="+mn-lt"/>
                <a:ea typeface="+mn-ea"/>
                <a:cs typeface="+mn-cs"/>
              </a:rPr>
              <a:t>SuperMax</a:t>
            </a:r>
            <a:r>
              <a:rPr lang="en-GB" sz="1200" b="0" kern="1200" dirty="0">
                <a:solidFill>
                  <a:schemeClr val="tx1"/>
                </a:solidFill>
                <a:effectLst/>
                <a:latin typeface="+mn-lt"/>
                <a:ea typeface="+mn-ea"/>
                <a:cs typeface="+mn-cs"/>
              </a:rPr>
              <a:t> 9000 doesn't exist - invented equipment. Teams, call out how many you got! [Record scores on leaderboard. Celebrate good catches. Explain why each matters.]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**Scoring &amp; Discussion (4 min):**</a:t>
            </a:r>
          </a:p>
          <a:p>
            <a:r>
              <a:rPr lang="en-GB" sz="1200" b="0" kern="1200" dirty="0">
                <a:solidFill>
                  <a:schemeClr val="tx1"/>
                </a:solidFill>
                <a:effectLst/>
                <a:latin typeface="+mn-lt"/>
                <a:ea typeface="+mn-ea"/>
                <a:cs typeface="+mn-cs"/>
              </a:rPr>
              <a:t>&gt; - Teams report their scores</a:t>
            </a:r>
          </a:p>
          <a:p>
            <a:r>
              <a:rPr lang="en-GB" sz="1200" b="0" kern="1200" dirty="0">
                <a:solidFill>
                  <a:schemeClr val="tx1"/>
                </a:solidFill>
                <a:effectLst/>
                <a:latin typeface="+mn-lt"/>
                <a:ea typeface="+mn-ea"/>
                <a:cs typeface="+mn-cs"/>
              </a:rPr>
              <a:t>&gt; - Update leaderboard</a:t>
            </a:r>
          </a:p>
          <a:p>
            <a:r>
              <a:rPr lang="en-GB" sz="1200" b="0" kern="1200" dirty="0">
                <a:solidFill>
                  <a:schemeClr val="tx1"/>
                </a:solidFill>
                <a:effectLst/>
                <a:latin typeface="+mn-lt"/>
                <a:ea typeface="+mn-ea"/>
                <a:cs typeface="+mn-cs"/>
              </a:rPr>
              <a:t>&gt; - Briefly discuss each error type</a:t>
            </a:r>
          </a:p>
          <a:p>
            <a:r>
              <a:rPr lang="en-GB" sz="1200" b="0" kern="1200" dirty="0">
                <a:solidFill>
                  <a:schemeClr val="tx1"/>
                </a:solidFill>
                <a:effectLst/>
                <a:latin typeface="+mn-lt"/>
                <a:ea typeface="+mn-ea"/>
                <a:cs typeface="+mn-cs"/>
              </a:rPr>
              <a:t>&gt; - Celebrate successful identifications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Answers! Error 1: DOI format wrong - doesn't resolve. Easy catch if you verify citations. Error 2: 450°C for PLA? Impossible - it decomposes way before that. Your materials knowledge catches this. Error 3: Zeiss </a:t>
            </a:r>
            <a:r>
              <a:rPr lang="en-US" sz="1200" dirty="0" err="1">
                <a:solidFill>
                  <a:srgbClr val="15213F"/>
                </a:solidFill>
                <a:latin typeface="Roboto" pitchFamily="34" charset="0"/>
                <a:ea typeface="Roboto" pitchFamily="34" charset="-122"/>
                <a:cs typeface="Roboto" pitchFamily="34" charset="-120"/>
              </a:rPr>
              <a:t>SuperMax</a:t>
            </a:r>
            <a:r>
              <a:rPr lang="en-US" sz="1200" dirty="0">
                <a:solidFill>
                  <a:srgbClr val="15213F"/>
                </a:solidFill>
                <a:latin typeface="Roboto" pitchFamily="34" charset="0"/>
                <a:ea typeface="Roboto" pitchFamily="34" charset="-122"/>
                <a:cs typeface="Roboto" pitchFamily="34" charset="-120"/>
              </a:rPr>
              <a:t> 9000 doesn't exist - invented equipment. Teams, call out how many you got! [Record scores on leaderboard. Celebrate good catches. Explain why each matters.]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&gt; Round 2: The Challenge! Eight minutes, five subtle errors. These are harder - require careful verification and domain knowledge. Not obvious at first glance. Twenty points each, bonus ten for best explanation. Read carefully! Timer starts... now! [Monitor progress, provide hints if all teams stuck, one-minute warning, call time]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**Timed Challenge (8 min):**</a:t>
            </a:r>
          </a:p>
          <a:p>
            <a:r>
              <a:rPr lang="en-GB" sz="1200" b="0" kern="1200" dirty="0">
                <a:solidFill>
                  <a:schemeClr val="tx1"/>
                </a:solidFill>
                <a:effectLst/>
                <a:latin typeface="+mn-lt"/>
                <a:ea typeface="+mn-ea"/>
                <a:cs typeface="+mn-cs"/>
              </a:rPr>
              <a:t>&gt; - Display more complex report</a:t>
            </a:r>
          </a:p>
          <a:p>
            <a:r>
              <a:rPr lang="en-GB" sz="1200" b="0" kern="1200" dirty="0">
                <a:solidFill>
                  <a:schemeClr val="tx1"/>
                </a:solidFill>
                <a:effectLst/>
                <a:latin typeface="+mn-lt"/>
                <a:ea typeface="+mn-ea"/>
                <a:cs typeface="+mn-cs"/>
              </a:rPr>
              <a:t>&gt; - Teams work to identify subtle errors</a:t>
            </a:r>
          </a:p>
          <a:p>
            <a:r>
              <a:rPr lang="en-GB" sz="1200" b="0" kern="1200" dirty="0">
                <a:solidFill>
                  <a:schemeClr val="tx1"/>
                </a:solidFill>
                <a:effectLst/>
                <a:latin typeface="+mn-lt"/>
                <a:ea typeface="+mn-ea"/>
                <a:cs typeface="+mn-cs"/>
              </a:rPr>
              <a:t>&gt; - Circulate to observe (don't give answers)</a:t>
            </a:r>
          </a:p>
          <a:p>
            <a:r>
              <a:rPr lang="en-GB" sz="1200" b="0" kern="1200" dirty="0">
                <a:solidFill>
                  <a:schemeClr val="tx1"/>
                </a:solidFill>
                <a:effectLst/>
                <a:latin typeface="+mn-lt"/>
                <a:ea typeface="+mn-ea"/>
                <a:cs typeface="+mn-cs"/>
              </a:rPr>
              <a:t>&gt; - Warnings at 4 min and 7 min</a:t>
            </a:r>
          </a:p>
          <a:p>
            <a:r>
              <a:rPr lang="en-GB" sz="1200" b="0" kern="1200" dirty="0">
                <a:solidFill>
                  <a:schemeClr val="tx1"/>
                </a:solidFill>
                <a:effectLst/>
                <a:latin typeface="+mn-lt"/>
                <a:ea typeface="+mn-ea"/>
                <a:cs typeface="+mn-cs"/>
              </a:rPr>
              <a:t>&gt; - Call time at 8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5213F"/>
              </a:solidFill>
              <a:latin typeface="Roboto" pitchFamily="34" charset="0"/>
              <a:ea typeface="Roboto" pitchFamily="34" charset="-122"/>
              <a:cs typeface="Roboto"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Round 2: The Challenge! Eight minutes, five subtle errors. These are harder - require careful verification and domain knowledge. Not obvious at first glance. Twenty points each, bonus ten for best explanation. Read carefully! Timer starts... now! [Monitor progress, provide hints if all teams stuck, one-minute warning, call time]</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These were tougher! Error 1: DOI resolves, but to wrong paper - AI combined real DOI with wrong authors. Always check actual content. Error 2: Simultaneous modulus and ductility increase - possible but rare, requires verification. Your materials intuition should flag this. Error 3: QT-XPS sounds plausible but doesn't exist. Error 4: Math doesn't work - always calculate claims. Error 5: Wrong attribution - Smalley worked on fullerenes, not CNTs. Teams, report your catches! [Score and discuss. Ask which was hardest.]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**Scoring &amp; Discussion (6 min):**</a:t>
            </a:r>
          </a:p>
          <a:p>
            <a:r>
              <a:rPr lang="en-GB" sz="1200" b="0" kern="1200" dirty="0">
                <a:solidFill>
                  <a:schemeClr val="tx1"/>
                </a:solidFill>
                <a:effectLst/>
                <a:latin typeface="+mn-lt"/>
                <a:ea typeface="+mn-ea"/>
                <a:cs typeface="+mn-cs"/>
              </a:rPr>
              <a:t>&gt; - Teams report catches</a:t>
            </a:r>
          </a:p>
          <a:p>
            <a:r>
              <a:rPr lang="en-GB" sz="1200" b="0" kern="1200" dirty="0">
                <a:solidFill>
                  <a:schemeClr val="tx1"/>
                </a:solidFill>
                <a:effectLst/>
                <a:latin typeface="+mn-lt"/>
                <a:ea typeface="+mn-ea"/>
                <a:cs typeface="+mn-cs"/>
              </a:rPr>
              <a:t>&gt; - Award bonus for best explanation</a:t>
            </a:r>
          </a:p>
          <a:p>
            <a:r>
              <a:rPr lang="en-GB" sz="1200" b="0" kern="1200" dirty="0">
                <a:solidFill>
                  <a:schemeClr val="tx1"/>
                </a:solidFill>
                <a:effectLst/>
                <a:latin typeface="+mn-lt"/>
                <a:ea typeface="+mn-ea"/>
                <a:cs typeface="+mn-cs"/>
              </a:rPr>
              <a:t>&gt; - Update leaderboard</a:t>
            </a:r>
          </a:p>
          <a:p>
            <a:r>
              <a:rPr lang="en-GB" sz="1200" b="0" kern="1200" dirty="0">
                <a:solidFill>
                  <a:schemeClr val="tx1"/>
                </a:solidFill>
                <a:effectLst/>
                <a:latin typeface="+mn-lt"/>
                <a:ea typeface="+mn-ea"/>
                <a:cs typeface="+mn-cs"/>
              </a:rPr>
              <a:t>&gt; - Discuss verification strategies for each error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Final round: Speed! Ten short texts, one error each. I'll display them one at a time. First team to call out gets to answer. Fifteen points per correct identification. If you're first team finished, twenty-point bonus. This tests quick verification instincts. Ready? Round 3... START! [Display texts one by one, first team to call out answers, confirm correct/incorrect, keep energy high, track points]</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**Interactive Element:**</a:t>
            </a:r>
          </a:p>
          <a:p>
            <a:r>
              <a:rPr lang="en-GB" sz="1200" b="0" kern="1200" dirty="0">
                <a:solidFill>
                  <a:schemeClr val="tx1"/>
                </a:solidFill>
                <a:effectLst/>
                <a:latin typeface="+mn-lt"/>
                <a:ea typeface="+mn-ea"/>
                <a:cs typeface="+mn-cs"/>
              </a:rPr>
              <a:t>&gt; **Speed Round (5-7 min):**</a:t>
            </a:r>
          </a:p>
          <a:p>
            <a:r>
              <a:rPr lang="en-GB" sz="1200" b="0" kern="1200" dirty="0">
                <a:solidFill>
                  <a:schemeClr val="tx1"/>
                </a:solidFill>
                <a:effectLst/>
                <a:latin typeface="+mn-lt"/>
                <a:ea typeface="+mn-ea"/>
                <a:cs typeface="+mn-cs"/>
              </a:rPr>
              <a:t>&gt; - Display 10 short texts sequentially</a:t>
            </a:r>
          </a:p>
          <a:p>
            <a:r>
              <a:rPr lang="en-GB" sz="1200" b="0" kern="1200" dirty="0">
                <a:solidFill>
                  <a:schemeClr val="tx1"/>
                </a:solidFill>
                <a:effectLst/>
                <a:latin typeface="+mn-lt"/>
                <a:ea typeface="+mn-ea"/>
                <a:cs typeface="+mn-cs"/>
              </a:rPr>
              <a:t>&gt; - First team to call out gets to answer</a:t>
            </a:r>
          </a:p>
          <a:p>
            <a:r>
              <a:rPr lang="en-GB" sz="1200" b="0" kern="1200" dirty="0">
                <a:solidFill>
                  <a:schemeClr val="tx1"/>
                </a:solidFill>
                <a:effectLst/>
                <a:latin typeface="+mn-lt"/>
                <a:ea typeface="+mn-ea"/>
                <a:cs typeface="+mn-cs"/>
              </a:rPr>
              <a:t>&gt; - Confirm/correct immediately</a:t>
            </a:r>
          </a:p>
          <a:p>
            <a:r>
              <a:rPr lang="en-GB" sz="1200" b="0" kern="1200" dirty="0">
                <a:solidFill>
                  <a:schemeClr val="tx1"/>
                </a:solidFill>
                <a:effectLst/>
                <a:latin typeface="+mn-lt"/>
                <a:ea typeface="+mn-ea"/>
                <a:cs typeface="+mn-cs"/>
              </a:rPr>
              <a:t>&gt; - Keep rapid pace</a:t>
            </a:r>
          </a:p>
          <a:p>
            <a:r>
              <a:rPr lang="en-GB" sz="1200" b="0" kern="1200" dirty="0">
                <a:solidFill>
                  <a:schemeClr val="tx1"/>
                </a:solidFill>
                <a:effectLst/>
                <a:latin typeface="+mn-lt"/>
                <a:ea typeface="+mn-ea"/>
                <a:cs typeface="+mn-cs"/>
              </a:rPr>
              <a:t>&gt; - Award speed bonus</a:t>
            </a:r>
          </a:p>
          <a:p>
            <a:r>
              <a:rPr lang="en-GB" sz="1200" b="0" kern="1200" dirty="0">
                <a:solidFill>
                  <a:schemeClr val="tx1"/>
                </a:solidFill>
                <a:effectLst/>
                <a:latin typeface="+mn-lt"/>
                <a:ea typeface="+mn-ea"/>
                <a:cs typeface="+mn-cs"/>
              </a:rPr>
              <a:t>&gt; - Final scoring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a:t>
            </a:r>
            <a:r>
              <a:rPr lang="en-US" dirty="0" err="1"/>
              <a:t>Tg</a:t>
            </a:r>
            <a:r>
              <a:rPr lang="en-US" dirty="0"/>
              <a:t> of PLA is ~60°C, not 180°C (that's near melting point)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Should be g/cm³ or 2260 kg/m³ (units wrong)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Typical max is ~500,000×; 2M× is unrealistic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Tree>
    <p:extLst>
      <p:ext uri="{BB962C8B-B14F-4D97-AF65-F5344CB8AC3E}">
        <p14:creationId xmlns:p14="http://schemas.microsoft.com/office/powerpoint/2010/main" val="3486875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dirty="0"/>
              <a:t>ERROR: Steel is ~200 </a:t>
            </a:r>
            <a:r>
              <a:rPr lang="en-US" dirty="0" err="1"/>
              <a:t>GPa</a:t>
            </a:r>
            <a:r>
              <a:rPr lang="en-US" dirty="0"/>
              <a:t>, not 20 </a:t>
            </a:r>
            <a:r>
              <a:rPr lang="en-US" dirty="0" err="1"/>
              <a:t>GPa</a:t>
            </a:r>
            <a:r>
              <a:rPr lang="en-US" dirty="0"/>
              <a:t> (off by 10×)</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No such journal exists (fabricated name)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ERROR: It's the Scherrer equation (or Debye-Scherrer), not </a:t>
            </a:r>
          </a:p>
          <a:p>
            <a:r>
              <a:rPr lang="en-US" dirty="0"/>
              <a:t>Debye-Einstein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Tree>
    <p:extLst>
      <p:ext uri="{BB962C8B-B14F-4D97-AF65-F5344CB8AC3E}">
        <p14:creationId xmlns:p14="http://schemas.microsoft.com/office/powerpoint/2010/main" val="35995512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C3073-2A23-EF6A-C78D-F235D4170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43D2F-178F-F0FA-55AD-8665B33ABA4A}"/>
              </a:ext>
            </a:extLst>
          </p:cNvPr>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16B2944-C680-6F43-B404-608B02F30FEB}"/>
              </a:ext>
            </a:extLst>
          </p:cNvPr>
          <p:cNvSpPr>
            <a:spLocks noGrp="1"/>
          </p:cNvSpPr>
          <p:nvPr>
            <p:ph type="body" idx="1"/>
          </p:nvPr>
        </p:nvSpPr>
        <p:spPr>
          <a:xfrm>
            <a:off x="822325" y="7040563"/>
            <a:ext cx="6584950" cy="5761037"/>
          </a:xfrm>
          <a:prstGeom prst="rect">
            <a:avLst/>
          </a:prstGeom>
        </p:spPr>
        <p:txBody>
          <a:bodyPr/>
          <a:lstStyle/>
          <a:p>
            <a:r>
              <a:rPr lang="en-US" dirty="0"/>
              <a:t>ERROR: Diameter typically DECREASES with increasing voltage </a:t>
            </a:r>
          </a:p>
          <a:p>
            <a:r>
              <a:rPr lang="en-US" dirty="0"/>
              <a:t>(relationship inverted)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ERROR: C=O stretch is typically ~1700 cm⁻¹; 2850 is C-H stretch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ERROR: Visual inspection can't quantify to 99.8% precision; </a:t>
            </a:r>
          </a:p>
          <a:p>
            <a:r>
              <a:rPr lang="en-US" dirty="0"/>
              <a:t>needs quantitative technique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ERROR: Can't </a:t>
            </a:r>
            <a:r>
              <a:rPr lang="en-US" dirty="0" err="1"/>
              <a:t>electrospin</a:t>
            </a:r>
            <a:r>
              <a:rPr lang="en-US" dirty="0"/>
              <a:t> at -5°C (solution would freeze); </a:t>
            </a:r>
          </a:p>
          <a:p>
            <a:r>
              <a:rPr lang="en-US" dirty="0"/>
              <a:t>physically impossible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Tree>
    <p:extLst>
      <p:ext uri="{BB962C8B-B14F-4D97-AF65-F5344CB8AC3E}">
        <p14:creationId xmlns:p14="http://schemas.microsoft.com/office/powerpoint/2010/main" val="32419457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Champions: [Winning team name]! Congratulations, you earned Eagle Eye badge! Excellent work everyone. What did we learn? Citation verification is critical - DOIs can be wrong. Your domain knowledge is powerful - it catches plausible-sounding nonsense. Math and stats need checking - AI gets calculations wrong. What was your team's best catch? What verification strategy worked best? [Facilitate brief discussion, celebrate all teams' efforts]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 Build systematic verification protocols. Three categories: citations, quantitative data, techniques. For each, specific checks. Make these automatic - every AI output goes through these filters. It becomes second nature after a few weeks. Save time by focusing verification on high-stakes claims - not everything needs equal scrutiny. Use judgment about what matters most.</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Excellent work today! You've mastered context - understanding why vague fails and precise succeeds. You can build context systematically. You've learned CO-STAR for strategic communication and can choose between AUTOMAT and CO-STAR appropriately. And you've developed verification instincts through competitive practice. Tomorrow we shift to technical understanding - how LLMs work, environmental impact, green AI strategies. Outstanding participation today!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Optional homework before Day 3. Try CO-STAR on a real strategic document from your work. </a:t>
            </a:r>
            <a:r>
              <a:rPr lang="en-US" sz="1200" dirty="0" err="1">
                <a:solidFill>
                  <a:srgbClr val="15213F"/>
                </a:solidFill>
                <a:latin typeface="Roboto" pitchFamily="34" charset="0"/>
                <a:ea typeface="Roboto" pitchFamily="34" charset="-122"/>
                <a:cs typeface="Roboto" pitchFamily="34" charset="-120"/>
              </a:rPr>
              <a:t>Practise</a:t>
            </a:r>
            <a:r>
              <a:rPr lang="en-US" sz="1200" dirty="0">
                <a:solidFill>
                  <a:srgbClr val="15213F"/>
                </a:solidFill>
                <a:latin typeface="Roboto" pitchFamily="34" charset="0"/>
                <a:ea typeface="Roboto" pitchFamily="34" charset="-122"/>
                <a:cs typeface="Roboto" pitchFamily="34" charset="-120"/>
              </a:rPr>
              <a:t> verification on any AI output you encounter. Review today's content on website. Optional pre-reading on technical topics. But no pressure - Day 3 will cover everything needed. Website credentials on screen.</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Before we wrap, quick reflection. Three questions: What was your biggest "aha" moment? What skill will you actually use this week? What's still unclear? Let's hear from a few people - one minute each. [Take 3-4 volunteers, acknowledge insights, address any confusion, note questions for future clarification]</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Quick parking lot check. These questions came up today but we didn't have time to fully address. [List any noted questions]. We'll handle these via website updates, email, or Day 3 start if relevant. Anything else you want in the parking lot? Good. We'll make sure all questions get answered.</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5213F"/>
                </a:solidFill>
                <a:latin typeface="Roboto" pitchFamily="34" charset="0"/>
                <a:ea typeface="Roboto" pitchFamily="34" charset="-122"/>
                <a:cs typeface="Roboto" pitchFamily="34" charset="-120"/>
              </a:rPr>
              <a:t>Resource reminder. Website has all Day 1 and 2 content, cheat sheets, exercise solutions, golden prompts library. Sandbox remains available at this URL. Bookmark both - you'll reference them constantly. Password unchanged: AmaDema2026. All materials accessible after training ends.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notesSlide" Target="../notesSlides/notesSlide11.xml"/><Relationship Id="rId16" Type="http://schemas.openxmlformats.org/officeDocument/2006/relationships/image" Target="../media/image23.png"/><Relationship Id="rId20" Type="http://schemas.openxmlformats.org/officeDocument/2006/relationships/image" Target="../media/image27.svg"/><Relationship Id="rId1" Type="http://schemas.openxmlformats.org/officeDocument/2006/relationships/slideLayout" Target="../slideLayouts/slideLayout13.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svg"/><Relationship Id="rId1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1.tif"/><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 Id="rId14" Type="http://schemas.openxmlformats.org/officeDocument/2006/relationships/image" Target="../media/image45.sv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18.xml"/><Relationship Id="rId5" Type="http://schemas.openxmlformats.org/officeDocument/2006/relationships/image" Target="../media/image53.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hyperlink" Target="https://avgistavrou.github.io/Aitraining/day2/overview/" TargetMode="External"/><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798927" y="2535054"/>
            <a:ext cx="5980509" cy="620078"/>
          </a:xfrm>
          <a:prstGeom prst="rect">
            <a:avLst/>
          </a:prstGeom>
          <a:noFill/>
          <a:ln/>
        </p:spPr>
        <p:txBody>
          <a:bodyPr wrap="none" lIns="0" tIns="0" rIns="0" bIns="0" rtlCol="0" anchor="t"/>
          <a:lstStyle/>
          <a:p>
            <a:pPr marL="0" indent="0" algn="l">
              <a:lnSpc>
                <a:spcPts val="4850"/>
              </a:lnSpc>
              <a:buNone/>
            </a:pPr>
            <a:r>
              <a:rPr lang="en-US" sz="5400" dirty="0">
                <a:solidFill>
                  <a:srgbClr val="3257B8"/>
                </a:solidFill>
                <a:latin typeface="Roboto Slab" pitchFamily="34" charset="0"/>
                <a:ea typeface="Roboto Slab" pitchFamily="34" charset="-122"/>
                <a:cs typeface="Roboto Slab" pitchFamily="34" charset="-120"/>
              </a:rPr>
              <a:t>Day 2: Context &amp; CO-STAR</a:t>
            </a:r>
            <a:endParaRPr lang="en-US" sz="5400" dirty="0"/>
          </a:p>
        </p:txBody>
      </p:sp>
      <p:sp>
        <p:nvSpPr>
          <p:cNvPr id="4" name="Text 1"/>
          <p:cNvSpPr/>
          <p:nvPr/>
        </p:nvSpPr>
        <p:spPr>
          <a:xfrm>
            <a:off x="5798927" y="3751784"/>
            <a:ext cx="7556421" cy="992267"/>
          </a:xfrm>
          <a:prstGeom prst="rect">
            <a:avLst/>
          </a:prstGeom>
          <a:noFill/>
          <a:ln/>
        </p:spPr>
        <p:txBody>
          <a:bodyPr wrap="square" lIns="0" tIns="0" rIns="0" bIns="0" rtlCol="0" anchor="t"/>
          <a:lstStyle/>
          <a:p>
            <a:pPr marL="0" indent="0" algn="l">
              <a:buNone/>
            </a:pPr>
            <a:r>
              <a:rPr lang="en-US" sz="4400" dirty="0">
                <a:solidFill>
                  <a:srgbClr val="3257B8"/>
                </a:solidFill>
                <a:latin typeface="Roboto Slab" pitchFamily="34" charset="0"/>
                <a:ea typeface="Roboto Slab" pitchFamily="34" charset="-122"/>
                <a:cs typeface="Roboto Slab" pitchFamily="34" charset="-120"/>
              </a:rPr>
              <a:t>Mastering Context for Strategic Communication</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09569" y="1424351"/>
            <a:ext cx="4961811" cy="620078"/>
          </a:xfrm>
          <a:prstGeom prst="rect">
            <a:avLst/>
          </a:prstGeom>
          <a:noFill/>
          <a:ln/>
        </p:spPr>
        <p:txBody>
          <a:bodyPr wrap="none" lIns="0" tIns="0" rIns="0" bIns="0" rtlCol="0" anchor="t"/>
          <a:lstStyle/>
          <a:p>
            <a:pPr marL="0" indent="0" algn="l">
              <a:lnSpc>
                <a:spcPts val="4850"/>
              </a:lnSpc>
              <a:buNone/>
            </a:pPr>
            <a:r>
              <a:rPr lang="en-US" sz="5400" dirty="0">
                <a:solidFill>
                  <a:srgbClr val="3257B8"/>
                </a:solidFill>
                <a:latin typeface="Roboto Slab" pitchFamily="34" charset="0"/>
                <a:ea typeface="Roboto Slab" pitchFamily="34" charset="-122"/>
                <a:cs typeface="Roboto Slab" pitchFamily="34" charset="-120"/>
              </a:rPr>
              <a:t>Quick Check-In</a:t>
            </a:r>
            <a:endParaRPr lang="en-US" sz="5400" dirty="0"/>
          </a:p>
        </p:txBody>
      </p:sp>
      <p:sp>
        <p:nvSpPr>
          <p:cNvPr id="3" name="Shape 1"/>
          <p:cNvSpPr/>
          <p:nvPr/>
        </p:nvSpPr>
        <p:spPr>
          <a:xfrm>
            <a:off x="595432" y="2726138"/>
            <a:ext cx="4413647" cy="4130272"/>
          </a:xfrm>
          <a:prstGeom prst="roundRect">
            <a:avLst>
              <a:gd name="adj" fmla="val 2905"/>
            </a:avLst>
          </a:prstGeom>
          <a:solidFill>
            <a:srgbClr val="E9ECF2"/>
          </a:solidFill>
          <a:ln/>
        </p:spPr>
        <p:txBody>
          <a:bodyPr/>
          <a:lstStyle/>
          <a:p>
            <a:endParaRPr lang="en-US"/>
          </a:p>
        </p:txBody>
      </p:sp>
      <p:sp>
        <p:nvSpPr>
          <p:cNvPr id="4" name="Text 2"/>
          <p:cNvSpPr/>
          <p:nvPr/>
        </p:nvSpPr>
        <p:spPr>
          <a:xfrm>
            <a:off x="992148" y="2916347"/>
            <a:ext cx="3818573" cy="2619735"/>
          </a:xfrm>
          <a:prstGeom prst="rect">
            <a:avLst/>
          </a:prstGeom>
          <a:noFill/>
          <a:ln/>
        </p:spPr>
        <p:txBody>
          <a:bodyPr wrap="square" lIns="0" tIns="0" rIns="0" bIns="0" rtlCol="0" anchor="t"/>
          <a:lstStyle/>
          <a:p>
            <a:pPr marL="0" indent="0" algn="l">
              <a:buNone/>
            </a:pPr>
            <a:r>
              <a:rPr lang="en-US" sz="3600" dirty="0">
                <a:solidFill>
                  <a:srgbClr val="000000"/>
                </a:solidFill>
                <a:latin typeface="Roboto Slab" pitchFamily="34" charset="0"/>
                <a:ea typeface="Roboto Slab" pitchFamily="34" charset="-122"/>
                <a:cs typeface="Roboto Slab" pitchFamily="34" charset="-120"/>
              </a:rPr>
              <a:t>👍</a:t>
            </a:r>
            <a:r>
              <a:rPr lang="en-US" sz="3600" dirty="0">
                <a:solidFill>
                  <a:srgbClr val="15213F"/>
                </a:solidFill>
                <a:latin typeface="Roboto Slab" pitchFamily="34" charset="0"/>
                <a:ea typeface="Roboto Slab" pitchFamily="34" charset="-122"/>
                <a:cs typeface="Roboto Slab" pitchFamily="34" charset="-120"/>
              </a:rPr>
              <a:t> Tried AUTOMAT since last week?</a:t>
            </a:r>
            <a:endParaRPr lang="en-US" sz="3600" dirty="0"/>
          </a:p>
        </p:txBody>
      </p:sp>
      <p:sp>
        <p:nvSpPr>
          <p:cNvPr id="5" name="Shape 3"/>
          <p:cNvSpPr/>
          <p:nvPr/>
        </p:nvSpPr>
        <p:spPr>
          <a:xfrm>
            <a:off x="5207437" y="2743201"/>
            <a:ext cx="4215408" cy="4113209"/>
          </a:xfrm>
          <a:prstGeom prst="roundRect">
            <a:avLst>
              <a:gd name="adj" fmla="val 2905"/>
            </a:avLst>
          </a:prstGeom>
          <a:solidFill>
            <a:srgbClr val="E9ECF2"/>
          </a:solidFill>
          <a:ln/>
        </p:spPr>
        <p:txBody>
          <a:bodyPr/>
          <a:lstStyle/>
          <a:p>
            <a:endParaRPr lang="en-US"/>
          </a:p>
        </p:txBody>
      </p:sp>
      <p:sp>
        <p:nvSpPr>
          <p:cNvPr id="6" name="Text 4"/>
          <p:cNvSpPr/>
          <p:nvPr/>
        </p:nvSpPr>
        <p:spPr>
          <a:xfrm>
            <a:off x="5405795" y="2916348"/>
            <a:ext cx="3818692" cy="627936"/>
          </a:xfrm>
          <a:prstGeom prst="rect">
            <a:avLst/>
          </a:prstGeom>
          <a:noFill/>
          <a:ln/>
        </p:spPr>
        <p:txBody>
          <a:bodyPr wrap="square" lIns="0" tIns="0" rIns="0" bIns="0" rtlCol="0" anchor="t"/>
          <a:lstStyle/>
          <a:p>
            <a:pPr marL="0" indent="0" algn="l">
              <a:buNone/>
            </a:pPr>
            <a:r>
              <a:rPr lang="en-US" sz="3600" dirty="0">
                <a:solidFill>
                  <a:srgbClr val="000000"/>
                </a:solidFill>
                <a:latin typeface="Roboto Slab" pitchFamily="34" charset="0"/>
                <a:ea typeface="Roboto Slab" pitchFamily="34" charset="-122"/>
                <a:cs typeface="Roboto Slab" pitchFamily="34" charset="-120"/>
              </a:rPr>
              <a:t>🤔</a:t>
            </a:r>
            <a:r>
              <a:rPr lang="en-US" sz="1950" dirty="0">
                <a:solidFill>
                  <a:srgbClr val="15213F"/>
                </a:solidFill>
                <a:latin typeface="Roboto Slab" pitchFamily="34" charset="0"/>
                <a:ea typeface="Roboto Slab" pitchFamily="34" charset="-122"/>
                <a:cs typeface="Roboto Slab" pitchFamily="34" charset="-120"/>
              </a:rPr>
              <a:t> </a:t>
            </a:r>
            <a:r>
              <a:rPr lang="en-US" sz="3600" dirty="0">
                <a:solidFill>
                  <a:srgbClr val="15213F"/>
                </a:solidFill>
                <a:latin typeface="Roboto Slab" pitchFamily="34" charset="0"/>
                <a:ea typeface="Roboto Slab" pitchFamily="34" charset="-122"/>
                <a:cs typeface="Roboto Slab" pitchFamily="34" charset="-120"/>
              </a:rPr>
              <a:t>What was your biggest "aha" moment from Day 1?</a:t>
            </a:r>
            <a:endParaRPr lang="en-US" sz="3600" dirty="0"/>
          </a:p>
        </p:txBody>
      </p:sp>
      <p:sp>
        <p:nvSpPr>
          <p:cNvPr id="7" name="Shape 5"/>
          <p:cNvSpPr/>
          <p:nvPr/>
        </p:nvSpPr>
        <p:spPr>
          <a:xfrm>
            <a:off x="9621202" y="2743200"/>
            <a:ext cx="4215289" cy="4113209"/>
          </a:xfrm>
          <a:prstGeom prst="roundRect">
            <a:avLst>
              <a:gd name="adj" fmla="val 2905"/>
            </a:avLst>
          </a:prstGeom>
          <a:solidFill>
            <a:srgbClr val="E9ECF2"/>
          </a:solidFill>
          <a:ln/>
        </p:spPr>
        <p:txBody>
          <a:bodyPr/>
          <a:lstStyle/>
          <a:p>
            <a:endParaRPr lang="en-US"/>
          </a:p>
        </p:txBody>
      </p:sp>
      <p:sp>
        <p:nvSpPr>
          <p:cNvPr id="8" name="Text 6"/>
          <p:cNvSpPr/>
          <p:nvPr/>
        </p:nvSpPr>
        <p:spPr>
          <a:xfrm>
            <a:off x="9819559" y="2916347"/>
            <a:ext cx="3818573" cy="2762557"/>
          </a:xfrm>
          <a:prstGeom prst="rect">
            <a:avLst/>
          </a:prstGeom>
          <a:noFill/>
          <a:ln/>
        </p:spPr>
        <p:txBody>
          <a:bodyPr wrap="square" lIns="0" tIns="0" rIns="0" bIns="0" rtlCol="0" anchor="t"/>
          <a:lstStyle/>
          <a:p>
            <a:pPr marL="0" indent="0" algn="l">
              <a:buNone/>
            </a:pPr>
            <a:r>
              <a:rPr lang="en-US" sz="3600" dirty="0">
                <a:solidFill>
                  <a:srgbClr val="000000"/>
                </a:solidFill>
                <a:latin typeface="Roboto Slab" pitchFamily="34" charset="0"/>
                <a:ea typeface="Roboto Slab" pitchFamily="34" charset="-122"/>
                <a:cs typeface="Roboto Slab" pitchFamily="34" charset="-120"/>
              </a:rPr>
              <a:t>❓</a:t>
            </a:r>
            <a:r>
              <a:rPr lang="en-US" sz="3600" dirty="0">
                <a:solidFill>
                  <a:srgbClr val="15213F"/>
                </a:solidFill>
                <a:latin typeface="Roboto Slab" pitchFamily="34" charset="0"/>
                <a:ea typeface="Roboto Slab" pitchFamily="34" charset="-122"/>
                <a:cs typeface="Roboto Slab" pitchFamily="34" charset="-120"/>
              </a:rPr>
              <a:t> Any lingering questions from Day 1?</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7809" y="728067"/>
            <a:ext cx="6426994" cy="620078"/>
          </a:xfrm>
          <a:prstGeom prst="rect">
            <a:avLst/>
          </a:prstGeom>
          <a:noFill/>
          <a:ln/>
        </p:spPr>
        <p:txBody>
          <a:bodyPr wrap="none" lIns="0" tIns="0" rIns="0" bIns="0" rtlCol="0" anchor="t"/>
          <a:lstStyle/>
          <a:p>
            <a:pPr marL="0" indent="0" algn="l">
              <a:lnSpc>
                <a:spcPts val="4850"/>
              </a:lnSpc>
              <a:buNone/>
            </a:pPr>
            <a:r>
              <a:rPr lang="en-US" sz="5400" dirty="0">
                <a:solidFill>
                  <a:srgbClr val="3257B8"/>
                </a:solidFill>
                <a:latin typeface="Roboto Slab" pitchFamily="34" charset="0"/>
                <a:ea typeface="Roboto Slab" pitchFamily="34" charset="-122"/>
                <a:cs typeface="Roboto Slab" pitchFamily="34" charset="-120"/>
              </a:rPr>
              <a:t>Day 1 Recap: The Essentials</a:t>
            </a:r>
            <a:endParaRPr lang="en-US" sz="5400" dirty="0"/>
          </a:p>
        </p:txBody>
      </p:sp>
      <p:sp>
        <p:nvSpPr>
          <p:cNvPr id="3" name="Shape 1"/>
          <p:cNvSpPr/>
          <p:nvPr/>
        </p:nvSpPr>
        <p:spPr>
          <a:xfrm>
            <a:off x="567809" y="1569362"/>
            <a:ext cx="6611824" cy="2344621"/>
          </a:xfrm>
          <a:prstGeom prst="roundRect">
            <a:avLst>
              <a:gd name="adj" fmla="val 1831"/>
            </a:avLst>
          </a:prstGeom>
          <a:solidFill>
            <a:srgbClr val="FBFCFE"/>
          </a:solidFill>
          <a:ln w="22860">
            <a:solidFill>
              <a:srgbClr val="CFD2D8"/>
            </a:solidFill>
            <a:prstDash val="solid"/>
          </a:ln>
        </p:spPr>
        <p:txBody>
          <a:bodyPr/>
          <a:lstStyle/>
          <a:p>
            <a:endParaRPr lang="en-US"/>
          </a:p>
        </p:txBody>
      </p:sp>
      <p:sp>
        <p:nvSpPr>
          <p:cNvPr id="4" name="Text 2"/>
          <p:cNvSpPr/>
          <p:nvPr/>
        </p:nvSpPr>
        <p:spPr>
          <a:xfrm>
            <a:off x="697831" y="1708121"/>
            <a:ext cx="2286000" cy="1795940"/>
          </a:xfrm>
          <a:prstGeom prst="rect">
            <a:avLst/>
          </a:prstGeom>
          <a:noFill/>
          <a:ln/>
        </p:spPr>
        <p:txBody>
          <a:bodyPr wrap="none" lIns="0" tIns="0" rIns="0" bIns="0" rtlCol="0" anchor="t"/>
          <a:lstStyle/>
          <a:p>
            <a:pPr marL="0" indent="0" algn="l">
              <a:buNone/>
            </a:pPr>
            <a:r>
              <a:rPr lang="en-US" sz="3200" dirty="0">
                <a:solidFill>
                  <a:srgbClr val="15213F"/>
                </a:solidFill>
                <a:latin typeface="Roboto Slab" pitchFamily="34" charset="0"/>
                <a:ea typeface="Roboto Slab" pitchFamily="34" charset="-122"/>
                <a:cs typeface="Roboto Slab" pitchFamily="34" charset="-120"/>
              </a:rPr>
              <a:t>Prompt Engineering =</a:t>
            </a:r>
          </a:p>
          <a:p>
            <a:pPr marL="0" indent="0" algn="l">
              <a:buNone/>
            </a:pPr>
            <a:r>
              <a:rPr lang="en-US" sz="3200" dirty="0">
                <a:solidFill>
                  <a:srgbClr val="15213F"/>
                </a:solidFill>
                <a:latin typeface="Roboto Slab" pitchFamily="34" charset="0"/>
                <a:ea typeface="Roboto Slab" pitchFamily="34" charset="-122"/>
                <a:cs typeface="Roboto Slab" pitchFamily="34" charset="-120"/>
              </a:rPr>
              <a:t> Systematic Skill</a:t>
            </a:r>
            <a:endParaRPr lang="en-US" sz="3200" dirty="0"/>
          </a:p>
        </p:txBody>
      </p:sp>
      <p:sp>
        <p:nvSpPr>
          <p:cNvPr id="5" name="Text 3"/>
          <p:cNvSpPr/>
          <p:nvPr/>
        </p:nvSpPr>
        <p:spPr>
          <a:xfrm>
            <a:off x="791408" y="3153434"/>
            <a:ext cx="5979795"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50-75% efficiency gains possible</a:t>
            </a:r>
            <a:endParaRPr lang="en-US" sz="2800" dirty="0"/>
          </a:p>
        </p:txBody>
      </p:sp>
      <p:sp>
        <p:nvSpPr>
          <p:cNvPr id="6" name="Shape 4"/>
          <p:cNvSpPr/>
          <p:nvPr/>
        </p:nvSpPr>
        <p:spPr>
          <a:xfrm>
            <a:off x="7343774" y="1569363"/>
            <a:ext cx="6422231" cy="2344620"/>
          </a:xfrm>
          <a:prstGeom prst="roundRect">
            <a:avLst>
              <a:gd name="adj" fmla="val 1831"/>
            </a:avLst>
          </a:prstGeom>
          <a:solidFill>
            <a:srgbClr val="FBFCFE"/>
          </a:solidFill>
          <a:ln w="22860">
            <a:solidFill>
              <a:srgbClr val="CFD2D8"/>
            </a:solidFill>
            <a:prstDash val="solid"/>
          </a:ln>
        </p:spPr>
        <p:txBody>
          <a:bodyPr/>
          <a:lstStyle/>
          <a:p>
            <a:endParaRPr lang="en-US"/>
          </a:p>
        </p:txBody>
      </p:sp>
      <p:sp>
        <p:nvSpPr>
          <p:cNvPr id="7" name="Text 5"/>
          <p:cNvSpPr/>
          <p:nvPr/>
        </p:nvSpPr>
        <p:spPr>
          <a:xfrm>
            <a:off x="7416402" y="1857914"/>
            <a:ext cx="2919293" cy="310158"/>
          </a:xfrm>
          <a:prstGeom prst="rect">
            <a:avLst/>
          </a:prstGeom>
          <a:noFill/>
          <a:ln/>
        </p:spPr>
        <p:txBody>
          <a:bodyPr wrap="none" lIns="0" tIns="0" rIns="0" bIns="0" rtlCol="0" anchor="t"/>
          <a:lstStyle/>
          <a:p>
            <a:pPr marL="0" indent="0" algn="l">
              <a:lnSpc>
                <a:spcPts val="2400"/>
              </a:lnSpc>
              <a:buNone/>
            </a:pPr>
            <a:r>
              <a:rPr lang="en-US" sz="4000" dirty="0">
                <a:solidFill>
                  <a:srgbClr val="15213F"/>
                </a:solidFill>
                <a:latin typeface="Roboto Slab" pitchFamily="34" charset="0"/>
                <a:ea typeface="Roboto Slab" pitchFamily="34" charset="-122"/>
                <a:cs typeface="Roboto Slab" pitchFamily="34" charset="-120"/>
              </a:rPr>
              <a:t>AUTOMAT Framework</a:t>
            </a:r>
            <a:endParaRPr lang="en-US" sz="4000" dirty="0"/>
          </a:p>
        </p:txBody>
      </p:sp>
      <p:sp>
        <p:nvSpPr>
          <p:cNvPr id="8" name="Text 6"/>
          <p:cNvSpPr/>
          <p:nvPr/>
        </p:nvSpPr>
        <p:spPr>
          <a:xfrm>
            <a:off x="7564991" y="2684174"/>
            <a:ext cx="5979795"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7 components: A-U-T-O-M-A-T</a:t>
            </a:r>
            <a:endParaRPr lang="en-US" sz="2800" dirty="0"/>
          </a:p>
        </p:txBody>
      </p:sp>
      <p:sp>
        <p:nvSpPr>
          <p:cNvPr id="9" name="Text 7"/>
          <p:cNvSpPr/>
          <p:nvPr/>
        </p:nvSpPr>
        <p:spPr>
          <a:xfrm>
            <a:off x="7564990" y="3252214"/>
            <a:ext cx="5979795"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For functional, structured tasks</a:t>
            </a:r>
            <a:endParaRPr lang="en-US" sz="2800" dirty="0"/>
          </a:p>
        </p:txBody>
      </p:sp>
      <p:sp>
        <p:nvSpPr>
          <p:cNvPr id="10" name="Shape 8"/>
          <p:cNvSpPr/>
          <p:nvPr/>
        </p:nvSpPr>
        <p:spPr>
          <a:xfrm>
            <a:off x="567809" y="4315616"/>
            <a:ext cx="6611824" cy="2205863"/>
          </a:xfrm>
          <a:prstGeom prst="roundRect">
            <a:avLst>
              <a:gd name="adj" fmla="val 2503"/>
            </a:avLst>
          </a:prstGeom>
          <a:solidFill>
            <a:srgbClr val="FBFCFE"/>
          </a:solidFill>
          <a:ln w="22860">
            <a:solidFill>
              <a:srgbClr val="CFD2D8"/>
            </a:solidFill>
            <a:prstDash val="solid"/>
          </a:ln>
        </p:spPr>
        <p:txBody>
          <a:bodyPr/>
          <a:lstStyle/>
          <a:p>
            <a:endParaRPr lang="en-US"/>
          </a:p>
        </p:txBody>
      </p:sp>
      <p:sp>
        <p:nvSpPr>
          <p:cNvPr id="11" name="Text 9"/>
          <p:cNvSpPr/>
          <p:nvPr/>
        </p:nvSpPr>
        <p:spPr>
          <a:xfrm>
            <a:off x="891897" y="4828154"/>
            <a:ext cx="3113008" cy="310158"/>
          </a:xfrm>
          <a:prstGeom prst="rect">
            <a:avLst/>
          </a:prstGeom>
          <a:noFill/>
          <a:ln/>
        </p:spPr>
        <p:txBody>
          <a:bodyPr wrap="none" lIns="0" tIns="0" rIns="0" bIns="0" rtlCol="0" anchor="t"/>
          <a:lstStyle/>
          <a:p>
            <a:pPr marL="0" indent="0" algn="l">
              <a:lnSpc>
                <a:spcPts val="2400"/>
              </a:lnSpc>
              <a:buNone/>
            </a:pPr>
            <a:r>
              <a:rPr lang="en-US" sz="3600" dirty="0">
                <a:solidFill>
                  <a:srgbClr val="15213F"/>
                </a:solidFill>
                <a:latin typeface="Roboto Slab" pitchFamily="34" charset="0"/>
                <a:ea typeface="Roboto Slab" pitchFamily="34" charset="-122"/>
                <a:cs typeface="Roboto Slab" pitchFamily="34" charset="-120"/>
              </a:rPr>
              <a:t>Conversational Learning</a:t>
            </a:r>
            <a:endParaRPr lang="en-US" sz="3600" dirty="0"/>
          </a:p>
        </p:txBody>
      </p:sp>
      <p:sp>
        <p:nvSpPr>
          <p:cNvPr id="12" name="Text 10"/>
          <p:cNvSpPr/>
          <p:nvPr/>
        </p:nvSpPr>
        <p:spPr>
          <a:xfrm>
            <a:off x="1015008" y="5591175"/>
            <a:ext cx="5979795"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Ask "why" to build expertise</a:t>
            </a:r>
            <a:endParaRPr lang="en-US" sz="2800" dirty="0"/>
          </a:p>
        </p:txBody>
      </p:sp>
      <p:sp>
        <p:nvSpPr>
          <p:cNvPr id="13" name="Shape 11"/>
          <p:cNvSpPr/>
          <p:nvPr/>
        </p:nvSpPr>
        <p:spPr>
          <a:xfrm>
            <a:off x="7343774" y="4315616"/>
            <a:ext cx="6422231" cy="2205862"/>
          </a:xfrm>
          <a:prstGeom prst="roundRect">
            <a:avLst>
              <a:gd name="adj" fmla="val 2503"/>
            </a:avLst>
          </a:prstGeom>
          <a:solidFill>
            <a:srgbClr val="FBFCFE"/>
          </a:solidFill>
          <a:ln w="22860">
            <a:solidFill>
              <a:srgbClr val="CFD2D8"/>
            </a:solidFill>
            <a:prstDash val="solid"/>
          </a:ln>
        </p:spPr>
        <p:txBody>
          <a:bodyPr/>
          <a:lstStyle/>
          <a:p>
            <a:endParaRPr lang="en-US"/>
          </a:p>
        </p:txBody>
      </p:sp>
      <p:sp>
        <p:nvSpPr>
          <p:cNvPr id="14" name="Text 12"/>
          <p:cNvSpPr/>
          <p:nvPr/>
        </p:nvSpPr>
        <p:spPr>
          <a:xfrm>
            <a:off x="7635597" y="4743527"/>
            <a:ext cx="2480905" cy="310158"/>
          </a:xfrm>
          <a:prstGeom prst="rect">
            <a:avLst/>
          </a:prstGeom>
          <a:noFill/>
          <a:ln/>
        </p:spPr>
        <p:txBody>
          <a:bodyPr wrap="none" lIns="0" tIns="0" rIns="0" bIns="0" rtlCol="0" anchor="t"/>
          <a:lstStyle/>
          <a:p>
            <a:pPr marL="0" indent="0" algn="l">
              <a:lnSpc>
                <a:spcPts val="2400"/>
              </a:lnSpc>
              <a:buNone/>
            </a:pPr>
            <a:r>
              <a:rPr lang="en-US" sz="3600" dirty="0">
                <a:solidFill>
                  <a:srgbClr val="15213F"/>
                </a:solidFill>
                <a:latin typeface="Roboto Slab" pitchFamily="34" charset="0"/>
                <a:ea typeface="Roboto Slab" pitchFamily="34" charset="-122"/>
                <a:cs typeface="Roboto Slab" pitchFamily="34" charset="-120"/>
              </a:rPr>
              <a:t>IP Protection</a:t>
            </a:r>
            <a:endParaRPr lang="en-US" sz="3600" dirty="0"/>
          </a:p>
        </p:txBody>
      </p:sp>
      <p:sp>
        <p:nvSpPr>
          <p:cNvPr id="15" name="Text 13"/>
          <p:cNvSpPr/>
          <p:nvPr/>
        </p:nvSpPr>
        <p:spPr>
          <a:xfrm>
            <a:off x="7635597" y="5591175"/>
            <a:ext cx="5979795"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Red List + Local Sandbox</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8936" y="606173"/>
            <a:ext cx="13235031" cy="790692"/>
          </a:xfrm>
          <a:prstGeom prst="rect">
            <a:avLst/>
          </a:prstGeom>
          <a:noFill/>
          <a:ln/>
        </p:spPr>
        <p:txBody>
          <a:bodyPr wrap="none" lIns="0" tIns="0" rIns="0" bIns="0" rtlCol="0" anchor="t"/>
          <a:lstStyle/>
          <a:p>
            <a:pPr marL="0" indent="0" algn="l">
              <a:lnSpc>
                <a:spcPts val="4850"/>
              </a:lnSpc>
              <a:buNone/>
            </a:pPr>
            <a:r>
              <a:rPr lang="en-US" sz="4800" dirty="0">
                <a:solidFill>
                  <a:srgbClr val="3257B8"/>
                </a:solidFill>
                <a:latin typeface="Roboto Slab" pitchFamily="34" charset="0"/>
                <a:ea typeface="Roboto Slab" pitchFamily="34" charset="-122"/>
                <a:cs typeface="Roboto Slab" pitchFamily="34" charset="-120"/>
              </a:rPr>
              <a:t>Day 2 Schedule (1.5 hours)</a:t>
            </a:r>
            <a:endParaRPr lang="en-US" sz="4800" dirty="0"/>
          </a:p>
        </p:txBody>
      </p:sp>
      <p:sp>
        <p:nvSpPr>
          <p:cNvPr id="3" name="Text 1"/>
          <p:cNvSpPr/>
          <p:nvPr/>
        </p:nvSpPr>
        <p:spPr>
          <a:xfrm>
            <a:off x="793790" y="1959972"/>
            <a:ext cx="198358" cy="248007"/>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Slab Light" pitchFamily="34" charset="0"/>
                <a:ea typeface="Roboto Slab Light" pitchFamily="34" charset="-122"/>
                <a:cs typeface="Roboto Slab Light" pitchFamily="34" charset="-120"/>
              </a:rPr>
              <a:t>01</a:t>
            </a:r>
            <a:endParaRPr lang="en-US" sz="2800" dirty="0"/>
          </a:p>
        </p:txBody>
      </p:sp>
      <p:pic>
        <p:nvPicPr>
          <p:cNvPr id="4" name="Image 0" descr="preencoded.png"/>
          <p:cNvPicPr>
            <a:picLocks noChangeAspect="1"/>
          </p:cNvPicPr>
          <p:nvPr/>
        </p:nvPicPr>
        <p:blipFill>
          <a:blip r:embed="rId3"/>
          <a:stretch>
            <a:fillRect/>
          </a:stretch>
        </p:blipFill>
        <p:spPr>
          <a:xfrm>
            <a:off x="793790" y="2274297"/>
            <a:ext cx="4215289" cy="22860"/>
          </a:xfrm>
          <a:prstGeom prst="rect">
            <a:avLst/>
          </a:prstGeom>
        </p:spPr>
      </p:pic>
      <p:sp>
        <p:nvSpPr>
          <p:cNvPr id="5" name="Text 2"/>
          <p:cNvSpPr/>
          <p:nvPr/>
        </p:nvSpPr>
        <p:spPr>
          <a:xfrm>
            <a:off x="793790" y="2419196"/>
            <a:ext cx="3147536"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Context Deep Dive </a:t>
            </a:r>
            <a:endParaRPr lang="en-US" sz="2800" dirty="0"/>
          </a:p>
        </p:txBody>
      </p:sp>
      <p:sp>
        <p:nvSpPr>
          <p:cNvPr id="6" name="Text 3"/>
          <p:cNvSpPr/>
          <p:nvPr/>
        </p:nvSpPr>
        <p:spPr>
          <a:xfrm>
            <a:off x="468930" y="3245460"/>
            <a:ext cx="4215289"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Why context matters</a:t>
            </a:r>
            <a:endParaRPr lang="en-US" sz="2400" dirty="0"/>
          </a:p>
        </p:txBody>
      </p:sp>
      <p:sp>
        <p:nvSpPr>
          <p:cNvPr id="7" name="Text 4"/>
          <p:cNvSpPr/>
          <p:nvPr/>
        </p:nvSpPr>
        <p:spPr>
          <a:xfrm>
            <a:off x="468928" y="3850000"/>
            <a:ext cx="4215289" cy="723946"/>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Live demos showing </a:t>
            </a:r>
          </a:p>
          <a:p>
            <a:pPr algn="l">
              <a:lnSpc>
                <a:spcPts val="2500"/>
              </a:lnSpc>
              <a:buSzPct val="100000"/>
            </a:pPr>
            <a:r>
              <a:rPr lang="en-US" sz="2400" dirty="0">
                <a:solidFill>
                  <a:srgbClr val="15213F"/>
                </a:solidFill>
                <a:latin typeface="Roboto" pitchFamily="34" charset="0"/>
                <a:ea typeface="Roboto" pitchFamily="34" charset="-122"/>
                <a:cs typeface="Roboto" pitchFamily="34" charset="-120"/>
              </a:rPr>
              <a:t>refinement</a:t>
            </a:r>
            <a:endParaRPr lang="en-US" sz="2400" dirty="0"/>
          </a:p>
        </p:txBody>
      </p:sp>
      <p:sp>
        <p:nvSpPr>
          <p:cNvPr id="8" name="Text 5"/>
          <p:cNvSpPr/>
          <p:nvPr/>
        </p:nvSpPr>
        <p:spPr>
          <a:xfrm>
            <a:off x="468929" y="4651188"/>
            <a:ext cx="4215289"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Hands-on practice</a:t>
            </a:r>
            <a:endParaRPr lang="en-US" sz="2400" dirty="0"/>
          </a:p>
        </p:txBody>
      </p:sp>
      <p:sp>
        <p:nvSpPr>
          <p:cNvPr id="9" name="Text 6"/>
          <p:cNvSpPr/>
          <p:nvPr/>
        </p:nvSpPr>
        <p:spPr>
          <a:xfrm>
            <a:off x="4617876" y="1959972"/>
            <a:ext cx="198358" cy="248007"/>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Slab Light" pitchFamily="34" charset="0"/>
                <a:ea typeface="Roboto Slab Light" pitchFamily="34" charset="-122"/>
                <a:cs typeface="Roboto Slab Light" pitchFamily="34" charset="-120"/>
              </a:rPr>
              <a:t>02</a:t>
            </a:r>
            <a:endParaRPr lang="en-US" sz="2800" dirty="0"/>
          </a:p>
        </p:txBody>
      </p:sp>
      <p:pic>
        <p:nvPicPr>
          <p:cNvPr id="10" name="Image 1" descr="preencoded.png"/>
          <p:cNvPicPr>
            <a:picLocks noChangeAspect="1"/>
          </p:cNvPicPr>
          <p:nvPr/>
        </p:nvPicPr>
        <p:blipFill>
          <a:blip r:embed="rId3"/>
          <a:stretch>
            <a:fillRect/>
          </a:stretch>
        </p:blipFill>
        <p:spPr>
          <a:xfrm>
            <a:off x="5207437" y="2274297"/>
            <a:ext cx="4215408" cy="22860"/>
          </a:xfrm>
          <a:prstGeom prst="rect">
            <a:avLst/>
          </a:prstGeom>
        </p:spPr>
      </p:pic>
      <p:sp>
        <p:nvSpPr>
          <p:cNvPr id="11" name="Text 7"/>
          <p:cNvSpPr/>
          <p:nvPr/>
        </p:nvSpPr>
        <p:spPr>
          <a:xfrm>
            <a:off x="4617876" y="2419196"/>
            <a:ext cx="3534013"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CO-STAR Framework</a:t>
            </a:r>
            <a:endParaRPr lang="en-US" sz="2800" dirty="0"/>
          </a:p>
        </p:txBody>
      </p:sp>
      <p:sp>
        <p:nvSpPr>
          <p:cNvPr id="12" name="Text 8"/>
          <p:cNvSpPr/>
          <p:nvPr/>
        </p:nvSpPr>
        <p:spPr>
          <a:xfrm>
            <a:off x="4552162" y="3245460"/>
            <a:ext cx="421540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6 components explained</a:t>
            </a:r>
            <a:endParaRPr lang="en-US" sz="2400" dirty="0"/>
          </a:p>
        </p:txBody>
      </p:sp>
      <p:sp>
        <p:nvSpPr>
          <p:cNvPr id="13" name="Text 9"/>
          <p:cNvSpPr/>
          <p:nvPr/>
        </p:nvSpPr>
        <p:spPr>
          <a:xfrm>
            <a:off x="4552162" y="3790891"/>
            <a:ext cx="421540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Materials science examples</a:t>
            </a:r>
            <a:endParaRPr lang="en-US" sz="2400" dirty="0"/>
          </a:p>
        </p:txBody>
      </p:sp>
      <p:sp>
        <p:nvSpPr>
          <p:cNvPr id="14" name="Text 10"/>
          <p:cNvSpPr/>
          <p:nvPr/>
        </p:nvSpPr>
        <p:spPr>
          <a:xfrm>
            <a:off x="4552162" y="4360885"/>
            <a:ext cx="421540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Group exercise building prompts</a:t>
            </a:r>
            <a:endParaRPr lang="en-US" sz="2400" dirty="0"/>
          </a:p>
        </p:txBody>
      </p:sp>
      <p:sp>
        <p:nvSpPr>
          <p:cNvPr id="15" name="Text 11"/>
          <p:cNvSpPr/>
          <p:nvPr/>
        </p:nvSpPr>
        <p:spPr>
          <a:xfrm>
            <a:off x="9621203" y="1959972"/>
            <a:ext cx="198358" cy="248007"/>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Slab Light" pitchFamily="34" charset="0"/>
                <a:ea typeface="Roboto Slab Light" pitchFamily="34" charset="-122"/>
                <a:cs typeface="Roboto Slab Light" pitchFamily="34" charset="-120"/>
              </a:rPr>
              <a:t>03</a:t>
            </a:r>
            <a:endParaRPr lang="en-US" sz="2800" dirty="0"/>
          </a:p>
        </p:txBody>
      </p:sp>
      <p:pic>
        <p:nvPicPr>
          <p:cNvPr id="16" name="Image 2" descr="preencoded.png"/>
          <p:cNvPicPr>
            <a:picLocks noChangeAspect="1"/>
          </p:cNvPicPr>
          <p:nvPr/>
        </p:nvPicPr>
        <p:blipFill>
          <a:blip r:embed="rId3"/>
          <a:stretch>
            <a:fillRect/>
          </a:stretch>
        </p:blipFill>
        <p:spPr>
          <a:xfrm>
            <a:off x="9621203" y="3718084"/>
            <a:ext cx="4215289" cy="22860"/>
          </a:xfrm>
          <a:prstGeom prst="rect">
            <a:avLst/>
          </a:prstGeom>
        </p:spPr>
      </p:pic>
      <p:sp>
        <p:nvSpPr>
          <p:cNvPr id="17" name="Text 12"/>
          <p:cNvSpPr/>
          <p:nvPr/>
        </p:nvSpPr>
        <p:spPr>
          <a:xfrm>
            <a:off x="9605560" y="2379297"/>
            <a:ext cx="4215289" cy="620316"/>
          </a:xfrm>
          <a:prstGeom prst="rect">
            <a:avLst/>
          </a:prstGeom>
          <a:noFill/>
          <a:ln/>
        </p:spPr>
        <p:txBody>
          <a:bodyPr wrap="squar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Advanced Hallucination Detection</a:t>
            </a:r>
            <a:endParaRPr lang="en-US" sz="2800" dirty="0"/>
          </a:p>
        </p:txBody>
      </p:sp>
      <p:sp>
        <p:nvSpPr>
          <p:cNvPr id="18" name="Text 13"/>
          <p:cNvSpPr/>
          <p:nvPr/>
        </p:nvSpPr>
        <p:spPr>
          <a:xfrm>
            <a:off x="9621203" y="3290918"/>
            <a:ext cx="4215289"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Competitive Hallucination Hunt</a:t>
            </a:r>
            <a:endParaRPr lang="en-US" sz="2400" dirty="0"/>
          </a:p>
        </p:txBody>
      </p:sp>
      <p:sp>
        <p:nvSpPr>
          <p:cNvPr id="19" name="Text 14"/>
          <p:cNvSpPr/>
          <p:nvPr/>
        </p:nvSpPr>
        <p:spPr>
          <a:xfrm>
            <a:off x="9621203" y="3894433"/>
            <a:ext cx="4215289"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Verification protocols</a:t>
            </a:r>
            <a:endParaRPr lang="en-US" sz="2400" dirty="0"/>
          </a:p>
        </p:txBody>
      </p:sp>
      <p:sp>
        <p:nvSpPr>
          <p:cNvPr id="20" name="Text 15"/>
          <p:cNvSpPr/>
          <p:nvPr/>
        </p:nvSpPr>
        <p:spPr>
          <a:xfrm>
            <a:off x="9621203" y="4473895"/>
            <a:ext cx="4215289"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Group debriefs</a:t>
            </a:r>
            <a:endParaRPr lang="en-US" sz="2400" dirty="0"/>
          </a:p>
        </p:txBody>
      </p:sp>
      <p:sp>
        <p:nvSpPr>
          <p:cNvPr id="21" name="Rectangle 20">
            <a:extLst>
              <a:ext uri="{FF2B5EF4-FFF2-40B4-BE49-F238E27FC236}">
                <a16:creationId xmlns:a16="http://schemas.microsoft.com/office/drawing/2014/main" id="{C814915F-22E3-241A-793E-88DB6BD1BACF}"/>
              </a:ext>
            </a:extLst>
          </p:cNvPr>
          <p:cNvSpPr/>
          <p:nvPr/>
        </p:nvSpPr>
        <p:spPr>
          <a:xfrm>
            <a:off x="4211579" y="1761893"/>
            <a:ext cx="110134" cy="37462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75903EE-948A-5225-2832-94F9D2479054}"/>
              </a:ext>
            </a:extLst>
          </p:cNvPr>
          <p:cNvSpPr/>
          <p:nvPr/>
        </p:nvSpPr>
        <p:spPr>
          <a:xfrm>
            <a:off x="9359897" y="1761893"/>
            <a:ext cx="110134" cy="37462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76159"/>
            <a:ext cx="597646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By End of Day 2, You Will:</a:t>
            </a:r>
            <a:endParaRPr lang="en-US" sz="3900" dirty="0"/>
          </a:p>
        </p:txBody>
      </p:sp>
      <p:sp>
        <p:nvSpPr>
          <p:cNvPr id="3" name="Shape 1"/>
          <p:cNvSpPr/>
          <p:nvPr/>
        </p:nvSpPr>
        <p:spPr>
          <a:xfrm>
            <a:off x="937625" y="1580068"/>
            <a:ext cx="479379" cy="719071"/>
          </a:xfrm>
          <a:prstGeom prst="roundRect">
            <a:avLst>
              <a:gd name="adj" fmla="val 6668"/>
            </a:avLst>
          </a:prstGeom>
          <a:solidFill>
            <a:srgbClr val="5CC97B"/>
          </a:solidFill>
          <a:ln/>
        </p:spPr>
        <p:txBody>
          <a:bodyPr/>
          <a:lstStyle/>
          <a:p>
            <a:endParaRPr lang="en-US"/>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179" y="1699855"/>
            <a:ext cx="479378" cy="479378"/>
          </a:xfrm>
          <a:prstGeom prst="rect">
            <a:avLst/>
          </a:prstGeom>
        </p:spPr>
      </p:pic>
      <p:sp>
        <p:nvSpPr>
          <p:cNvPr id="5" name="Text 2"/>
          <p:cNvSpPr/>
          <p:nvPr/>
        </p:nvSpPr>
        <p:spPr>
          <a:xfrm>
            <a:off x="1709542" y="1737782"/>
            <a:ext cx="5418210" cy="1554233"/>
          </a:xfrm>
          <a:prstGeom prst="rect">
            <a:avLst/>
          </a:prstGeom>
          <a:noFill/>
          <a:ln/>
        </p:spPr>
        <p:txBody>
          <a:bodyPr wrap="none" lIns="0" tIns="0" rIns="0" bIns="0" rtlCol="0" anchor="t"/>
          <a:lstStyle/>
          <a:p>
            <a:pPr marL="0" indent="0" algn="l">
              <a:lnSpc>
                <a:spcPts val="2900"/>
              </a:lnSpc>
              <a:buNone/>
            </a:pPr>
            <a:r>
              <a:rPr lang="en-US" sz="3200" dirty="0">
                <a:solidFill>
                  <a:srgbClr val="15213F"/>
                </a:solidFill>
                <a:latin typeface="Roboto Slab" pitchFamily="34" charset="0"/>
                <a:ea typeface="Roboto Slab" pitchFamily="34" charset="-122"/>
                <a:cs typeface="Roboto Slab" pitchFamily="34" charset="-120"/>
              </a:rPr>
              <a:t> Explain why vague context = poor outputs</a:t>
            </a:r>
            <a:endParaRPr lang="en-US" sz="3200" dirty="0"/>
          </a:p>
        </p:txBody>
      </p:sp>
      <p:sp>
        <p:nvSpPr>
          <p:cNvPr id="6" name="Shape 3"/>
          <p:cNvSpPr/>
          <p:nvPr/>
        </p:nvSpPr>
        <p:spPr>
          <a:xfrm>
            <a:off x="937626" y="2423388"/>
            <a:ext cx="446484" cy="719071"/>
          </a:xfrm>
          <a:prstGeom prst="roundRect">
            <a:avLst>
              <a:gd name="adj" fmla="val 6668"/>
            </a:avLst>
          </a:prstGeom>
          <a:solidFill>
            <a:srgbClr val="5CC97B"/>
          </a:solidFill>
          <a:ln/>
        </p:spPr>
        <p:txBody>
          <a:bodyPr/>
          <a:lstStyle/>
          <a:p>
            <a:endParaRPr lang="en-US"/>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179" y="2543174"/>
            <a:ext cx="479378" cy="479378"/>
          </a:xfrm>
          <a:prstGeom prst="rect">
            <a:avLst/>
          </a:prstGeom>
        </p:spPr>
      </p:pic>
      <p:sp>
        <p:nvSpPr>
          <p:cNvPr id="8" name="Text 4"/>
          <p:cNvSpPr/>
          <p:nvPr/>
        </p:nvSpPr>
        <p:spPr>
          <a:xfrm>
            <a:off x="1728679" y="2581101"/>
            <a:ext cx="5800942" cy="1554233"/>
          </a:xfrm>
          <a:prstGeom prst="rect">
            <a:avLst/>
          </a:prstGeom>
          <a:noFill/>
          <a:ln/>
        </p:spPr>
        <p:txBody>
          <a:bodyPr wrap="none" lIns="0" tIns="0" rIns="0" bIns="0" rtlCol="0" anchor="t"/>
          <a:lstStyle/>
          <a:p>
            <a:pPr marL="0" indent="0" algn="l">
              <a:lnSpc>
                <a:spcPts val="2900"/>
              </a:lnSpc>
              <a:buNone/>
            </a:pPr>
            <a:r>
              <a:rPr lang="en-US" sz="3200" dirty="0">
                <a:solidFill>
                  <a:srgbClr val="15213F"/>
                </a:solidFill>
                <a:latin typeface="Roboto Slab" pitchFamily="34" charset="0"/>
                <a:ea typeface="Roboto Slab" pitchFamily="34" charset="-122"/>
                <a:cs typeface="Roboto Slab" pitchFamily="34" charset="-120"/>
              </a:rPr>
              <a:t> Build iterative context refinement workflows</a:t>
            </a:r>
            <a:endParaRPr lang="en-US" sz="3200" dirty="0"/>
          </a:p>
        </p:txBody>
      </p:sp>
      <p:sp>
        <p:nvSpPr>
          <p:cNvPr id="9" name="Shape 5"/>
          <p:cNvSpPr/>
          <p:nvPr/>
        </p:nvSpPr>
        <p:spPr>
          <a:xfrm>
            <a:off x="937626" y="3266707"/>
            <a:ext cx="446484" cy="719071"/>
          </a:xfrm>
          <a:prstGeom prst="roundRect">
            <a:avLst>
              <a:gd name="adj" fmla="val 6668"/>
            </a:avLst>
          </a:prstGeom>
          <a:solidFill>
            <a:srgbClr val="5CC97B"/>
          </a:solidFill>
          <a:ln/>
        </p:spPr>
        <p:txBody>
          <a:bodyPr/>
          <a:lstStyle/>
          <a:p>
            <a:endParaRPr lang="en-US"/>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179" y="3386494"/>
            <a:ext cx="479378" cy="479378"/>
          </a:xfrm>
          <a:prstGeom prst="rect">
            <a:avLst/>
          </a:prstGeom>
        </p:spPr>
      </p:pic>
      <p:sp>
        <p:nvSpPr>
          <p:cNvPr id="11" name="Text 6"/>
          <p:cNvSpPr/>
          <p:nvPr/>
        </p:nvSpPr>
        <p:spPr>
          <a:xfrm>
            <a:off x="1695531" y="3424421"/>
            <a:ext cx="5137981" cy="1554233"/>
          </a:xfrm>
          <a:prstGeom prst="rect">
            <a:avLst/>
          </a:prstGeom>
          <a:noFill/>
          <a:ln/>
        </p:spPr>
        <p:txBody>
          <a:bodyPr wrap="none" lIns="0" tIns="0" rIns="0" bIns="0" rtlCol="0" anchor="t"/>
          <a:lstStyle/>
          <a:p>
            <a:pPr marL="0" indent="0" algn="l">
              <a:lnSpc>
                <a:spcPts val="2900"/>
              </a:lnSpc>
              <a:buNone/>
            </a:pPr>
            <a:r>
              <a:rPr lang="en-US" sz="3200" dirty="0">
                <a:solidFill>
                  <a:srgbClr val="15213F"/>
                </a:solidFill>
                <a:latin typeface="Roboto Slab" pitchFamily="34" charset="0"/>
                <a:ea typeface="Roboto Slab" pitchFamily="34" charset="-122"/>
                <a:cs typeface="Roboto Slab" pitchFamily="34" charset="-120"/>
              </a:rPr>
              <a:t> Apply CO-STAR for strategic documents</a:t>
            </a:r>
            <a:endParaRPr lang="en-US" sz="3200" dirty="0"/>
          </a:p>
        </p:txBody>
      </p:sp>
      <p:sp>
        <p:nvSpPr>
          <p:cNvPr id="12" name="Shape 7"/>
          <p:cNvSpPr/>
          <p:nvPr/>
        </p:nvSpPr>
        <p:spPr>
          <a:xfrm>
            <a:off x="937626" y="4110027"/>
            <a:ext cx="446484" cy="719071"/>
          </a:xfrm>
          <a:prstGeom prst="roundRect">
            <a:avLst>
              <a:gd name="adj" fmla="val 6668"/>
            </a:avLst>
          </a:prstGeom>
          <a:solidFill>
            <a:srgbClr val="5CC97B"/>
          </a:solidFill>
          <a:ln/>
        </p:spPr>
        <p:txBody>
          <a:bodyPr/>
          <a:lstStyle/>
          <a:p>
            <a:endParaRPr lang="en-US"/>
          </a:p>
        </p:txBody>
      </p:sp>
      <p:pic>
        <p:nvPicPr>
          <p:cNvPr id="13"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179" y="4229814"/>
            <a:ext cx="479378" cy="479378"/>
          </a:xfrm>
          <a:prstGeom prst="rect">
            <a:avLst/>
          </a:prstGeom>
        </p:spPr>
      </p:pic>
      <p:sp>
        <p:nvSpPr>
          <p:cNvPr id="14" name="Text 8"/>
          <p:cNvSpPr/>
          <p:nvPr/>
        </p:nvSpPr>
        <p:spPr>
          <a:xfrm>
            <a:off x="1730405" y="4267741"/>
            <a:ext cx="5835470" cy="1554233"/>
          </a:xfrm>
          <a:prstGeom prst="rect">
            <a:avLst/>
          </a:prstGeom>
          <a:noFill/>
          <a:ln/>
        </p:spPr>
        <p:txBody>
          <a:bodyPr wrap="none" lIns="0" tIns="0" rIns="0" bIns="0" rtlCol="0" anchor="t"/>
          <a:lstStyle/>
          <a:p>
            <a:pPr marL="0" indent="0" algn="l">
              <a:lnSpc>
                <a:spcPts val="2900"/>
              </a:lnSpc>
              <a:buNone/>
            </a:pPr>
            <a:r>
              <a:rPr lang="en-US" sz="3200" dirty="0">
                <a:solidFill>
                  <a:srgbClr val="15213F"/>
                </a:solidFill>
                <a:latin typeface="Roboto Slab" pitchFamily="34" charset="0"/>
                <a:ea typeface="Roboto Slab" pitchFamily="34" charset="-122"/>
                <a:cs typeface="Roboto Slab" pitchFamily="34" charset="-120"/>
              </a:rPr>
              <a:t> Choose appropriately: AUTOMAT vs CO-STAR</a:t>
            </a:r>
            <a:endParaRPr lang="en-US" sz="3200" dirty="0"/>
          </a:p>
        </p:txBody>
      </p:sp>
      <p:sp>
        <p:nvSpPr>
          <p:cNvPr id="15" name="Shape 9"/>
          <p:cNvSpPr/>
          <p:nvPr/>
        </p:nvSpPr>
        <p:spPr>
          <a:xfrm>
            <a:off x="937626" y="4953347"/>
            <a:ext cx="446484" cy="719071"/>
          </a:xfrm>
          <a:prstGeom prst="roundRect">
            <a:avLst>
              <a:gd name="adj" fmla="val 6668"/>
            </a:avLst>
          </a:prstGeom>
          <a:solidFill>
            <a:srgbClr val="5CC97B"/>
          </a:solidFill>
          <a:ln/>
        </p:spPr>
        <p:txBody>
          <a:bodyPr/>
          <a:lstStyle/>
          <a:p>
            <a:endParaRPr lang="en-US"/>
          </a:p>
        </p:txBody>
      </p:sp>
      <p:pic>
        <p:nvPicPr>
          <p:cNvPr id="16"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179" y="5073133"/>
            <a:ext cx="479378" cy="479378"/>
          </a:xfrm>
          <a:prstGeom prst="rect">
            <a:avLst/>
          </a:prstGeom>
        </p:spPr>
      </p:pic>
      <p:sp>
        <p:nvSpPr>
          <p:cNvPr id="17" name="Text 10"/>
          <p:cNvSpPr/>
          <p:nvPr/>
        </p:nvSpPr>
        <p:spPr>
          <a:xfrm>
            <a:off x="1743453" y="5111060"/>
            <a:ext cx="6096434" cy="1554233"/>
          </a:xfrm>
          <a:prstGeom prst="rect">
            <a:avLst/>
          </a:prstGeom>
          <a:noFill/>
          <a:ln/>
        </p:spPr>
        <p:txBody>
          <a:bodyPr wrap="none" lIns="0" tIns="0" rIns="0" bIns="0" rtlCol="0" anchor="t"/>
          <a:lstStyle/>
          <a:p>
            <a:pPr marL="0" indent="0" algn="l">
              <a:lnSpc>
                <a:spcPts val="2900"/>
              </a:lnSpc>
              <a:buNone/>
            </a:pPr>
            <a:r>
              <a:rPr lang="en-US" sz="3200" dirty="0">
                <a:solidFill>
                  <a:srgbClr val="15213F"/>
                </a:solidFill>
                <a:latin typeface="Roboto Slab" pitchFamily="34" charset="0"/>
                <a:ea typeface="Roboto Slab" pitchFamily="34" charset="-122"/>
                <a:cs typeface="Roboto Slab" pitchFamily="34" charset="-120"/>
              </a:rPr>
              <a:t> Detect and verify hallucinations systematically</a:t>
            </a:r>
            <a:endParaRPr lang="en-US" sz="3200" dirty="0"/>
          </a:p>
        </p:txBody>
      </p:sp>
      <p:sp>
        <p:nvSpPr>
          <p:cNvPr id="18" name="Shape 11"/>
          <p:cNvSpPr/>
          <p:nvPr/>
        </p:nvSpPr>
        <p:spPr>
          <a:xfrm>
            <a:off x="937626" y="5796666"/>
            <a:ext cx="446484" cy="719071"/>
          </a:xfrm>
          <a:prstGeom prst="roundRect">
            <a:avLst>
              <a:gd name="adj" fmla="val 6668"/>
            </a:avLst>
          </a:prstGeom>
          <a:solidFill>
            <a:srgbClr val="5CC97B"/>
          </a:solidFill>
          <a:ln/>
        </p:spPr>
        <p:txBody>
          <a:bodyPr/>
          <a:lstStyle/>
          <a:p>
            <a:endParaRPr lang="en-US"/>
          </a:p>
        </p:txBody>
      </p:sp>
      <p:pic>
        <p:nvPicPr>
          <p:cNvPr id="19"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179" y="5916453"/>
            <a:ext cx="479378" cy="479378"/>
          </a:xfrm>
          <a:prstGeom prst="rect">
            <a:avLst/>
          </a:prstGeom>
        </p:spPr>
      </p:pic>
      <p:sp>
        <p:nvSpPr>
          <p:cNvPr id="20" name="Text 12"/>
          <p:cNvSpPr/>
          <p:nvPr/>
        </p:nvSpPr>
        <p:spPr>
          <a:xfrm>
            <a:off x="1654417" y="5954380"/>
            <a:ext cx="4315691" cy="1554233"/>
          </a:xfrm>
          <a:prstGeom prst="rect">
            <a:avLst/>
          </a:prstGeom>
          <a:noFill/>
          <a:ln/>
        </p:spPr>
        <p:txBody>
          <a:bodyPr wrap="none" lIns="0" tIns="0" rIns="0" bIns="0" rtlCol="0" anchor="t"/>
          <a:lstStyle/>
          <a:p>
            <a:pPr marL="0" indent="0" algn="l">
              <a:lnSpc>
                <a:spcPts val="2900"/>
              </a:lnSpc>
              <a:buNone/>
            </a:pPr>
            <a:r>
              <a:rPr lang="en-US" sz="3200" dirty="0">
                <a:solidFill>
                  <a:srgbClr val="15213F"/>
                </a:solidFill>
                <a:latin typeface="Roboto Slab" pitchFamily="34" charset="0"/>
                <a:ea typeface="Roboto Slab" pitchFamily="34" charset="-122"/>
                <a:cs typeface="Roboto Slab" pitchFamily="34" charset="-120"/>
              </a:rPr>
              <a:t> Practice all skills in small groups</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2656880"/>
            <a:ext cx="742950" cy="373142"/>
          </a:xfrm>
          <a:prstGeom prst="roundRect">
            <a:avLst>
              <a:gd name="adj" fmla="val 6383"/>
            </a:avLst>
          </a:prstGeom>
          <a:solidFill>
            <a:srgbClr val="D7DFF4"/>
          </a:solidFill>
          <a:ln/>
        </p:spPr>
        <p:txBody>
          <a:bodyPr/>
          <a:lstStyle/>
          <a:p>
            <a:endParaRPr lang="en-US"/>
          </a:p>
        </p:txBody>
      </p:sp>
      <p:sp>
        <p:nvSpPr>
          <p:cNvPr id="3" name="Text 1"/>
          <p:cNvSpPr/>
          <p:nvPr/>
        </p:nvSpPr>
        <p:spPr>
          <a:xfrm>
            <a:off x="912852" y="2716411"/>
            <a:ext cx="50482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PART 1</a:t>
            </a:r>
            <a:endParaRPr lang="en-US" sz="1250" dirty="0"/>
          </a:p>
        </p:txBody>
      </p:sp>
      <p:sp>
        <p:nvSpPr>
          <p:cNvPr id="4" name="Text 2"/>
          <p:cNvSpPr/>
          <p:nvPr/>
        </p:nvSpPr>
        <p:spPr>
          <a:xfrm>
            <a:off x="793790" y="3109317"/>
            <a:ext cx="9923621" cy="1240393"/>
          </a:xfrm>
          <a:prstGeom prst="rect">
            <a:avLst/>
          </a:prstGeom>
          <a:noFill/>
          <a:ln/>
        </p:spPr>
        <p:txBody>
          <a:bodyPr wrap="none" lIns="0" tIns="0" rIns="0" bIns="0" rtlCol="0" anchor="t"/>
          <a:lstStyle/>
          <a:p>
            <a:pPr marL="0" indent="0" algn="l">
              <a:lnSpc>
                <a:spcPts val="9750"/>
              </a:lnSpc>
              <a:buNone/>
            </a:pPr>
            <a:r>
              <a:rPr lang="en-US" sz="7800" dirty="0">
                <a:solidFill>
                  <a:srgbClr val="3257B8"/>
                </a:solidFill>
                <a:latin typeface="Roboto Slab" pitchFamily="34" charset="0"/>
                <a:ea typeface="Roboto Slab" pitchFamily="34" charset="-122"/>
                <a:cs typeface="Roboto Slab" pitchFamily="34" charset="-120"/>
              </a:rPr>
              <a:t>Context Deep Dive</a:t>
            </a:r>
            <a:endParaRPr lang="en-US" sz="7800" dirty="0"/>
          </a:p>
        </p:txBody>
      </p:sp>
      <p:sp>
        <p:nvSpPr>
          <p:cNvPr id="5" name="Text 3"/>
          <p:cNvSpPr/>
          <p:nvPr/>
        </p:nvSpPr>
        <p:spPr>
          <a:xfrm>
            <a:off x="793790" y="4647367"/>
            <a:ext cx="6584632"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The foundation of all good prompts</a:t>
            </a:r>
            <a:endParaRPr lang="en-US" sz="3100" dirty="0"/>
          </a:p>
        </p:txBody>
      </p:sp>
      <p:sp>
        <p:nvSpPr>
          <p:cNvPr id="6" name="Shape 4"/>
          <p:cNvSpPr/>
          <p:nvPr/>
        </p:nvSpPr>
        <p:spPr>
          <a:xfrm>
            <a:off x="793790" y="5540305"/>
            <a:ext cx="13042821" cy="32385"/>
          </a:xfrm>
          <a:prstGeom prst="rect">
            <a:avLst/>
          </a:prstGeom>
          <a:solidFill>
            <a:srgbClr val="15213F">
              <a:alpha val="50000"/>
            </a:srgbClr>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04991" y="407194"/>
            <a:ext cx="4796671" cy="390049"/>
          </a:xfrm>
          <a:prstGeom prst="rect">
            <a:avLst/>
          </a:prstGeom>
          <a:noFill/>
          <a:ln/>
        </p:spPr>
        <p:txBody>
          <a:bodyPr wrap="none" lIns="0" tIns="0" rIns="0" bIns="0" rtlCol="0" anchor="t"/>
          <a:lstStyle/>
          <a:p>
            <a:pPr marL="0" indent="0" algn="l">
              <a:lnSpc>
                <a:spcPts val="3050"/>
              </a:lnSpc>
              <a:buNone/>
            </a:pPr>
            <a:r>
              <a:rPr lang="en-US" sz="5400" dirty="0">
                <a:solidFill>
                  <a:srgbClr val="3257B8"/>
                </a:solidFill>
                <a:latin typeface="Roboto Slab" pitchFamily="34" charset="0"/>
                <a:ea typeface="Roboto Slab" pitchFamily="34" charset="-122"/>
                <a:cs typeface="Roboto Slab" pitchFamily="34" charset="-120"/>
              </a:rPr>
              <a:t>The Embedding Space Metaphor</a:t>
            </a:r>
            <a:endParaRPr lang="en-US" sz="5400" dirty="0"/>
          </a:p>
        </p:txBody>
      </p:sp>
      <p:sp>
        <p:nvSpPr>
          <p:cNvPr id="3" name="Text 1"/>
          <p:cNvSpPr/>
          <p:nvPr/>
        </p:nvSpPr>
        <p:spPr>
          <a:xfrm>
            <a:off x="371401" y="1386043"/>
            <a:ext cx="4147661" cy="234077"/>
          </a:xfrm>
          <a:prstGeom prst="rect">
            <a:avLst/>
          </a:prstGeom>
          <a:noFill/>
          <a:ln/>
        </p:spPr>
        <p:txBody>
          <a:bodyPr wrap="none" lIns="0" tIns="0" rIns="0" bIns="0" rtlCol="0" anchor="t"/>
          <a:lstStyle/>
          <a:p>
            <a:pPr marL="0" indent="0" algn="l">
              <a:lnSpc>
                <a:spcPts val="1800"/>
              </a:lnSpc>
              <a:buNone/>
            </a:pPr>
            <a:r>
              <a:rPr lang="en-US" sz="3200" dirty="0">
                <a:solidFill>
                  <a:srgbClr val="3257B8"/>
                </a:solidFill>
                <a:latin typeface="Roboto Slab" pitchFamily="34" charset="0"/>
                <a:ea typeface="Roboto Slab" pitchFamily="34" charset="-122"/>
                <a:cs typeface="Roboto Slab" pitchFamily="34" charset="-120"/>
              </a:rPr>
              <a:t>Imagine: Massive library with billions of books</a:t>
            </a:r>
            <a:endParaRPr lang="en-US" sz="3200" dirty="0"/>
          </a:p>
        </p:txBody>
      </p:sp>
      <p:sp>
        <p:nvSpPr>
          <p:cNvPr id="4" name="Text 2"/>
          <p:cNvSpPr/>
          <p:nvPr/>
        </p:nvSpPr>
        <p:spPr>
          <a:xfrm>
            <a:off x="404991" y="1935110"/>
            <a:ext cx="4359593" cy="199549"/>
          </a:xfrm>
          <a:prstGeom prst="rect">
            <a:avLst/>
          </a:prstGeom>
          <a:noFill/>
          <a:ln/>
        </p:spPr>
        <p:txBody>
          <a:bodyPr wrap="none" lIns="0" tIns="0" rIns="0" bIns="0" rtlCol="0" anchor="t"/>
          <a:lstStyle/>
          <a:p>
            <a:pPr marL="0" indent="0" algn="l">
              <a:lnSpc>
                <a:spcPts val="1550"/>
              </a:lnSpc>
              <a:buNone/>
            </a:pPr>
            <a:r>
              <a:rPr lang="en-US" sz="2800" b="1" dirty="0">
                <a:solidFill>
                  <a:srgbClr val="15213F"/>
                </a:solidFill>
                <a:latin typeface="Roboto" pitchFamily="34" charset="0"/>
                <a:ea typeface="Roboto" pitchFamily="34" charset="-122"/>
                <a:cs typeface="Roboto" pitchFamily="34" charset="-120"/>
              </a:rPr>
              <a:t>Problem:</a:t>
            </a:r>
            <a:r>
              <a:rPr lang="en-US" sz="2800" dirty="0">
                <a:solidFill>
                  <a:srgbClr val="15213F"/>
                </a:solidFill>
                <a:latin typeface="Roboto" pitchFamily="34" charset="0"/>
                <a:ea typeface="Roboto" pitchFamily="34" charset="-122"/>
                <a:cs typeface="Roboto" pitchFamily="34" charset="-120"/>
              </a:rPr>
              <a:t> No catalogue system</a:t>
            </a:r>
            <a:endParaRPr lang="en-US" sz="2800" dirty="0"/>
          </a:p>
        </p:txBody>
      </p:sp>
      <p:sp>
        <p:nvSpPr>
          <p:cNvPr id="5" name="Text 3"/>
          <p:cNvSpPr/>
          <p:nvPr/>
        </p:nvSpPr>
        <p:spPr>
          <a:xfrm>
            <a:off x="404991" y="2412975"/>
            <a:ext cx="4359593" cy="199549"/>
          </a:xfrm>
          <a:prstGeom prst="rect">
            <a:avLst/>
          </a:prstGeom>
          <a:noFill/>
          <a:ln/>
        </p:spPr>
        <p:txBody>
          <a:bodyPr wrap="none" lIns="0" tIns="0" rIns="0" bIns="0" rtlCol="0" anchor="t"/>
          <a:lstStyle/>
          <a:p>
            <a:pPr marL="0" indent="0" algn="l">
              <a:lnSpc>
                <a:spcPts val="1550"/>
              </a:lnSpc>
              <a:buNone/>
            </a:pPr>
            <a:r>
              <a:rPr lang="en-US" sz="2800" b="1" dirty="0">
                <a:solidFill>
                  <a:srgbClr val="15213F"/>
                </a:solidFill>
                <a:latin typeface="Roboto" pitchFamily="34" charset="0"/>
                <a:ea typeface="Roboto" pitchFamily="34" charset="-122"/>
                <a:cs typeface="Roboto" pitchFamily="34" charset="-120"/>
              </a:rPr>
              <a:t>Your job:</a:t>
            </a:r>
            <a:r>
              <a:rPr lang="en-US" sz="2800" dirty="0">
                <a:solidFill>
                  <a:srgbClr val="15213F"/>
                </a:solidFill>
                <a:latin typeface="Roboto" pitchFamily="34" charset="0"/>
                <a:ea typeface="Roboto" pitchFamily="34" charset="-122"/>
                <a:cs typeface="Roboto" pitchFamily="34" charset="-120"/>
              </a:rPr>
              <a:t> Describe what you're looking for</a:t>
            </a:r>
            <a:endParaRPr lang="en-US" sz="2800" dirty="0"/>
          </a:p>
        </p:txBody>
      </p:sp>
      <p:pic>
        <p:nvPicPr>
          <p:cNvPr id="6" name="Image 0" descr="preencoded.png"/>
          <p:cNvPicPr>
            <a:picLocks noChangeAspect="1"/>
          </p:cNvPicPr>
          <p:nvPr/>
        </p:nvPicPr>
        <p:blipFill>
          <a:blip r:embed="rId3"/>
          <a:stretch>
            <a:fillRect/>
          </a:stretch>
        </p:blipFill>
        <p:spPr>
          <a:xfrm>
            <a:off x="9559968" y="940394"/>
            <a:ext cx="4889957" cy="4889957"/>
          </a:xfrm>
          <a:prstGeom prst="rect">
            <a:avLst/>
          </a:prstGeom>
        </p:spPr>
      </p:pic>
      <p:pic>
        <p:nvPicPr>
          <p:cNvPr id="7" name="Image 1" descr="preencoded.png"/>
          <p:cNvPicPr>
            <a:picLocks noChangeAspect="1"/>
          </p:cNvPicPr>
          <p:nvPr/>
        </p:nvPicPr>
        <p:blipFill>
          <a:blip r:embed="rId4"/>
          <a:stretch>
            <a:fillRect/>
          </a:stretch>
        </p:blipFill>
        <p:spPr>
          <a:xfrm>
            <a:off x="371401" y="3513225"/>
            <a:ext cx="1156610" cy="1588570"/>
          </a:xfrm>
          <a:prstGeom prst="rect">
            <a:avLst/>
          </a:prstGeom>
        </p:spPr>
      </p:pic>
      <p:sp>
        <p:nvSpPr>
          <p:cNvPr id="8" name="Text 4"/>
          <p:cNvSpPr/>
          <p:nvPr/>
        </p:nvSpPr>
        <p:spPr>
          <a:xfrm>
            <a:off x="1795619" y="3865711"/>
            <a:ext cx="3274814" cy="195024"/>
          </a:xfrm>
          <a:prstGeom prst="rect">
            <a:avLst/>
          </a:prstGeom>
          <a:noFill/>
          <a:ln/>
        </p:spPr>
        <p:txBody>
          <a:bodyPr wrap="none" lIns="0" tIns="0" rIns="0" bIns="0" rtlCol="0" anchor="t"/>
          <a:lstStyle/>
          <a:p>
            <a:pPr marL="0" indent="0" algn="l">
              <a:lnSpc>
                <a:spcPts val="1500"/>
              </a:lnSpc>
              <a:buNone/>
            </a:pPr>
            <a:r>
              <a:rPr lang="en-US" sz="2800" dirty="0">
                <a:solidFill>
                  <a:srgbClr val="15213F"/>
                </a:solidFill>
                <a:latin typeface="Roboto Slab" pitchFamily="34" charset="0"/>
                <a:ea typeface="Roboto Slab" pitchFamily="34" charset="-122"/>
                <a:cs typeface="Roboto Slab" pitchFamily="34" charset="-120"/>
              </a:rPr>
              <a:t>Vague: "Find me something about materials"</a:t>
            </a:r>
            <a:endParaRPr lang="en-US" sz="2800" dirty="0"/>
          </a:p>
        </p:txBody>
      </p:sp>
      <p:sp>
        <p:nvSpPr>
          <p:cNvPr id="9" name="Text 5"/>
          <p:cNvSpPr/>
          <p:nvPr/>
        </p:nvSpPr>
        <p:spPr>
          <a:xfrm>
            <a:off x="1879841" y="4207736"/>
            <a:ext cx="8274844" cy="199549"/>
          </a:xfrm>
          <a:prstGeom prst="rect">
            <a:avLst/>
          </a:prstGeom>
          <a:noFill/>
          <a:ln/>
        </p:spPr>
        <p:txBody>
          <a:bodyPr wrap="none" lIns="0" tIns="0" rIns="0" bIns="0" rtlCol="0" anchor="t"/>
          <a:lstStyle/>
          <a:p>
            <a:pPr marL="0" indent="0" algn="l">
              <a:lnSpc>
                <a:spcPts val="1550"/>
              </a:lnSpc>
              <a:buNone/>
            </a:pPr>
            <a:r>
              <a:rPr lang="en-US" sz="2000" dirty="0">
                <a:solidFill>
                  <a:srgbClr val="15213F"/>
                </a:solidFill>
                <a:latin typeface="Roboto" pitchFamily="34" charset="0"/>
                <a:ea typeface="Roboto" pitchFamily="34" charset="-122"/>
                <a:cs typeface="Roboto" pitchFamily="34" charset="-120"/>
              </a:rPr>
              <a:t>→ AI wanders randomly</a:t>
            </a:r>
            <a:endParaRPr lang="en-US" sz="2000" dirty="0"/>
          </a:p>
        </p:txBody>
      </p:sp>
      <p:sp>
        <p:nvSpPr>
          <p:cNvPr id="10" name="Text 6"/>
          <p:cNvSpPr/>
          <p:nvPr/>
        </p:nvSpPr>
        <p:spPr>
          <a:xfrm>
            <a:off x="1879841" y="4596310"/>
            <a:ext cx="8274844" cy="199549"/>
          </a:xfrm>
          <a:prstGeom prst="rect">
            <a:avLst/>
          </a:prstGeom>
          <a:noFill/>
          <a:ln/>
        </p:spPr>
        <p:txBody>
          <a:bodyPr wrap="none" lIns="0" tIns="0" rIns="0" bIns="0" rtlCol="0" anchor="t"/>
          <a:lstStyle/>
          <a:p>
            <a:pPr marL="0" indent="0" algn="l">
              <a:lnSpc>
                <a:spcPts val="1550"/>
              </a:lnSpc>
              <a:buNone/>
            </a:pPr>
            <a:r>
              <a:rPr lang="en-US" sz="2000" dirty="0">
                <a:solidFill>
                  <a:srgbClr val="15213F"/>
                </a:solidFill>
                <a:latin typeface="Roboto" pitchFamily="34" charset="0"/>
                <a:ea typeface="Roboto" pitchFamily="34" charset="-122"/>
                <a:cs typeface="Roboto" pitchFamily="34" charset="-120"/>
              </a:rPr>
              <a:t>→ Returns first thing encountered</a:t>
            </a:r>
            <a:endParaRPr lang="en-US" sz="2000" dirty="0"/>
          </a:p>
        </p:txBody>
      </p:sp>
      <p:pic>
        <p:nvPicPr>
          <p:cNvPr id="11" name="Image 2" descr="preencoded.png"/>
          <p:cNvPicPr>
            <a:picLocks noChangeAspect="1"/>
          </p:cNvPicPr>
          <p:nvPr/>
        </p:nvPicPr>
        <p:blipFill>
          <a:blip r:embed="rId5"/>
          <a:stretch>
            <a:fillRect/>
          </a:stretch>
        </p:blipFill>
        <p:spPr>
          <a:xfrm>
            <a:off x="312790" y="5233272"/>
            <a:ext cx="1215221" cy="2683507"/>
          </a:xfrm>
          <a:prstGeom prst="rect">
            <a:avLst/>
          </a:prstGeom>
        </p:spPr>
      </p:pic>
      <p:sp>
        <p:nvSpPr>
          <p:cNvPr id="12" name="Text 7"/>
          <p:cNvSpPr/>
          <p:nvPr/>
        </p:nvSpPr>
        <p:spPr>
          <a:xfrm>
            <a:off x="1795619" y="5511555"/>
            <a:ext cx="8274844" cy="390049"/>
          </a:xfrm>
          <a:prstGeom prst="rect">
            <a:avLst/>
          </a:prstGeom>
          <a:noFill/>
          <a:ln/>
        </p:spPr>
        <p:txBody>
          <a:bodyPr wrap="square" lIns="0" tIns="0" rIns="0" bIns="0" rtlCol="0" anchor="t"/>
          <a:lstStyle/>
          <a:p>
            <a:pPr marL="0" indent="0" algn="l">
              <a:buNone/>
            </a:pPr>
            <a:r>
              <a:rPr lang="en-US" sz="2400" dirty="0">
                <a:solidFill>
                  <a:srgbClr val="15213F"/>
                </a:solidFill>
                <a:latin typeface="Roboto Slab" pitchFamily="34" charset="0"/>
                <a:ea typeface="Roboto Slab" pitchFamily="34" charset="-122"/>
                <a:cs typeface="Roboto Slab" pitchFamily="34" charset="-120"/>
              </a:rPr>
              <a:t>Precise: "Find peer-reviewed synthesis protocols for PLA/graphene via electrospinning, 2020-2024, focusing on in-situ reduction"</a:t>
            </a:r>
            <a:endParaRPr lang="en-US" sz="2400" dirty="0"/>
          </a:p>
        </p:txBody>
      </p:sp>
      <p:sp>
        <p:nvSpPr>
          <p:cNvPr id="13" name="Text 8"/>
          <p:cNvSpPr/>
          <p:nvPr/>
        </p:nvSpPr>
        <p:spPr>
          <a:xfrm>
            <a:off x="1879841" y="6864844"/>
            <a:ext cx="8274844" cy="199549"/>
          </a:xfrm>
          <a:prstGeom prst="rect">
            <a:avLst/>
          </a:prstGeom>
          <a:noFill/>
          <a:ln/>
        </p:spPr>
        <p:txBody>
          <a:bodyPr wrap="none" lIns="0" tIns="0" rIns="0" bIns="0" rtlCol="0" anchor="t"/>
          <a:lstStyle/>
          <a:p>
            <a:pPr marL="0" indent="0" algn="l">
              <a:lnSpc>
                <a:spcPts val="1550"/>
              </a:lnSpc>
              <a:buNone/>
            </a:pPr>
            <a:r>
              <a:rPr lang="en-US" sz="2000" dirty="0">
                <a:solidFill>
                  <a:srgbClr val="15213F"/>
                </a:solidFill>
                <a:latin typeface="Roboto" pitchFamily="34" charset="0"/>
                <a:ea typeface="Roboto" pitchFamily="34" charset="-122"/>
                <a:cs typeface="Roboto" pitchFamily="34" charset="-120"/>
              </a:rPr>
              <a:t>→ AI navigates directly</a:t>
            </a:r>
            <a:endParaRPr lang="en-US" sz="2000" dirty="0"/>
          </a:p>
        </p:txBody>
      </p:sp>
      <p:sp>
        <p:nvSpPr>
          <p:cNvPr id="14" name="Text 9"/>
          <p:cNvSpPr/>
          <p:nvPr/>
        </p:nvSpPr>
        <p:spPr>
          <a:xfrm>
            <a:off x="1879841" y="7300261"/>
            <a:ext cx="8274844" cy="199549"/>
          </a:xfrm>
          <a:prstGeom prst="rect">
            <a:avLst/>
          </a:prstGeom>
          <a:noFill/>
          <a:ln/>
        </p:spPr>
        <p:txBody>
          <a:bodyPr wrap="none" lIns="0" tIns="0" rIns="0" bIns="0" rtlCol="0" anchor="t"/>
          <a:lstStyle/>
          <a:p>
            <a:pPr marL="0" indent="0" algn="l">
              <a:lnSpc>
                <a:spcPts val="1550"/>
              </a:lnSpc>
              <a:buNone/>
            </a:pPr>
            <a:r>
              <a:rPr lang="en-US" sz="2000" dirty="0">
                <a:solidFill>
                  <a:srgbClr val="15213F"/>
                </a:solidFill>
                <a:latin typeface="Roboto" pitchFamily="34" charset="0"/>
                <a:ea typeface="Roboto" pitchFamily="34" charset="-122"/>
                <a:cs typeface="Roboto" pitchFamily="34" charset="-120"/>
              </a:rPr>
              <a:t>→ Returns targeted, relevant info</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06E36638-B456-0A62-1998-65F436CE99AB}"/>
              </a:ext>
            </a:extLst>
          </p:cNvPr>
          <p:cNvGrpSpPr/>
          <p:nvPr/>
        </p:nvGrpSpPr>
        <p:grpSpPr>
          <a:xfrm>
            <a:off x="220431" y="365099"/>
            <a:ext cx="1866052" cy="373142"/>
            <a:chOff x="493700" y="2214920"/>
            <a:chExt cx="1866052" cy="373142"/>
          </a:xfrm>
        </p:grpSpPr>
        <p:sp>
          <p:nvSpPr>
            <p:cNvPr id="2" name="Shape 0"/>
            <p:cNvSpPr/>
            <p:nvPr/>
          </p:nvSpPr>
          <p:spPr>
            <a:xfrm>
              <a:off x="493700" y="2214920"/>
              <a:ext cx="1866052" cy="373142"/>
            </a:xfrm>
            <a:prstGeom prst="roundRect">
              <a:avLst>
                <a:gd name="adj" fmla="val 6383"/>
              </a:avLst>
            </a:prstGeom>
            <a:solidFill>
              <a:srgbClr val="D7DFF4"/>
            </a:solidFill>
            <a:ln/>
          </p:spPr>
          <p:txBody>
            <a:bodyPr/>
            <a:lstStyle/>
            <a:p>
              <a:endParaRPr lang="en-US"/>
            </a:p>
          </p:txBody>
        </p:sp>
        <p:sp>
          <p:nvSpPr>
            <p:cNvPr id="3" name="Text 1"/>
            <p:cNvSpPr/>
            <p:nvPr/>
          </p:nvSpPr>
          <p:spPr>
            <a:xfrm>
              <a:off x="669213" y="2274451"/>
              <a:ext cx="1515026" cy="254079"/>
            </a:xfrm>
            <a:prstGeom prst="rect">
              <a:avLst/>
            </a:prstGeom>
            <a:noFill/>
            <a:ln/>
          </p:spPr>
          <p:txBody>
            <a:bodyPr wrap="none" lIns="0" tIns="0" rIns="0" bIns="0" rtlCol="0" anchor="t"/>
            <a:lstStyle/>
            <a:p>
              <a:pPr marL="0" indent="0" algn="l">
                <a:lnSpc>
                  <a:spcPts val="2000"/>
                </a:lnSpc>
                <a:buNone/>
              </a:pPr>
              <a:r>
                <a:rPr lang="en-US" sz="1600" dirty="0">
                  <a:solidFill>
                    <a:srgbClr val="15213F"/>
                  </a:solidFill>
                  <a:latin typeface="Roboto" pitchFamily="34" charset="0"/>
                  <a:ea typeface="Roboto" pitchFamily="34" charset="-122"/>
                  <a:cs typeface="Roboto" pitchFamily="34" charset="-120"/>
                </a:rPr>
                <a:t>LIVE DEMO #1</a:t>
              </a:r>
              <a:endParaRPr lang="en-US" sz="1600" dirty="0"/>
            </a:p>
          </p:txBody>
        </p:sp>
      </p:grpSp>
      <p:sp>
        <p:nvSpPr>
          <p:cNvPr id="4" name="Text 2"/>
          <p:cNvSpPr/>
          <p:nvPr/>
        </p:nvSpPr>
        <p:spPr>
          <a:xfrm>
            <a:off x="220431" y="1016993"/>
            <a:ext cx="9031356"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The Cost of Vague Context</a:t>
            </a:r>
            <a:endParaRPr lang="en-US" sz="3900" dirty="0"/>
          </a:p>
        </p:txBody>
      </p:sp>
      <p:sp>
        <p:nvSpPr>
          <p:cNvPr id="5" name="Text 3"/>
          <p:cNvSpPr/>
          <p:nvPr/>
        </p:nvSpPr>
        <p:spPr>
          <a:xfrm>
            <a:off x="220431" y="2043836"/>
            <a:ext cx="6548231" cy="396954"/>
          </a:xfrm>
          <a:prstGeom prst="rect">
            <a:avLst/>
          </a:prstGeom>
          <a:noFill/>
          <a:ln/>
        </p:spPr>
        <p:txBody>
          <a:bodyPr wrap="none" lIns="0" tIns="0" rIns="0" bIns="0" rtlCol="0" anchor="t"/>
          <a:lstStyle/>
          <a:p>
            <a:pPr marL="0" indent="0" algn="l">
              <a:lnSpc>
                <a:spcPts val="3100"/>
              </a:lnSpc>
              <a:buNone/>
            </a:pPr>
            <a:r>
              <a:rPr lang="en-US" sz="1950" b="1" dirty="0">
                <a:solidFill>
                  <a:srgbClr val="15213F"/>
                </a:solidFill>
                <a:latin typeface="Roboto" pitchFamily="34" charset="0"/>
                <a:ea typeface="Roboto" pitchFamily="34" charset="-122"/>
                <a:cs typeface="Roboto" pitchFamily="34" charset="-120"/>
              </a:rPr>
              <a:t>Task:</a:t>
            </a:r>
            <a:r>
              <a:rPr lang="en-US" sz="1950" dirty="0">
                <a:solidFill>
                  <a:srgbClr val="15213F"/>
                </a:solidFill>
                <a:latin typeface="Roboto" pitchFamily="34" charset="0"/>
                <a:ea typeface="Roboto" pitchFamily="34" charset="-122"/>
                <a:cs typeface="Roboto" pitchFamily="34" charset="-120"/>
              </a:rPr>
              <a:t> Summarize polymer nanocomposites research</a:t>
            </a:r>
            <a:endParaRPr lang="en-US" sz="1950" dirty="0"/>
          </a:p>
        </p:txBody>
      </p:sp>
      <p:sp>
        <p:nvSpPr>
          <p:cNvPr id="6" name="Shape 4"/>
          <p:cNvSpPr/>
          <p:nvPr/>
        </p:nvSpPr>
        <p:spPr>
          <a:xfrm>
            <a:off x="381850" y="2870227"/>
            <a:ext cx="6749829" cy="3820278"/>
          </a:xfrm>
          <a:prstGeom prst="roundRect">
            <a:avLst>
              <a:gd name="adj" fmla="val 9227"/>
            </a:avLst>
          </a:prstGeom>
          <a:solidFill>
            <a:srgbClr val="FBFCFE"/>
          </a:solidFill>
          <a:ln w="22860">
            <a:solidFill>
              <a:srgbClr val="CFD2D8"/>
            </a:solidFill>
            <a:prstDash val="solid"/>
          </a:ln>
        </p:spPr>
        <p:txBody>
          <a:bodyPr/>
          <a:lstStyle/>
          <a:p>
            <a:endParaRPr lang="en-US" dirty="0"/>
          </a:p>
        </p:txBody>
      </p:sp>
      <p:pic>
        <p:nvPicPr>
          <p:cNvPr id="7" name="Image 0" descr="preencoded.png"/>
          <p:cNvPicPr>
            <a:picLocks noChangeAspect="1"/>
          </p:cNvPicPr>
          <p:nvPr/>
        </p:nvPicPr>
        <p:blipFill>
          <a:blip r:embed="rId3"/>
          <a:stretch>
            <a:fillRect/>
          </a:stretch>
        </p:blipFill>
        <p:spPr>
          <a:xfrm>
            <a:off x="383376" y="2870228"/>
            <a:ext cx="399379" cy="3866904"/>
          </a:xfrm>
          <a:prstGeom prst="rect">
            <a:avLst/>
          </a:prstGeom>
        </p:spPr>
      </p:pic>
      <p:sp>
        <p:nvSpPr>
          <p:cNvPr id="8" name="Text 5"/>
          <p:cNvSpPr/>
          <p:nvPr/>
        </p:nvSpPr>
        <p:spPr>
          <a:xfrm>
            <a:off x="887090" y="3282136"/>
            <a:ext cx="2607456"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Round 1 (Vague):</a:t>
            </a:r>
            <a:endParaRPr lang="en-US" sz="2800" dirty="0"/>
          </a:p>
        </p:txBody>
      </p:sp>
      <p:sp>
        <p:nvSpPr>
          <p:cNvPr id="9" name="Text 6"/>
          <p:cNvSpPr/>
          <p:nvPr/>
        </p:nvSpPr>
        <p:spPr>
          <a:xfrm>
            <a:off x="782008" y="4457440"/>
            <a:ext cx="6212745" cy="2126119"/>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"Summarize recent research </a:t>
            </a:r>
          </a:p>
          <a:p>
            <a:pPr marL="0" indent="0" algn="l">
              <a:lnSpc>
                <a:spcPts val="2500"/>
              </a:lnSpc>
              <a:buNone/>
            </a:pPr>
            <a:endParaRPr lang="en-US" sz="2800" dirty="0">
              <a:solidFill>
                <a:srgbClr val="15213F"/>
              </a:solidFill>
              <a:latin typeface="Roboto" pitchFamily="34" charset="0"/>
              <a:ea typeface="Roboto" pitchFamily="34" charset="-122"/>
              <a:cs typeface="Roboto" pitchFamily="34" charset="-120"/>
            </a:endParaRPr>
          </a:p>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on polymer nanocomposites"</a:t>
            </a:r>
            <a:endParaRPr lang="en-US" sz="2800" dirty="0"/>
          </a:p>
        </p:txBody>
      </p:sp>
      <p:sp>
        <p:nvSpPr>
          <p:cNvPr id="10" name="Shape 7"/>
          <p:cNvSpPr/>
          <p:nvPr/>
        </p:nvSpPr>
        <p:spPr>
          <a:xfrm>
            <a:off x="7389366" y="2870227"/>
            <a:ext cx="6634299" cy="3866904"/>
          </a:xfrm>
          <a:prstGeom prst="roundRect">
            <a:avLst>
              <a:gd name="adj" fmla="val 9227"/>
            </a:avLst>
          </a:prstGeom>
          <a:solidFill>
            <a:srgbClr val="FBFCFE"/>
          </a:solidFill>
          <a:ln w="22860">
            <a:solidFill>
              <a:srgbClr val="3257B8"/>
            </a:solidFill>
            <a:prstDash val="solid"/>
          </a:ln>
        </p:spPr>
        <p:txBody>
          <a:bodyPr/>
          <a:lstStyle/>
          <a:p>
            <a:endParaRPr lang="en-US"/>
          </a:p>
        </p:txBody>
      </p:sp>
      <p:sp>
        <p:nvSpPr>
          <p:cNvPr id="11" name="Shape 8"/>
          <p:cNvSpPr/>
          <p:nvPr/>
        </p:nvSpPr>
        <p:spPr>
          <a:xfrm>
            <a:off x="7389186" y="2870228"/>
            <a:ext cx="423229" cy="3866903"/>
          </a:xfrm>
          <a:prstGeom prst="roundRect">
            <a:avLst>
              <a:gd name="adj" fmla="val 32558"/>
            </a:avLst>
          </a:prstGeom>
          <a:solidFill>
            <a:srgbClr val="3257B8"/>
          </a:solidFill>
          <a:ln/>
        </p:spPr>
        <p:txBody>
          <a:bodyPr/>
          <a:lstStyle/>
          <a:p>
            <a:endParaRPr lang="en-US"/>
          </a:p>
        </p:txBody>
      </p:sp>
      <p:sp>
        <p:nvSpPr>
          <p:cNvPr id="12" name="Text 9"/>
          <p:cNvSpPr/>
          <p:nvPr/>
        </p:nvSpPr>
        <p:spPr>
          <a:xfrm>
            <a:off x="8070102" y="3282136"/>
            <a:ext cx="2530771" cy="352990"/>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Round 2 (Precise):</a:t>
            </a:r>
            <a:endParaRPr lang="en-US" sz="2800" dirty="0"/>
          </a:p>
        </p:txBody>
      </p:sp>
      <p:sp>
        <p:nvSpPr>
          <p:cNvPr id="13" name="Text 10"/>
          <p:cNvSpPr/>
          <p:nvPr/>
        </p:nvSpPr>
        <p:spPr>
          <a:xfrm>
            <a:off x="8070103" y="4739576"/>
            <a:ext cx="4875336"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[Full context specification]</a:t>
            </a:r>
            <a:endParaRPr lang="en-US" sz="2800" dirty="0"/>
          </a:p>
        </p:txBody>
      </p:sp>
      <p:sp>
        <p:nvSpPr>
          <p:cNvPr id="14" name="Text 11"/>
          <p:cNvSpPr/>
          <p:nvPr/>
        </p:nvSpPr>
        <p:spPr>
          <a:xfrm>
            <a:off x="314851" y="6960505"/>
            <a:ext cx="7380107" cy="396954"/>
          </a:xfrm>
          <a:prstGeom prst="rect">
            <a:avLst/>
          </a:prstGeom>
          <a:noFill/>
          <a:ln/>
        </p:spPr>
        <p:txBody>
          <a:bodyPr wrap="none" lIns="0" tIns="0" rIns="0" bIns="0" rtlCol="0" anchor="t"/>
          <a:lstStyle/>
          <a:p>
            <a:pPr marL="0" indent="0" algn="l">
              <a:lnSpc>
                <a:spcPts val="3100"/>
              </a:lnSpc>
              <a:buNone/>
            </a:pPr>
            <a:r>
              <a:rPr lang="en-US" sz="2400" b="1" dirty="0">
                <a:solidFill>
                  <a:srgbClr val="15213F"/>
                </a:solidFill>
                <a:latin typeface="Roboto" pitchFamily="34" charset="0"/>
                <a:ea typeface="Roboto" pitchFamily="34" charset="-122"/>
                <a:cs typeface="Roboto" pitchFamily="34" charset="-120"/>
              </a:rPr>
              <a:t>Watch:</a:t>
            </a:r>
            <a:r>
              <a:rPr lang="en-US" sz="2400" dirty="0">
                <a:solidFill>
                  <a:srgbClr val="15213F"/>
                </a:solidFill>
                <a:latin typeface="Roboto" pitchFamily="34" charset="0"/>
                <a:ea typeface="Roboto" pitchFamily="34" charset="-122"/>
                <a:cs typeface="Roboto" pitchFamily="34" charset="-120"/>
              </a:rPr>
              <a:t> How much difference does context make?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56A1E90-F78A-1C39-8813-C805A1E6D605}"/>
              </a:ext>
            </a:extLst>
          </p:cNvPr>
          <p:cNvGrpSpPr/>
          <p:nvPr/>
        </p:nvGrpSpPr>
        <p:grpSpPr>
          <a:xfrm>
            <a:off x="215757" y="131802"/>
            <a:ext cx="2024009" cy="620078"/>
            <a:chOff x="793790" y="576858"/>
            <a:chExt cx="1712000" cy="388382"/>
          </a:xfrm>
        </p:grpSpPr>
        <p:sp>
          <p:nvSpPr>
            <p:cNvPr id="2" name="Shape 0"/>
            <p:cNvSpPr/>
            <p:nvPr/>
          </p:nvSpPr>
          <p:spPr>
            <a:xfrm>
              <a:off x="793790" y="576858"/>
              <a:ext cx="1712000" cy="388382"/>
            </a:xfrm>
            <a:prstGeom prst="roundRect">
              <a:avLst>
                <a:gd name="adj" fmla="val 6132"/>
              </a:avLst>
            </a:prstGeom>
            <a:noFill/>
            <a:ln w="7620">
              <a:solidFill>
                <a:srgbClr val="3257B8"/>
              </a:solidFill>
              <a:prstDash val="solid"/>
            </a:ln>
          </p:spPr>
          <p:txBody>
            <a:bodyPr/>
            <a:lstStyle/>
            <a:p>
              <a:endParaRPr lang="en-US"/>
            </a:p>
          </p:txBody>
        </p:sp>
        <p:sp>
          <p:nvSpPr>
            <p:cNvPr id="3" name="Text 1"/>
            <p:cNvSpPr/>
            <p:nvPr/>
          </p:nvSpPr>
          <p:spPr>
            <a:xfrm>
              <a:off x="920472" y="644009"/>
              <a:ext cx="1458635" cy="254079"/>
            </a:xfrm>
            <a:prstGeom prst="rect">
              <a:avLst/>
            </a:prstGeom>
            <a:noFill/>
            <a:ln/>
          </p:spPr>
          <p:txBody>
            <a:bodyPr wrap="none" lIns="0" tIns="0" rIns="0" bIns="0" rtlCol="0" anchor="t"/>
            <a:lstStyle/>
            <a:p>
              <a:pPr marL="0" indent="0" algn="l">
                <a:lnSpc>
                  <a:spcPts val="2000"/>
                </a:lnSpc>
                <a:buNone/>
              </a:pPr>
              <a:r>
                <a:rPr lang="en-US" sz="1400" dirty="0">
                  <a:solidFill>
                    <a:srgbClr val="3257B8"/>
                  </a:solidFill>
                  <a:latin typeface="Roboto" pitchFamily="34" charset="0"/>
                  <a:ea typeface="Roboto" pitchFamily="34" charset="-122"/>
                  <a:cs typeface="Roboto" pitchFamily="34" charset="-120"/>
                </a:rPr>
                <a:t>GROUP ACTIVITY #1</a:t>
              </a:r>
              <a:endParaRPr lang="en-US" sz="1400" dirty="0"/>
            </a:p>
          </p:txBody>
        </p:sp>
      </p:grpSp>
      <p:sp>
        <p:nvSpPr>
          <p:cNvPr id="4" name="Text 2"/>
          <p:cNvSpPr/>
          <p:nvPr/>
        </p:nvSpPr>
        <p:spPr>
          <a:xfrm>
            <a:off x="215757" y="1014412"/>
            <a:ext cx="7699296" cy="620078"/>
          </a:xfrm>
          <a:prstGeom prst="rect">
            <a:avLst/>
          </a:prstGeom>
          <a:noFill/>
          <a:ln/>
        </p:spPr>
        <p:txBody>
          <a:bodyPr wrap="none" lIns="0" tIns="0" rIns="0" bIns="0" rtlCol="0" anchor="t"/>
          <a:lstStyle/>
          <a:p>
            <a:pPr marL="0" indent="0" algn="l">
              <a:lnSpc>
                <a:spcPts val="4850"/>
              </a:lnSpc>
              <a:buNone/>
            </a:pPr>
            <a:r>
              <a:rPr lang="en-US" sz="5400" dirty="0">
                <a:solidFill>
                  <a:srgbClr val="3257B8"/>
                </a:solidFill>
                <a:latin typeface="Roboto Slab" pitchFamily="34" charset="0"/>
                <a:ea typeface="Roboto Slab" pitchFamily="34" charset="-122"/>
                <a:cs typeface="Roboto Slab" pitchFamily="34" charset="-120"/>
              </a:rPr>
              <a:t>The Context Diagnosis Challenge</a:t>
            </a:r>
            <a:endParaRPr lang="en-US" sz="5400" dirty="0"/>
          </a:p>
        </p:txBody>
      </p:sp>
      <p:sp>
        <p:nvSpPr>
          <p:cNvPr id="5" name="Text 3"/>
          <p:cNvSpPr/>
          <p:nvPr/>
        </p:nvSpPr>
        <p:spPr>
          <a:xfrm>
            <a:off x="793791" y="2160627"/>
            <a:ext cx="1528170" cy="1860590"/>
          </a:xfrm>
          <a:prstGeom prst="rect">
            <a:avLst/>
          </a:prstGeom>
          <a:noFill/>
          <a:ln/>
        </p:spPr>
        <p:txBody>
          <a:bodyPr wrap="none" lIns="0" tIns="0" rIns="0" bIns="0" rtlCol="0" anchor="t"/>
          <a:lstStyle/>
          <a:p>
            <a:pPr marL="0" indent="0" algn="l">
              <a:lnSpc>
                <a:spcPts val="14650"/>
              </a:lnSpc>
              <a:buNone/>
            </a:pPr>
            <a:r>
              <a:rPr lang="en-US" sz="11700" dirty="0">
                <a:solidFill>
                  <a:srgbClr val="3257B8"/>
                </a:solidFill>
                <a:latin typeface="Roboto Slab" pitchFamily="34" charset="0"/>
                <a:ea typeface="Roboto Slab" pitchFamily="34" charset="-122"/>
                <a:cs typeface="Roboto Slab" pitchFamily="34" charset="-120"/>
              </a:rPr>
              <a:t>8</a:t>
            </a:r>
            <a:endParaRPr lang="en-US" sz="11700" dirty="0"/>
          </a:p>
        </p:txBody>
      </p:sp>
      <p:sp>
        <p:nvSpPr>
          <p:cNvPr id="6" name="Text 4"/>
          <p:cNvSpPr/>
          <p:nvPr/>
        </p:nvSpPr>
        <p:spPr>
          <a:xfrm>
            <a:off x="793791" y="3862447"/>
            <a:ext cx="3573899"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minutes</a:t>
            </a:r>
            <a:endParaRPr lang="en-US" sz="2400" dirty="0"/>
          </a:p>
        </p:txBody>
      </p:sp>
      <p:sp>
        <p:nvSpPr>
          <p:cNvPr id="7" name="Text 5"/>
          <p:cNvSpPr/>
          <p:nvPr/>
        </p:nvSpPr>
        <p:spPr>
          <a:xfrm>
            <a:off x="4859417" y="2177832"/>
            <a:ext cx="2977039" cy="372070"/>
          </a:xfrm>
          <a:prstGeom prst="rect">
            <a:avLst/>
          </a:prstGeom>
          <a:noFill/>
          <a:ln/>
        </p:spPr>
        <p:txBody>
          <a:bodyPr wrap="none" lIns="0" tIns="0" rIns="0" bIns="0" rtlCol="0" anchor="t"/>
          <a:lstStyle/>
          <a:p>
            <a:pPr marL="0" indent="0" algn="l">
              <a:lnSpc>
                <a:spcPts val="2900"/>
              </a:lnSpc>
              <a:buNone/>
            </a:pPr>
            <a:r>
              <a:rPr lang="en-US" sz="2800" dirty="0">
                <a:solidFill>
                  <a:srgbClr val="3257B8"/>
                </a:solidFill>
                <a:latin typeface="Roboto Slab" pitchFamily="34" charset="0"/>
                <a:ea typeface="Roboto Slab" pitchFamily="34" charset="-122"/>
                <a:cs typeface="Roboto Slab" pitchFamily="34" charset="-120"/>
              </a:rPr>
              <a:t>Groups of 3-4 people</a:t>
            </a:r>
            <a:endParaRPr lang="en-US" sz="2800" dirty="0"/>
          </a:p>
        </p:txBody>
      </p:sp>
      <p:sp>
        <p:nvSpPr>
          <p:cNvPr id="8" name="Text 6"/>
          <p:cNvSpPr/>
          <p:nvPr/>
        </p:nvSpPr>
        <p:spPr>
          <a:xfrm>
            <a:off x="4859417" y="3147774"/>
            <a:ext cx="8984694" cy="396954"/>
          </a:xfrm>
          <a:prstGeom prst="rect">
            <a:avLst/>
          </a:prstGeom>
          <a:noFill/>
          <a:ln/>
        </p:spPr>
        <p:txBody>
          <a:bodyPr wrap="none" lIns="0" tIns="0" rIns="0" bIns="0" rtlCol="0" anchor="t"/>
          <a:lstStyle/>
          <a:p>
            <a:pPr marL="0" indent="0" algn="l">
              <a:lnSpc>
                <a:spcPts val="3100"/>
              </a:lnSpc>
              <a:buNone/>
            </a:pPr>
            <a:r>
              <a:rPr lang="en-US" sz="2400" b="1" dirty="0">
                <a:solidFill>
                  <a:srgbClr val="15213F"/>
                </a:solidFill>
                <a:latin typeface="Roboto" pitchFamily="34" charset="0"/>
                <a:ea typeface="Roboto" pitchFamily="34" charset="-122"/>
                <a:cs typeface="Roboto" pitchFamily="34" charset="-120"/>
              </a:rPr>
              <a:t>Task:</a:t>
            </a:r>
            <a:r>
              <a:rPr lang="en-US" sz="2400" dirty="0">
                <a:solidFill>
                  <a:srgbClr val="15213F"/>
                </a:solidFill>
                <a:latin typeface="Roboto" pitchFamily="34" charset="0"/>
                <a:ea typeface="Roboto" pitchFamily="34" charset="-122"/>
                <a:cs typeface="Roboto" pitchFamily="34" charset="-120"/>
              </a:rPr>
              <a:t> You'll receive 3 "failed" prompts that got poor results.</a:t>
            </a:r>
            <a:endParaRPr lang="en-US" sz="2400" dirty="0"/>
          </a:p>
        </p:txBody>
      </p:sp>
      <p:sp>
        <p:nvSpPr>
          <p:cNvPr id="9" name="Text 7"/>
          <p:cNvSpPr/>
          <p:nvPr/>
        </p:nvSpPr>
        <p:spPr>
          <a:xfrm>
            <a:off x="4859417" y="3723323"/>
            <a:ext cx="8984694" cy="396954"/>
          </a:xfrm>
          <a:prstGeom prst="rect">
            <a:avLst/>
          </a:prstGeom>
          <a:noFill/>
          <a:ln/>
        </p:spPr>
        <p:txBody>
          <a:bodyPr wrap="none" lIns="0" tIns="0" rIns="0" bIns="0" rtlCol="0" anchor="t"/>
          <a:lstStyle/>
          <a:p>
            <a:pPr marL="0" indent="0" algn="l">
              <a:lnSpc>
                <a:spcPts val="3100"/>
              </a:lnSpc>
              <a:buNone/>
            </a:pPr>
            <a:r>
              <a:rPr lang="en-US" sz="2400" b="1" dirty="0">
                <a:solidFill>
                  <a:srgbClr val="15213F"/>
                </a:solidFill>
                <a:latin typeface="Roboto" pitchFamily="34" charset="0"/>
                <a:ea typeface="Roboto" pitchFamily="34" charset="-122"/>
                <a:cs typeface="Roboto" pitchFamily="34" charset="-120"/>
              </a:rPr>
              <a:t>Diagnose:</a:t>
            </a:r>
            <a:r>
              <a:rPr lang="en-US" sz="2400" dirty="0">
                <a:solidFill>
                  <a:srgbClr val="15213F"/>
                </a:solidFill>
                <a:latin typeface="Roboto" pitchFamily="34" charset="0"/>
                <a:ea typeface="Roboto" pitchFamily="34" charset="-122"/>
                <a:cs typeface="Roboto" pitchFamily="34" charset="-120"/>
              </a:rPr>
              <a:t> What context is missing?</a:t>
            </a:r>
            <a:endParaRPr lang="en-US" sz="2400" dirty="0"/>
          </a:p>
        </p:txBody>
      </p:sp>
      <p:sp>
        <p:nvSpPr>
          <p:cNvPr id="10" name="Text 8"/>
          <p:cNvSpPr/>
          <p:nvPr/>
        </p:nvSpPr>
        <p:spPr>
          <a:xfrm>
            <a:off x="793790" y="4938951"/>
            <a:ext cx="13042821"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For each prompt, identify:</a:t>
            </a:r>
            <a:endParaRPr lang="en-US" sz="2800" dirty="0"/>
          </a:p>
        </p:txBody>
      </p:sp>
      <p:sp>
        <p:nvSpPr>
          <p:cNvPr id="11" name="Text 9"/>
          <p:cNvSpPr/>
          <p:nvPr/>
        </p:nvSpPr>
        <p:spPr>
          <a:xfrm>
            <a:off x="793790" y="5479733"/>
            <a:ext cx="13042821"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sz="2600" dirty="0">
                <a:solidFill>
                  <a:srgbClr val="15213F"/>
                </a:solidFill>
                <a:latin typeface="Roboto" pitchFamily="34" charset="0"/>
                <a:ea typeface="Roboto" pitchFamily="34" charset="-122"/>
                <a:cs typeface="Roboto" pitchFamily="34" charset="-120"/>
              </a:rPr>
              <a:t>Missing information</a:t>
            </a:r>
            <a:endParaRPr lang="en-US" sz="2600" dirty="0"/>
          </a:p>
        </p:txBody>
      </p:sp>
      <p:sp>
        <p:nvSpPr>
          <p:cNvPr id="12" name="Text 10"/>
          <p:cNvSpPr/>
          <p:nvPr/>
        </p:nvSpPr>
        <p:spPr>
          <a:xfrm>
            <a:off x="801290" y="6000014"/>
            <a:ext cx="13042821"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r>
              <a:rPr lang="en-US" sz="2600" dirty="0">
                <a:solidFill>
                  <a:srgbClr val="15213F"/>
                </a:solidFill>
                <a:latin typeface="Roboto" pitchFamily="34" charset="0"/>
                <a:ea typeface="Roboto" pitchFamily="34" charset="-122"/>
                <a:cs typeface="Roboto" pitchFamily="34" charset="-120"/>
              </a:rPr>
              <a:t>Vague elements</a:t>
            </a:r>
            <a:endParaRPr lang="en-US" sz="2600" dirty="0"/>
          </a:p>
        </p:txBody>
      </p:sp>
      <p:sp>
        <p:nvSpPr>
          <p:cNvPr id="13" name="Text 11"/>
          <p:cNvSpPr/>
          <p:nvPr/>
        </p:nvSpPr>
        <p:spPr>
          <a:xfrm>
            <a:off x="790626" y="6600771"/>
            <a:ext cx="13042821"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sz="2600" dirty="0">
                <a:solidFill>
                  <a:srgbClr val="15213F"/>
                </a:solidFill>
                <a:latin typeface="Roboto" pitchFamily="34" charset="0"/>
                <a:ea typeface="Roboto" pitchFamily="34" charset="-122"/>
                <a:cs typeface="Roboto" pitchFamily="34" charset="-120"/>
              </a:rPr>
              <a:t>Undefined requirements</a:t>
            </a:r>
            <a:endParaRPr lang="en-US" sz="2600" dirty="0"/>
          </a:p>
        </p:txBody>
      </p:sp>
      <p:sp>
        <p:nvSpPr>
          <p:cNvPr id="14" name="Text 12"/>
          <p:cNvSpPr/>
          <p:nvPr/>
        </p:nvSpPr>
        <p:spPr>
          <a:xfrm>
            <a:off x="790627" y="721880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One person captures notes</a:t>
            </a:r>
            <a:endParaRPr lang="en-US" sz="1550" dirty="0"/>
          </a:p>
        </p:txBody>
      </p:sp>
      <p:sp>
        <p:nvSpPr>
          <p:cNvPr id="15" name="Text 13"/>
          <p:cNvSpPr/>
          <p:nvPr/>
        </p:nvSpPr>
        <p:spPr>
          <a:xfrm>
            <a:off x="790628" y="7591925"/>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Share findings with large group after</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7210" y="367865"/>
            <a:ext cx="6525578" cy="620078"/>
          </a:xfrm>
          <a:prstGeom prst="rect">
            <a:avLst/>
          </a:prstGeom>
          <a:noFill/>
          <a:ln/>
        </p:spPr>
        <p:txBody>
          <a:bodyPr wrap="none" lIns="0" tIns="0" rIns="0" bIns="0" rtlCol="0" anchor="t"/>
          <a:lstStyle/>
          <a:p>
            <a:pPr marL="0" indent="0" algn="l">
              <a:lnSpc>
                <a:spcPts val="4850"/>
              </a:lnSpc>
              <a:buNone/>
            </a:pPr>
            <a:r>
              <a:rPr lang="en-US" sz="4400" dirty="0">
                <a:solidFill>
                  <a:srgbClr val="3257B8"/>
                </a:solidFill>
                <a:latin typeface="Roboto Slab" pitchFamily="34" charset="0"/>
                <a:ea typeface="Roboto Slab" pitchFamily="34" charset="-122"/>
                <a:cs typeface="Roboto Slab" pitchFamily="34" charset="-120"/>
              </a:rPr>
              <a:t>Context Diagnosis: Answers</a:t>
            </a:r>
            <a:endParaRPr lang="en-US" sz="4400" dirty="0"/>
          </a:p>
        </p:txBody>
      </p:sp>
      <p:sp>
        <p:nvSpPr>
          <p:cNvPr id="3" name="Text 1"/>
          <p:cNvSpPr/>
          <p:nvPr/>
        </p:nvSpPr>
        <p:spPr>
          <a:xfrm>
            <a:off x="208163" y="1888967"/>
            <a:ext cx="4921398" cy="310158"/>
          </a:xfrm>
          <a:prstGeom prst="rect">
            <a:avLst/>
          </a:prstGeom>
          <a:noFill/>
          <a:ln/>
        </p:spPr>
        <p:txBody>
          <a:bodyPr wrap="none" lIns="0" tIns="0" rIns="0" bIns="0" rtlCol="0" anchor="t"/>
          <a:lstStyle/>
          <a:p>
            <a:pPr marL="0" indent="0" algn="l">
              <a:lnSpc>
                <a:spcPts val="2400"/>
              </a:lnSpc>
              <a:buNone/>
            </a:pPr>
            <a:r>
              <a:rPr lang="en-US" sz="2400" dirty="0">
                <a:solidFill>
                  <a:srgbClr val="3257B8"/>
                </a:solidFill>
                <a:latin typeface="Roboto Slab" pitchFamily="34" charset="0"/>
                <a:ea typeface="Roboto Slab" pitchFamily="34" charset="-122"/>
                <a:cs typeface="Roboto Slab" pitchFamily="34" charset="-120"/>
              </a:rPr>
              <a:t>Prompt 1: "Summarize this paper"</a:t>
            </a:r>
            <a:endParaRPr lang="en-US" sz="2400" dirty="0"/>
          </a:p>
        </p:txBody>
      </p:sp>
      <p:grpSp>
        <p:nvGrpSpPr>
          <p:cNvPr id="22" name="Group 21">
            <a:extLst>
              <a:ext uri="{FF2B5EF4-FFF2-40B4-BE49-F238E27FC236}">
                <a16:creationId xmlns:a16="http://schemas.microsoft.com/office/drawing/2014/main" id="{11ADF671-A894-F1CF-C6A3-A6934A22EAC7}"/>
              </a:ext>
            </a:extLst>
          </p:cNvPr>
          <p:cNvGrpSpPr/>
          <p:nvPr/>
        </p:nvGrpSpPr>
        <p:grpSpPr>
          <a:xfrm>
            <a:off x="393098" y="2596633"/>
            <a:ext cx="3979664" cy="3302362"/>
            <a:chOff x="793790" y="3410307"/>
            <a:chExt cx="3979664" cy="1587580"/>
          </a:xfrm>
        </p:grpSpPr>
        <p:sp>
          <p:nvSpPr>
            <p:cNvPr id="4" name="Text 2"/>
            <p:cNvSpPr/>
            <p:nvPr/>
          </p:nvSpPr>
          <p:spPr>
            <a:xfrm>
              <a:off x="793790" y="3410307"/>
              <a:ext cx="3979664" cy="317540"/>
            </a:xfrm>
            <a:prstGeom prst="rect">
              <a:avLst/>
            </a:prstGeom>
            <a:noFill/>
            <a:ln/>
          </p:spPr>
          <p:txBody>
            <a:bodyPr wrap="none" lIns="0" tIns="0" rIns="0" bIns="0" rtlCol="0" anchor="t"/>
            <a:lstStyle/>
            <a:p>
              <a:pPr marL="0" indent="0" algn="l">
                <a:lnSpc>
                  <a:spcPts val="2500"/>
                </a:lnSpc>
                <a:buNone/>
              </a:pPr>
              <a:r>
                <a:rPr lang="en-US" sz="2400" b="1" dirty="0">
                  <a:solidFill>
                    <a:srgbClr val="3257B8"/>
                  </a:solidFill>
                  <a:latin typeface="Roboto" pitchFamily="34" charset="0"/>
                  <a:ea typeface="Roboto" pitchFamily="34" charset="-122"/>
                  <a:cs typeface="Roboto" pitchFamily="34" charset="-120"/>
                </a:rPr>
                <a:t>Missing</a:t>
              </a:r>
              <a:r>
                <a:rPr lang="en-US" sz="2800" b="1" dirty="0">
                  <a:solidFill>
                    <a:srgbClr val="3257B8"/>
                  </a:solidFill>
                  <a:latin typeface="Roboto" pitchFamily="34" charset="0"/>
                  <a:ea typeface="Roboto" pitchFamily="34" charset="-122"/>
                  <a:cs typeface="Roboto" pitchFamily="34" charset="-120"/>
                </a:rPr>
                <a:t>:</a:t>
              </a:r>
              <a:endParaRPr lang="en-US" sz="2800" dirty="0"/>
            </a:p>
          </p:txBody>
        </p:sp>
        <p:sp>
          <p:nvSpPr>
            <p:cNvPr id="5" name="Text 3"/>
            <p:cNvSpPr/>
            <p:nvPr/>
          </p:nvSpPr>
          <p:spPr>
            <a:xfrm>
              <a:off x="793790" y="3906441"/>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Which aspects?</a:t>
              </a:r>
            </a:p>
            <a:p>
              <a:pPr marL="342900" indent="-342900">
                <a:lnSpc>
                  <a:spcPts val="2500"/>
                </a:lnSpc>
                <a:buSzPct val="100000"/>
                <a:buFontTx/>
                <a:buChar char="•"/>
              </a:pPr>
              <a:r>
                <a:rPr lang="en-US" dirty="0"/>
                <a:t>(Methods? Results? All sections?)</a:t>
              </a:r>
            </a:p>
            <a:p>
              <a:pPr marL="342900" indent="-342900" algn="l">
                <a:lnSpc>
                  <a:spcPts val="2500"/>
                </a:lnSpc>
                <a:buSzPct val="100000"/>
                <a:buChar char="•"/>
              </a:pPr>
              <a:endParaRPr lang="en-US" sz="2400" dirty="0"/>
            </a:p>
          </p:txBody>
        </p:sp>
        <p:sp>
          <p:nvSpPr>
            <p:cNvPr id="6" name="Text 4"/>
            <p:cNvSpPr/>
            <p:nvPr/>
          </p:nvSpPr>
          <p:spPr>
            <a:xfrm>
              <a:off x="793790" y="4293394"/>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For whom?</a:t>
              </a:r>
            </a:p>
            <a:p>
              <a:pPr marL="342900" indent="-342900">
                <a:lnSpc>
                  <a:spcPts val="2500"/>
                </a:lnSpc>
                <a:buSzPct val="100000"/>
                <a:buFontTx/>
                <a:buChar char="•"/>
              </a:pPr>
              <a:r>
                <a:rPr lang="en-US" dirty="0"/>
                <a:t>(Experts vs general audience?)</a:t>
              </a:r>
            </a:p>
            <a:p>
              <a:pPr marL="342900" indent="-342900" algn="l">
                <a:lnSpc>
                  <a:spcPts val="2500"/>
                </a:lnSpc>
                <a:buSzPct val="100000"/>
                <a:buChar char="•"/>
              </a:pPr>
              <a:endParaRPr lang="en-US" sz="2400" dirty="0"/>
            </a:p>
          </p:txBody>
        </p:sp>
        <p:sp>
          <p:nvSpPr>
            <p:cNvPr id="7" name="Text 5"/>
            <p:cNvSpPr/>
            <p:nvPr/>
          </p:nvSpPr>
          <p:spPr>
            <a:xfrm>
              <a:off x="793790" y="4680347"/>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What depth?</a:t>
              </a:r>
            </a:p>
            <a:p>
              <a:pPr marL="342900" indent="-342900">
                <a:lnSpc>
                  <a:spcPts val="2500"/>
                </a:lnSpc>
                <a:buSzPct val="100000"/>
                <a:buFontTx/>
                <a:buChar char="•"/>
              </a:pPr>
              <a:r>
                <a:rPr lang="en-US" dirty="0"/>
                <a:t>(Tweet vs detailed summary?)</a:t>
              </a:r>
            </a:p>
            <a:p>
              <a:pPr marL="342900" indent="-342900" algn="l">
                <a:lnSpc>
                  <a:spcPts val="2500"/>
                </a:lnSpc>
                <a:buSzPct val="100000"/>
                <a:buChar char="•"/>
              </a:pPr>
              <a:endParaRPr lang="en-US" sz="2400" dirty="0"/>
            </a:p>
          </p:txBody>
        </p:sp>
      </p:grpSp>
      <p:sp>
        <p:nvSpPr>
          <p:cNvPr id="8" name="Text 6"/>
          <p:cNvSpPr/>
          <p:nvPr/>
        </p:nvSpPr>
        <p:spPr>
          <a:xfrm>
            <a:off x="5381445" y="1903741"/>
            <a:ext cx="3382685" cy="310158"/>
          </a:xfrm>
          <a:prstGeom prst="rect">
            <a:avLst/>
          </a:prstGeom>
          <a:noFill/>
          <a:ln/>
        </p:spPr>
        <p:txBody>
          <a:bodyPr wrap="none" lIns="0" tIns="0" rIns="0" bIns="0" rtlCol="0" anchor="t"/>
          <a:lstStyle/>
          <a:p>
            <a:pPr marL="0" indent="0" algn="l">
              <a:lnSpc>
                <a:spcPts val="2400"/>
              </a:lnSpc>
              <a:buNone/>
            </a:pPr>
            <a:r>
              <a:rPr lang="en-US" sz="2400" dirty="0">
                <a:solidFill>
                  <a:srgbClr val="3257B8"/>
                </a:solidFill>
                <a:latin typeface="Roboto Slab" pitchFamily="34" charset="0"/>
                <a:ea typeface="Roboto Slab" pitchFamily="34" charset="-122"/>
                <a:cs typeface="Roboto Slab" pitchFamily="34" charset="-120"/>
              </a:rPr>
              <a:t>Prompt 2: "Analyse this data"</a:t>
            </a:r>
            <a:endParaRPr lang="en-US" sz="2400" dirty="0"/>
          </a:p>
        </p:txBody>
      </p:sp>
      <p:grpSp>
        <p:nvGrpSpPr>
          <p:cNvPr id="23" name="Group 22">
            <a:extLst>
              <a:ext uri="{FF2B5EF4-FFF2-40B4-BE49-F238E27FC236}">
                <a16:creationId xmlns:a16="http://schemas.microsoft.com/office/drawing/2014/main" id="{34CCC596-ACFB-A19C-AC04-007691D049A2}"/>
              </a:ext>
            </a:extLst>
          </p:cNvPr>
          <p:cNvGrpSpPr/>
          <p:nvPr/>
        </p:nvGrpSpPr>
        <p:grpSpPr>
          <a:xfrm>
            <a:off x="5129561" y="2514771"/>
            <a:ext cx="4231548" cy="4010230"/>
            <a:chOff x="5265182" y="3385690"/>
            <a:chExt cx="3979664" cy="1303347"/>
          </a:xfrm>
        </p:grpSpPr>
        <p:sp>
          <p:nvSpPr>
            <p:cNvPr id="9" name="Text 7"/>
            <p:cNvSpPr/>
            <p:nvPr/>
          </p:nvSpPr>
          <p:spPr>
            <a:xfrm>
              <a:off x="5265182" y="3385690"/>
              <a:ext cx="3979664" cy="317540"/>
            </a:xfrm>
            <a:prstGeom prst="rect">
              <a:avLst/>
            </a:prstGeom>
            <a:noFill/>
            <a:ln/>
          </p:spPr>
          <p:txBody>
            <a:bodyPr wrap="none" lIns="0" tIns="0" rIns="0" bIns="0" rtlCol="0" anchor="t"/>
            <a:lstStyle/>
            <a:p>
              <a:pPr marL="0" indent="0" algn="l">
                <a:lnSpc>
                  <a:spcPts val="2500"/>
                </a:lnSpc>
                <a:buNone/>
              </a:pPr>
              <a:r>
                <a:rPr lang="en-US" sz="2400" b="1" dirty="0">
                  <a:solidFill>
                    <a:srgbClr val="3257B8"/>
                  </a:solidFill>
                  <a:latin typeface="Roboto" pitchFamily="34" charset="0"/>
                  <a:ea typeface="Roboto" pitchFamily="34" charset="-122"/>
                  <a:cs typeface="Roboto" pitchFamily="34" charset="-120"/>
                </a:rPr>
                <a:t>Missing</a:t>
              </a:r>
              <a:r>
                <a:rPr lang="en-US" sz="2800" b="1" dirty="0">
                  <a:solidFill>
                    <a:srgbClr val="3257B8"/>
                  </a:solidFill>
                  <a:latin typeface="Roboto" pitchFamily="34" charset="0"/>
                  <a:ea typeface="Roboto" pitchFamily="34" charset="-122"/>
                  <a:cs typeface="Roboto" pitchFamily="34" charset="-120"/>
                </a:rPr>
                <a:t>:</a:t>
              </a:r>
              <a:endParaRPr lang="en-US" sz="2800" dirty="0"/>
            </a:p>
          </p:txBody>
        </p:sp>
        <p:sp>
          <p:nvSpPr>
            <p:cNvPr id="10" name="Text 8"/>
            <p:cNvSpPr/>
            <p:nvPr/>
          </p:nvSpPr>
          <p:spPr>
            <a:xfrm>
              <a:off x="5265182" y="3622242"/>
              <a:ext cx="3979664" cy="1066795"/>
            </a:xfrm>
            <a:prstGeom prst="rect">
              <a:avLst/>
            </a:prstGeom>
            <a:noFill/>
            <a:ln/>
          </p:spPr>
          <p:txBody>
            <a:bodyPr wrap="none" lIns="0" tIns="0" rIns="0" bIns="0" rtlCol="0" anchor="t"/>
            <a:lstStyle/>
            <a:p>
              <a:pPr marL="457200" indent="-457200">
                <a:buFont typeface="Arial" panose="020B0604020202020204" pitchFamily="34" charset="0"/>
                <a:buChar char="•"/>
              </a:pPr>
              <a:r>
                <a:rPr lang="en-GB" sz="2400" dirty="0"/>
                <a:t>What type of data? </a:t>
              </a:r>
            </a:p>
            <a:p>
              <a:r>
                <a:rPr lang="en-GB" dirty="0"/>
                <a:t>(SEM images? Stress-strain curves? Spectroscopy?)</a:t>
              </a:r>
            </a:p>
            <a:p>
              <a:pPr marL="457200" indent="-457200">
                <a:buFont typeface="Arial" panose="020B0604020202020204" pitchFamily="34" charset="0"/>
                <a:buChar char="•"/>
              </a:pPr>
              <a:r>
                <a:rPr lang="en-GB" sz="2400" dirty="0"/>
                <a:t>What analysis needed? </a:t>
              </a:r>
            </a:p>
            <a:p>
              <a:r>
                <a:rPr lang="en-GB" dirty="0"/>
                <a:t>(Statistical? Comparative? Qualitative?)</a:t>
              </a:r>
            </a:p>
            <a:p>
              <a:pPr marL="342900" indent="-342900">
                <a:buFont typeface="Arial" panose="020B0604020202020204" pitchFamily="34" charset="0"/>
                <a:buChar char="•"/>
              </a:pPr>
              <a:r>
                <a:rPr lang="en-GB" sz="2400" dirty="0"/>
                <a:t>What output format? </a:t>
              </a:r>
            </a:p>
            <a:p>
              <a:r>
                <a:rPr lang="en-GB" dirty="0"/>
                <a:t>(Table? Graph? Report?)</a:t>
              </a:r>
            </a:p>
            <a:p>
              <a:pPr marL="285750" indent="-285750">
                <a:buFont typeface="Arial" panose="020B0604020202020204" pitchFamily="34" charset="0"/>
                <a:buChar char="•"/>
              </a:pPr>
              <a:r>
                <a:rPr lang="en-GB" sz="2400" dirty="0"/>
                <a:t>What to do with outliers/missing data?</a:t>
              </a:r>
            </a:p>
            <a:p>
              <a:pPr marL="285750" indent="-285750">
                <a:buFont typeface="Arial" panose="020B0604020202020204" pitchFamily="34" charset="0"/>
                <a:buChar char="•"/>
              </a:pPr>
              <a:r>
                <a:rPr lang="en-GB" sz="2400" dirty="0"/>
                <a:t>Success criteria?</a:t>
              </a:r>
            </a:p>
          </p:txBody>
        </p:sp>
      </p:grpSp>
      <p:sp>
        <p:nvSpPr>
          <p:cNvPr id="13" name="Text 11"/>
          <p:cNvSpPr/>
          <p:nvPr/>
        </p:nvSpPr>
        <p:spPr>
          <a:xfrm>
            <a:off x="10307199" y="1888967"/>
            <a:ext cx="4115038" cy="620316"/>
          </a:xfrm>
          <a:prstGeom prst="rect">
            <a:avLst/>
          </a:prstGeom>
          <a:noFill/>
          <a:ln/>
        </p:spPr>
        <p:txBody>
          <a:bodyPr wrap="square" lIns="0" tIns="0" rIns="0" bIns="0" rtlCol="0" anchor="t"/>
          <a:lstStyle/>
          <a:p>
            <a:pPr marL="0" indent="0" algn="l">
              <a:lnSpc>
                <a:spcPts val="2400"/>
              </a:lnSpc>
              <a:buNone/>
            </a:pPr>
            <a:r>
              <a:rPr lang="en-US" sz="2400" dirty="0">
                <a:solidFill>
                  <a:srgbClr val="3257B8"/>
                </a:solidFill>
                <a:latin typeface="Roboto Slab" pitchFamily="34" charset="0"/>
                <a:ea typeface="Roboto Slab" pitchFamily="34" charset="-122"/>
                <a:cs typeface="Roboto Slab" pitchFamily="34" charset="-120"/>
              </a:rPr>
              <a:t>Prompt 3: "Help me with synthesis"</a:t>
            </a:r>
            <a:endParaRPr lang="en-US" sz="2400" dirty="0"/>
          </a:p>
        </p:txBody>
      </p:sp>
      <p:grpSp>
        <p:nvGrpSpPr>
          <p:cNvPr id="25" name="Group 24">
            <a:extLst>
              <a:ext uri="{FF2B5EF4-FFF2-40B4-BE49-F238E27FC236}">
                <a16:creationId xmlns:a16="http://schemas.microsoft.com/office/drawing/2014/main" id="{29F25547-F0CA-465E-082D-F38AFF340807}"/>
              </a:ext>
            </a:extLst>
          </p:cNvPr>
          <p:cNvGrpSpPr/>
          <p:nvPr/>
        </p:nvGrpSpPr>
        <p:grpSpPr>
          <a:xfrm>
            <a:off x="10369792" y="2757170"/>
            <a:ext cx="4115038" cy="3297731"/>
            <a:chOff x="9736574" y="3720465"/>
            <a:chExt cx="4115038" cy="1587580"/>
          </a:xfrm>
        </p:grpSpPr>
        <p:sp>
          <p:nvSpPr>
            <p:cNvPr id="14" name="Text 12"/>
            <p:cNvSpPr/>
            <p:nvPr/>
          </p:nvSpPr>
          <p:spPr>
            <a:xfrm>
              <a:off x="9736574" y="3720465"/>
              <a:ext cx="4115038" cy="317540"/>
            </a:xfrm>
            <a:prstGeom prst="rect">
              <a:avLst/>
            </a:prstGeom>
            <a:noFill/>
            <a:ln/>
          </p:spPr>
          <p:txBody>
            <a:bodyPr wrap="none" lIns="0" tIns="0" rIns="0" bIns="0" rtlCol="0" anchor="t"/>
            <a:lstStyle/>
            <a:p>
              <a:pPr marL="0" indent="0" algn="l">
                <a:lnSpc>
                  <a:spcPts val="2500"/>
                </a:lnSpc>
                <a:buNone/>
              </a:pPr>
              <a:r>
                <a:rPr lang="en-US" sz="2400" b="1" dirty="0">
                  <a:solidFill>
                    <a:srgbClr val="3257B8"/>
                  </a:solidFill>
                  <a:latin typeface="Roboto" pitchFamily="34" charset="0"/>
                  <a:ea typeface="Roboto" pitchFamily="34" charset="-122"/>
                  <a:cs typeface="Roboto" pitchFamily="34" charset="-120"/>
                </a:rPr>
                <a:t>Missing:</a:t>
              </a:r>
              <a:endParaRPr lang="en-US" sz="2400" dirty="0"/>
            </a:p>
          </p:txBody>
        </p:sp>
        <p:grpSp>
          <p:nvGrpSpPr>
            <p:cNvPr id="24" name="Group 23">
              <a:extLst>
                <a:ext uri="{FF2B5EF4-FFF2-40B4-BE49-F238E27FC236}">
                  <a16:creationId xmlns:a16="http://schemas.microsoft.com/office/drawing/2014/main" id="{241CBFBA-ECE1-C598-DAC1-7CB636C069D1}"/>
                </a:ext>
              </a:extLst>
            </p:cNvPr>
            <p:cNvGrpSpPr/>
            <p:nvPr/>
          </p:nvGrpSpPr>
          <p:grpSpPr>
            <a:xfrm>
              <a:off x="9736574" y="4216598"/>
              <a:ext cx="4115038" cy="1091447"/>
              <a:chOff x="9736574" y="4216598"/>
              <a:chExt cx="4115038" cy="1091447"/>
            </a:xfrm>
          </p:grpSpPr>
          <p:sp>
            <p:nvSpPr>
              <p:cNvPr id="15" name="Text 13"/>
              <p:cNvSpPr/>
              <p:nvPr/>
            </p:nvSpPr>
            <p:spPr>
              <a:xfrm>
                <a:off x="9736574" y="4216598"/>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Which material?</a:t>
                </a:r>
                <a:endParaRPr lang="en-US" sz="2400" dirty="0"/>
              </a:p>
            </p:txBody>
          </p:sp>
          <p:sp>
            <p:nvSpPr>
              <p:cNvPr id="16" name="Text 14"/>
              <p:cNvSpPr/>
              <p:nvPr/>
            </p:nvSpPr>
            <p:spPr>
              <a:xfrm>
                <a:off x="9736574" y="4603552"/>
                <a:ext cx="4115038" cy="317540"/>
              </a:xfrm>
              <a:prstGeom prst="rect">
                <a:avLst/>
              </a:prstGeom>
              <a:noFill/>
              <a:ln/>
            </p:spPr>
            <p:txBody>
              <a:bodyPr wrap="none" lIns="0" tIns="0" rIns="0" bIns="0" rtlCol="0" anchor="t"/>
              <a:lstStyle/>
              <a:p>
                <a:pPr marL="342900" indent="-342900">
                  <a:lnSpc>
                    <a:spcPts val="2500"/>
                  </a:lnSpc>
                  <a:buSzPct val="100000"/>
                  <a:buFontTx/>
                  <a:buChar char="•"/>
                </a:pPr>
                <a:r>
                  <a:rPr lang="en-US" sz="2400" dirty="0">
                    <a:solidFill>
                      <a:srgbClr val="15213F"/>
                    </a:solidFill>
                    <a:latin typeface="Roboto" pitchFamily="34" charset="0"/>
                    <a:ea typeface="Roboto" pitchFamily="34" charset="-122"/>
                    <a:cs typeface="Roboto" pitchFamily="34" charset="-120"/>
                  </a:rPr>
                  <a:t>What specific help?</a:t>
                </a:r>
                <a:r>
                  <a:rPr lang="en-US" dirty="0"/>
                  <a:t>  </a:t>
                </a:r>
              </a:p>
              <a:p>
                <a:pPr>
                  <a:lnSpc>
                    <a:spcPts val="2500"/>
                  </a:lnSpc>
                  <a:buSzPct val="100000"/>
                </a:pPr>
                <a:r>
                  <a:rPr lang="en-US" dirty="0"/>
                  <a:t>(Troubleshooting? New protocol? </a:t>
                </a:r>
                <a:r>
                  <a:rPr lang="en-US" dirty="0" err="1"/>
                  <a:t>Optimisation</a:t>
                </a:r>
                <a:r>
                  <a:rPr lang="en-US" dirty="0"/>
                  <a:t>?)</a:t>
                </a:r>
              </a:p>
              <a:p>
                <a:pPr algn="l">
                  <a:lnSpc>
                    <a:spcPts val="2500"/>
                  </a:lnSpc>
                  <a:buSzPct val="100000"/>
                </a:pPr>
                <a:endParaRPr lang="en-US" sz="2400" dirty="0"/>
              </a:p>
            </p:txBody>
          </p:sp>
          <p:sp>
            <p:nvSpPr>
              <p:cNvPr id="17" name="Text 15"/>
              <p:cNvSpPr/>
              <p:nvPr/>
            </p:nvSpPr>
            <p:spPr>
              <a:xfrm>
                <a:off x="9736574" y="4990505"/>
                <a:ext cx="4115038" cy="317540"/>
              </a:xfrm>
              <a:prstGeom prst="rect">
                <a:avLst/>
              </a:prstGeom>
              <a:noFill/>
              <a:ln/>
            </p:spPr>
            <p:txBody>
              <a:bodyPr wrap="none" lIns="0" tIns="0" rIns="0" bIns="0" rtlCol="0" anchor="t"/>
              <a:lstStyle/>
              <a:p>
                <a:pPr marL="342900" indent="-342900">
                  <a:lnSpc>
                    <a:spcPts val="2500"/>
                  </a:lnSpc>
                  <a:buSzPct val="100000"/>
                  <a:buFontTx/>
                  <a:buChar char="•"/>
                </a:pPr>
                <a:r>
                  <a:rPr lang="en-US" sz="2400" dirty="0">
                    <a:solidFill>
                      <a:srgbClr val="15213F"/>
                    </a:solidFill>
                    <a:latin typeface="Roboto" pitchFamily="34" charset="0"/>
                    <a:ea typeface="Roboto" pitchFamily="34" charset="-122"/>
                    <a:cs typeface="Roboto" pitchFamily="34" charset="-120"/>
                  </a:rPr>
                  <a:t>What constraints exist?</a:t>
                </a:r>
                <a:r>
                  <a:rPr lang="en-US" dirty="0"/>
                  <a:t> </a:t>
                </a:r>
              </a:p>
              <a:p>
                <a:pPr>
                  <a:lnSpc>
                    <a:spcPts val="2500"/>
                  </a:lnSpc>
                  <a:buSzPct val="100000"/>
                </a:pPr>
                <a:r>
                  <a:rPr lang="en-US" dirty="0"/>
                  <a:t>(Equipment, safety, budget?)</a:t>
                </a:r>
              </a:p>
              <a:p>
                <a:pPr marL="342900" indent="-342900" algn="l">
                  <a:lnSpc>
                    <a:spcPts val="2500"/>
                  </a:lnSpc>
                  <a:buSzPct val="100000"/>
                  <a:buChar char="•"/>
                </a:pPr>
                <a:endParaRPr lang="en-US" sz="2400" dirty="0"/>
              </a:p>
            </p:txBody>
          </p:sp>
        </p:grpSp>
      </p:grpSp>
      <p:grpSp>
        <p:nvGrpSpPr>
          <p:cNvPr id="21" name="Group 20">
            <a:extLst>
              <a:ext uri="{FF2B5EF4-FFF2-40B4-BE49-F238E27FC236}">
                <a16:creationId xmlns:a16="http://schemas.microsoft.com/office/drawing/2014/main" id="{9FB5FF94-FCC4-4AD7-4A5B-AEA56D074516}"/>
              </a:ext>
            </a:extLst>
          </p:cNvPr>
          <p:cNvGrpSpPr/>
          <p:nvPr/>
        </p:nvGrpSpPr>
        <p:grpSpPr>
          <a:xfrm>
            <a:off x="547214" y="6802773"/>
            <a:ext cx="13042821" cy="843201"/>
            <a:chOff x="793790" y="5600700"/>
            <a:chExt cx="13042821" cy="843201"/>
          </a:xfrm>
        </p:grpSpPr>
        <p:sp>
          <p:nvSpPr>
            <p:cNvPr id="18" name="Shape 16"/>
            <p:cNvSpPr/>
            <p:nvPr/>
          </p:nvSpPr>
          <p:spPr>
            <a:xfrm>
              <a:off x="793790" y="5600700"/>
              <a:ext cx="13042821" cy="843201"/>
            </a:xfrm>
            <a:prstGeom prst="roundRect">
              <a:avLst>
                <a:gd name="adj" fmla="val 3531"/>
              </a:avLst>
            </a:prstGeom>
            <a:solidFill>
              <a:srgbClr val="C3CFEF"/>
            </a:solidFill>
            <a:ln/>
          </p:spPr>
          <p:txBody>
            <a:bodyPr/>
            <a:lstStyle/>
            <a:p>
              <a:endParaRPr lang="en-US"/>
            </a:p>
          </p:txBody>
        </p:sp>
        <p:pic>
          <p:nvPicPr>
            <p:cNvPr id="19" name="Image 0" descr="preencoded.png"/>
            <p:cNvPicPr>
              <a:picLocks noChangeAspect="1"/>
            </p:cNvPicPr>
            <p:nvPr/>
          </p:nvPicPr>
          <p:blipFill>
            <a:blip r:embed="rId3"/>
            <a:stretch>
              <a:fillRect/>
            </a:stretch>
          </p:blipFill>
          <p:spPr>
            <a:xfrm>
              <a:off x="873958" y="5787787"/>
              <a:ext cx="397020" cy="317540"/>
            </a:xfrm>
            <a:prstGeom prst="rect">
              <a:avLst/>
            </a:prstGeom>
          </p:spPr>
        </p:pic>
        <p:sp>
          <p:nvSpPr>
            <p:cNvPr id="20" name="Text 17"/>
            <p:cNvSpPr/>
            <p:nvPr/>
          </p:nvSpPr>
          <p:spPr>
            <a:xfrm>
              <a:off x="1438513" y="5848588"/>
              <a:ext cx="12199739" cy="317540"/>
            </a:xfrm>
            <a:prstGeom prst="rect">
              <a:avLst/>
            </a:prstGeom>
            <a:noFill/>
            <a:ln/>
          </p:spPr>
          <p:txBody>
            <a:bodyPr wrap="none" lIns="0" tIns="0" rIns="0" bIns="0" rtlCol="0" anchor="t"/>
            <a:lstStyle/>
            <a:p>
              <a:pPr marL="0" indent="0" algn="l">
                <a:lnSpc>
                  <a:spcPts val="2500"/>
                </a:lnSpc>
                <a:buNone/>
              </a:pPr>
              <a:r>
                <a:rPr lang="en-US" sz="3200" b="1" dirty="0">
                  <a:solidFill>
                    <a:srgbClr val="000000"/>
                  </a:solidFill>
                  <a:latin typeface="Roboto" pitchFamily="34" charset="0"/>
                  <a:ea typeface="Roboto" pitchFamily="34" charset="-122"/>
                  <a:cs typeface="Roboto" pitchFamily="34" charset="-120"/>
                </a:rPr>
                <a:t>Pattern:</a:t>
              </a:r>
              <a:r>
                <a:rPr lang="en-US" sz="3200" dirty="0">
                  <a:solidFill>
                    <a:srgbClr val="000000"/>
                  </a:solidFill>
                  <a:latin typeface="Roboto" pitchFamily="34" charset="0"/>
                  <a:ea typeface="Roboto" pitchFamily="34" charset="-122"/>
                  <a:cs typeface="Roboto" pitchFamily="34" charset="-120"/>
                </a:rPr>
                <a:t> Every vague word creates ambiguity</a:t>
              </a:r>
              <a:endParaRPr lang="en-US" sz="3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3646" y="388620"/>
            <a:ext cx="8062436" cy="620078"/>
          </a:xfrm>
          <a:prstGeom prst="rect">
            <a:avLst/>
          </a:prstGeom>
          <a:noFill/>
          <a:ln/>
        </p:spPr>
        <p:txBody>
          <a:bodyPr wrap="none" lIns="0" tIns="0" rIns="0" bIns="0" rtlCol="0" anchor="t"/>
          <a:lstStyle/>
          <a:p>
            <a:pPr marL="0" indent="0" algn="l">
              <a:lnSpc>
                <a:spcPts val="4850"/>
              </a:lnSpc>
              <a:buNone/>
            </a:pPr>
            <a:r>
              <a:rPr lang="en-US" sz="4400" dirty="0">
                <a:solidFill>
                  <a:srgbClr val="3257B8"/>
                </a:solidFill>
                <a:latin typeface="Roboto Slab" pitchFamily="34" charset="0"/>
                <a:ea typeface="Roboto Slab" pitchFamily="34" charset="-122"/>
                <a:cs typeface="Roboto Slab" pitchFamily="34" charset="-120"/>
              </a:rPr>
              <a:t>Context Building: The Five W's + H</a:t>
            </a:r>
            <a:endParaRPr lang="en-US" sz="4400" dirty="0"/>
          </a:p>
        </p:txBody>
      </p:sp>
      <p:sp>
        <p:nvSpPr>
          <p:cNvPr id="3" name="Text 1"/>
          <p:cNvSpPr/>
          <p:nvPr/>
        </p:nvSpPr>
        <p:spPr>
          <a:xfrm>
            <a:off x="2809383" y="1508378"/>
            <a:ext cx="2480905" cy="310158"/>
          </a:xfrm>
          <a:prstGeom prst="rect">
            <a:avLst/>
          </a:prstGeom>
          <a:noFill/>
          <a:ln/>
        </p:spPr>
        <p:txBody>
          <a:bodyPr wrap="none" lIns="0" tIns="0" rIns="0" bIns="0" rtlCol="0" anchor="t"/>
          <a:lstStyle/>
          <a:p>
            <a:pPr marL="0" indent="0" algn="r">
              <a:lnSpc>
                <a:spcPts val="2400"/>
              </a:lnSpc>
              <a:buNone/>
            </a:pPr>
            <a:r>
              <a:rPr lang="en-US" sz="3200" dirty="0">
                <a:solidFill>
                  <a:srgbClr val="15213F"/>
                </a:solidFill>
                <a:latin typeface="Roboto Slab" pitchFamily="34" charset="0"/>
                <a:ea typeface="Roboto Slab" pitchFamily="34" charset="-122"/>
                <a:cs typeface="Roboto Slab" pitchFamily="34" charset="-120"/>
              </a:rPr>
              <a:t>Who?</a:t>
            </a:r>
            <a:endParaRPr lang="en-US" sz="3200" dirty="0"/>
          </a:p>
        </p:txBody>
      </p:sp>
      <p:sp>
        <p:nvSpPr>
          <p:cNvPr id="4" name="Text 2"/>
          <p:cNvSpPr/>
          <p:nvPr/>
        </p:nvSpPr>
        <p:spPr>
          <a:xfrm>
            <a:off x="1042157" y="2100799"/>
            <a:ext cx="4040505" cy="317540"/>
          </a:xfrm>
          <a:prstGeom prst="rect">
            <a:avLst/>
          </a:prstGeom>
          <a:noFill/>
          <a:ln/>
        </p:spPr>
        <p:txBody>
          <a:bodyPr wrap="none" lIns="0" tIns="0" rIns="0" bIns="0" rtlCol="0" anchor="t"/>
          <a:lstStyle/>
          <a:p>
            <a:pPr marL="0" indent="0" algn="r">
              <a:lnSpc>
                <a:spcPts val="2500"/>
              </a:lnSpc>
              <a:buNone/>
            </a:pPr>
            <a:r>
              <a:rPr lang="en-US" sz="2400" dirty="0">
                <a:solidFill>
                  <a:srgbClr val="15213F"/>
                </a:solidFill>
                <a:latin typeface="Roboto" pitchFamily="34" charset="0"/>
                <a:ea typeface="Roboto" pitchFamily="34" charset="-122"/>
                <a:cs typeface="Roboto" pitchFamily="34" charset="-120"/>
              </a:rPr>
              <a:t>Who is this for? Who are you?</a:t>
            </a:r>
            <a:endParaRPr lang="en-US" sz="2400" dirty="0"/>
          </a:p>
        </p:txBody>
      </p:sp>
      <p:sp>
        <p:nvSpPr>
          <p:cNvPr id="7" name="Text 3"/>
          <p:cNvSpPr/>
          <p:nvPr/>
        </p:nvSpPr>
        <p:spPr>
          <a:xfrm>
            <a:off x="8380536" y="1615748"/>
            <a:ext cx="2480905" cy="310158"/>
          </a:xfrm>
          <a:prstGeom prst="rect">
            <a:avLst/>
          </a:prstGeom>
          <a:noFill/>
          <a:ln/>
        </p:spPr>
        <p:txBody>
          <a:bodyPr wrap="none" lIns="0" tIns="0" rIns="0" bIns="0" rtlCol="0" anchor="t"/>
          <a:lstStyle/>
          <a:p>
            <a:pPr marL="0" indent="0" algn="l">
              <a:lnSpc>
                <a:spcPts val="2400"/>
              </a:lnSpc>
              <a:buNone/>
            </a:pPr>
            <a:r>
              <a:rPr lang="en-US" sz="3200" dirty="0">
                <a:solidFill>
                  <a:srgbClr val="15213F"/>
                </a:solidFill>
                <a:latin typeface="Roboto Slab" pitchFamily="34" charset="0"/>
                <a:ea typeface="Roboto Slab" pitchFamily="34" charset="-122"/>
                <a:cs typeface="Roboto Slab" pitchFamily="34" charset="-120"/>
              </a:rPr>
              <a:t>What?</a:t>
            </a:r>
            <a:endParaRPr lang="en-US" sz="3200" dirty="0"/>
          </a:p>
        </p:txBody>
      </p:sp>
      <p:sp>
        <p:nvSpPr>
          <p:cNvPr id="8" name="Text 4"/>
          <p:cNvSpPr/>
          <p:nvPr/>
        </p:nvSpPr>
        <p:spPr>
          <a:xfrm>
            <a:off x="8540326" y="2066688"/>
            <a:ext cx="4040624"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 What specific task needs doing?</a:t>
            </a:r>
            <a:endParaRPr lang="en-US" sz="2400" dirty="0"/>
          </a:p>
        </p:txBody>
      </p:sp>
      <p:sp>
        <p:nvSpPr>
          <p:cNvPr id="11" name="Text 5"/>
          <p:cNvSpPr/>
          <p:nvPr/>
        </p:nvSpPr>
        <p:spPr>
          <a:xfrm>
            <a:off x="9274912" y="3266734"/>
            <a:ext cx="2480905" cy="310158"/>
          </a:xfrm>
          <a:prstGeom prst="rect">
            <a:avLst/>
          </a:prstGeom>
          <a:noFill/>
          <a:ln/>
        </p:spPr>
        <p:txBody>
          <a:bodyPr wrap="none" lIns="0" tIns="0" rIns="0" bIns="0" rtlCol="0" anchor="t"/>
          <a:lstStyle/>
          <a:p>
            <a:pPr marL="0" indent="0" algn="l">
              <a:lnSpc>
                <a:spcPts val="2400"/>
              </a:lnSpc>
              <a:buNone/>
            </a:pPr>
            <a:r>
              <a:rPr lang="en-US" sz="3200" dirty="0">
                <a:solidFill>
                  <a:srgbClr val="15213F"/>
                </a:solidFill>
                <a:latin typeface="Roboto Slab" pitchFamily="34" charset="0"/>
                <a:ea typeface="Roboto Slab" pitchFamily="34" charset="-122"/>
                <a:cs typeface="Roboto Slab" pitchFamily="34" charset="-120"/>
              </a:rPr>
              <a:t>When?</a:t>
            </a:r>
            <a:endParaRPr lang="en-US" sz="3200" dirty="0"/>
          </a:p>
        </p:txBody>
      </p:sp>
      <p:sp>
        <p:nvSpPr>
          <p:cNvPr id="12" name="Text 6"/>
          <p:cNvSpPr/>
          <p:nvPr/>
        </p:nvSpPr>
        <p:spPr>
          <a:xfrm>
            <a:off x="9333538" y="3884027"/>
            <a:ext cx="3842147"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What timeframe/deadline/era?</a:t>
            </a:r>
            <a:endParaRPr lang="en-US" sz="2400" dirty="0"/>
          </a:p>
        </p:txBody>
      </p:sp>
      <p:sp>
        <p:nvSpPr>
          <p:cNvPr id="15" name="Text 7"/>
          <p:cNvSpPr/>
          <p:nvPr/>
        </p:nvSpPr>
        <p:spPr>
          <a:xfrm>
            <a:off x="8555655" y="5834717"/>
            <a:ext cx="2480905" cy="310158"/>
          </a:xfrm>
          <a:prstGeom prst="rect">
            <a:avLst/>
          </a:prstGeom>
          <a:noFill/>
          <a:ln/>
        </p:spPr>
        <p:txBody>
          <a:bodyPr wrap="none" lIns="0" tIns="0" rIns="0" bIns="0" rtlCol="0" anchor="t"/>
          <a:lstStyle/>
          <a:p>
            <a:pPr marL="0" indent="0" algn="l">
              <a:lnSpc>
                <a:spcPts val="2400"/>
              </a:lnSpc>
              <a:buNone/>
            </a:pPr>
            <a:r>
              <a:rPr lang="en-US" sz="3200" dirty="0">
                <a:solidFill>
                  <a:srgbClr val="15213F"/>
                </a:solidFill>
                <a:latin typeface="Roboto Slab" pitchFamily="34" charset="0"/>
                <a:ea typeface="Roboto Slab" pitchFamily="34" charset="-122"/>
                <a:cs typeface="Roboto Slab" pitchFamily="34" charset="-120"/>
              </a:rPr>
              <a:t>Where?</a:t>
            </a:r>
            <a:endParaRPr lang="en-US" sz="3200" dirty="0"/>
          </a:p>
        </p:txBody>
      </p:sp>
      <p:sp>
        <p:nvSpPr>
          <p:cNvPr id="16" name="Text 8"/>
          <p:cNvSpPr/>
          <p:nvPr/>
        </p:nvSpPr>
        <p:spPr>
          <a:xfrm>
            <a:off x="7878688" y="6409620"/>
            <a:ext cx="4040624"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What domain/location/context?</a:t>
            </a:r>
            <a:endParaRPr lang="en-US" sz="2400" dirty="0"/>
          </a:p>
        </p:txBody>
      </p:sp>
      <p:sp>
        <p:nvSpPr>
          <p:cNvPr id="19" name="Text 9"/>
          <p:cNvSpPr/>
          <p:nvPr/>
        </p:nvSpPr>
        <p:spPr>
          <a:xfrm>
            <a:off x="2748262" y="5961297"/>
            <a:ext cx="2480905" cy="310158"/>
          </a:xfrm>
          <a:prstGeom prst="rect">
            <a:avLst/>
          </a:prstGeom>
          <a:noFill/>
          <a:ln/>
        </p:spPr>
        <p:txBody>
          <a:bodyPr wrap="none" lIns="0" tIns="0" rIns="0" bIns="0" rtlCol="0" anchor="t"/>
          <a:lstStyle/>
          <a:p>
            <a:pPr marL="0" indent="0" algn="r">
              <a:lnSpc>
                <a:spcPts val="2400"/>
              </a:lnSpc>
              <a:buNone/>
            </a:pPr>
            <a:r>
              <a:rPr lang="en-US" sz="3200" dirty="0">
                <a:solidFill>
                  <a:srgbClr val="15213F"/>
                </a:solidFill>
                <a:latin typeface="Roboto Slab" pitchFamily="34" charset="0"/>
                <a:ea typeface="Roboto Slab" pitchFamily="34" charset="-122"/>
                <a:cs typeface="Roboto Slab" pitchFamily="34" charset="-120"/>
              </a:rPr>
              <a:t>Why?</a:t>
            </a:r>
            <a:endParaRPr lang="en-US" sz="3200" dirty="0"/>
          </a:p>
        </p:txBody>
      </p:sp>
      <p:sp>
        <p:nvSpPr>
          <p:cNvPr id="20" name="Text 10"/>
          <p:cNvSpPr/>
          <p:nvPr/>
        </p:nvSpPr>
        <p:spPr>
          <a:xfrm>
            <a:off x="1573588" y="6397900"/>
            <a:ext cx="4040505" cy="317540"/>
          </a:xfrm>
          <a:prstGeom prst="rect">
            <a:avLst/>
          </a:prstGeom>
          <a:noFill/>
          <a:ln/>
        </p:spPr>
        <p:txBody>
          <a:bodyPr wrap="none" lIns="0" tIns="0" rIns="0" bIns="0" rtlCol="0" anchor="t"/>
          <a:lstStyle/>
          <a:p>
            <a:pPr marL="0" indent="0" algn="r">
              <a:lnSpc>
                <a:spcPts val="2500"/>
              </a:lnSpc>
              <a:buNone/>
            </a:pPr>
            <a:r>
              <a:rPr lang="en-US" sz="2400" dirty="0">
                <a:solidFill>
                  <a:srgbClr val="15213F"/>
                </a:solidFill>
                <a:latin typeface="Roboto" pitchFamily="34" charset="0"/>
                <a:ea typeface="Roboto" pitchFamily="34" charset="-122"/>
                <a:cs typeface="Roboto" pitchFamily="34" charset="-120"/>
              </a:rPr>
              <a:t> What's the purpose/goal?</a:t>
            </a:r>
            <a:endParaRPr lang="en-US" sz="2400" dirty="0"/>
          </a:p>
        </p:txBody>
      </p:sp>
      <p:sp>
        <p:nvSpPr>
          <p:cNvPr id="23" name="Text 11"/>
          <p:cNvSpPr/>
          <p:nvPr/>
        </p:nvSpPr>
        <p:spPr>
          <a:xfrm>
            <a:off x="1692455" y="3939659"/>
            <a:ext cx="2480905" cy="310158"/>
          </a:xfrm>
          <a:prstGeom prst="rect">
            <a:avLst/>
          </a:prstGeom>
          <a:noFill/>
          <a:ln/>
        </p:spPr>
        <p:txBody>
          <a:bodyPr wrap="none" lIns="0" tIns="0" rIns="0" bIns="0" rtlCol="0" anchor="t"/>
          <a:lstStyle/>
          <a:p>
            <a:pPr marL="0" indent="0" algn="r">
              <a:lnSpc>
                <a:spcPts val="2400"/>
              </a:lnSpc>
              <a:buNone/>
            </a:pPr>
            <a:r>
              <a:rPr lang="en-US" sz="3200" dirty="0">
                <a:solidFill>
                  <a:srgbClr val="15213F"/>
                </a:solidFill>
                <a:latin typeface="Roboto Slab" pitchFamily="34" charset="0"/>
                <a:ea typeface="Roboto Slab" pitchFamily="34" charset="-122"/>
                <a:cs typeface="Roboto Slab" pitchFamily="34" charset="-120"/>
              </a:rPr>
              <a:t>How?</a:t>
            </a:r>
            <a:endParaRPr lang="en-US" sz="3200" dirty="0"/>
          </a:p>
        </p:txBody>
      </p:sp>
      <p:sp>
        <p:nvSpPr>
          <p:cNvPr id="24" name="Text 12"/>
          <p:cNvSpPr/>
          <p:nvPr/>
        </p:nvSpPr>
        <p:spPr>
          <a:xfrm>
            <a:off x="331342" y="4368879"/>
            <a:ext cx="3842028" cy="317540"/>
          </a:xfrm>
          <a:prstGeom prst="rect">
            <a:avLst/>
          </a:prstGeom>
          <a:noFill/>
          <a:ln/>
        </p:spPr>
        <p:txBody>
          <a:bodyPr wrap="none" lIns="0" tIns="0" rIns="0" bIns="0" rtlCol="0" anchor="t"/>
          <a:lstStyle/>
          <a:p>
            <a:pPr marL="0" indent="0" algn="r">
              <a:lnSpc>
                <a:spcPts val="2500"/>
              </a:lnSpc>
              <a:buNone/>
            </a:pPr>
            <a:r>
              <a:rPr lang="en-US" sz="2400" dirty="0">
                <a:solidFill>
                  <a:srgbClr val="15213F"/>
                </a:solidFill>
                <a:latin typeface="Roboto" pitchFamily="34" charset="0"/>
                <a:ea typeface="Roboto" pitchFamily="34" charset="-122"/>
                <a:cs typeface="Roboto" pitchFamily="34" charset="-120"/>
              </a:rPr>
              <a:t> How should it be done?</a:t>
            </a:r>
            <a:endParaRPr lang="en-US" sz="2400" dirty="0"/>
          </a:p>
        </p:txBody>
      </p:sp>
      <p:pic>
        <p:nvPicPr>
          <p:cNvPr id="25" name="Image 10" descr="preencoded.png"/>
          <p:cNvPicPr>
            <a:picLocks noChangeAspect="1"/>
          </p:cNvPicPr>
          <p:nvPr/>
        </p:nvPicPr>
        <p:blipFill>
          <a:blip r:embed="rId3"/>
          <a:stretch>
            <a:fillRect/>
          </a:stretch>
        </p:blipFill>
        <p:spPr>
          <a:xfrm>
            <a:off x="4679438" y="1741257"/>
            <a:ext cx="4564975" cy="4564975"/>
          </a:xfrm>
          <a:prstGeom prst="rect">
            <a:avLst/>
          </a:prstGeom>
        </p:spPr>
      </p:pic>
      <p:grpSp>
        <p:nvGrpSpPr>
          <p:cNvPr id="28" name="Group 27">
            <a:extLst>
              <a:ext uri="{FF2B5EF4-FFF2-40B4-BE49-F238E27FC236}">
                <a16:creationId xmlns:a16="http://schemas.microsoft.com/office/drawing/2014/main" id="{274E85AA-DFCA-E11B-A04D-12147416423A}"/>
              </a:ext>
            </a:extLst>
          </p:cNvPr>
          <p:cNvGrpSpPr/>
          <p:nvPr/>
        </p:nvGrpSpPr>
        <p:grpSpPr>
          <a:xfrm>
            <a:off x="4648939" y="1750129"/>
            <a:ext cx="4564975" cy="4564975"/>
            <a:chOff x="5032653" y="2030611"/>
            <a:chExt cx="4564975" cy="4564975"/>
          </a:xfrm>
        </p:grpSpPr>
        <p:pic>
          <p:nvPicPr>
            <p:cNvPr id="5" name="Image 0" descr="preencoded.png"/>
            <p:cNvPicPr>
              <a:picLocks noChangeAspect="1"/>
            </p:cNvPicPr>
            <p:nvPr/>
          </p:nvPicPr>
          <p:blipFill>
            <a:blip r:embed="rId4"/>
            <a:stretch>
              <a:fillRect/>
            </a:stretch>
          </p:blipFill>
          <p:spPr>
            <a:xfrm>
              <a:off x="5032653" y="2030611"/>
              <a:ext cx="4564975" cy="4564975"/>
            </a:xfrm>
            <a:prstGeom prst="rect">
              <a:avLst/>
            </a:prstGeom>
          </p:spPr>
        </p:pic>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7641" y="2780883"/>
              <a:ext cx="296942" cy="296942"/>
            </a:xfrm>
            <a:prstGeom prst="rect">
              <a:avLst/>
            </a:prstGeom>
          </p:spPr>
        </p:pic>
        <p:pic>
          <p:nvPicPr>
            <p:cNvPr id="9" name="Image 2" descr="preencoded.png"/>
            <p:cNvPicPr>
              <a:picLocks noChangeAspect="1"/>
            </p:cNvPicPr>
            <p:nvPr/>
          </p:nvPicPr>
          <p:blipFill>
            <a:blip r:embed="rId7"/>
            <a:stretch>
              <a:fillRect/>
            </a:stretch>
          </p:blipFill>
          <p:spPr>
            <a:xfrm>
              <a:off x="5032653" y="2030611"/>
              <a:ext cx="4564975" cy="4564975"/>
            </a:xfrm>
            <a:prstGeom prst="rect">
              <a:avLst/>
            </a:prstGeom>
          </p:spPr>
        </p:pic>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5460" y="2780883"/>
              <a:ext cx="296942" cy="296942"/>
            </a:xfrm>
            <a:prstGeom prst="rect">
              <a:avLst/>
            </a:prstGeom>
          </p:spPr>
        </p:pic>
        <p:pic>
          <p:nvPicPr>
            <p:cNvPr id="13" name="Image 4" descr="preencoded.png"/>
            <p:cNvPicPr>
              <a:picLocks noChangeAspect="1"/>
            </p:cNvPicPr>
            <p:nvPr/>
          </p:nvPicPr>
          <p:blipFill>
            <a:blip r:embed="rId10"/>
            <a:stretch>
              <a:fillRect/>
            </a:stretch>
          </p:blipFill>
          <p:spPr>
            <a:xfrm>
              <a:off x="5032653" y="2030611"/>
              <a:ext cx="4564975" cy="4564975"/>
            </a:xfrm>
            <a:prstGeom prst="rect">
              <a:avLst/>
            </a:prstGeom>
          </p:spPr>
        </p:pic>
        <p:pic>
          <p:nvPicPr>
            <p:cNvPr id="14" name="Image 5"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64250" y="4164509"/>
              <a:ext cx="296942" cy="296942"/>
            </a:xfrm>
            <a:prstGeom prst="rect">
              <a:avLst/>
            </a:prstGeom>
          </p:spPr>
        </p:pic>
        <p:pic>
          <p:nvPicPr>
            <p:cNvPr id="17" name="Image 6" descr="preencoded.png"/>
            <p:cNvPicPr>
              <a:picLocks noChangeAspect="1"/>
            </p:cNvPicPr>
            <p:nvPr/>
          </p:nvPicPr>
          <p:blipFill>
            <a:blip r:embed="rId13"/>
            <a:stretch>
              <a:fillRect/>
            </a:stretch>
          </p:blipFill>
          <p:spPr>
            <a:xfrm>
              <a:off x="5032653" y="2030611"/>
              <a:ext cx="4564975" cy="4564975"/>
            </a:xfrm>
            <a:prstGeom prst="rect">
              <a:avLst/>
            </a:prstGeom>
          </p:spPr>
        </p:pic>
        <p:pic>
          <p:nvPicPr>
            <p:cNvPr id="18" name="Image 7"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965460" y="5548134"/>
              <a:ext cx="296942" cy="296942"/>
            </a:xfrm>
            <a:prstGeom prst="rect">
              <a:avLst/>
            </a:prstGeom>
          </p:spPr>
        </p:pic>
        <p:pic>
          <p:nvPicPr>
            <p:cNvPr id="21" name="Image 8" descr="preencoded.png"/>
            <p:cNvPicPr>
              <a:picLocks noChangeAspect="1"/>
            </p:cNvPicPr>
            <p:nvPr/>
          </p:nvPicPr>
          <p:blipFill>
            <a:blip r:embed="rId16"/>
            <a:stretch>
              <a:fillRect/>
            </a:stretch>
          </p:blipFill>
          <p:spPr>
            <a:xfrm>
              <a:off x="5032653" y="2030611"/>
              <a:ext cx="4564975" cy="4564975"/>
            </a:xfrm>
            <a:prstGeom prst="rect">
              <a:avLst/>
            </a:prstGeom>
          </p:spPr>
        </p:pic>
        <p:pic>
          <p:nvPicPr>
            <p:cNvPr id="22" name="Image 9"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367641" y="5548134"/>
              <a:ext cx="296942" cy="296942"/>
            </a:xfrm>
            <a:prstGeom prst="rect">
              <a:avLst/>
            </a:prstGeom>
          </p:spPr>
        </p:pic>
        <p:pic>
          <p:nvPicPr>
            <p:cNvPr id="26"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568851" y="4164509"/>
              <a:ext cx="296942" cy="296942"/>
            </a:xfrm>
            <a:prstGeom prst="rect">
              <a:avLst/>
            </a:prstGeom>
          </p:spPr>
        </p:pic>
      </p:grpSp>
      <p:sp>
        <p:nvSpPr>
          <p:cNvPr id="27" name="Text 13"/>
          <p:cNvSpPr/>
          <p:nvPr/>
        </p:nvSpPr>
        <p:spPr>
          <a:xfrm>
            <a:off x="548464" y="7342909"/>
            <a:ext cx="13042821" cy="396954"/>
          </a:xfrm>
          <a:prstGeom prst="rect">
            <a:avLst/>
          </a:prstGeom>
          <a:noFill/>
          <a:ln/>
        </p:spPr>
        <p:txBody>
          <a:bodyPr wrap="none" lIns="0" tIns="0" rIns="0" bIns="0" rtlCol="0" anchor="t"/>
          <a:lstStyle/>
          <a:p>
            <a:pPr marL="0" indent="0" algn="l">
              <a:lnSpc>
                <a:spcPts val="3100"/>
              </a:lnSpc>
              <a:buNone/>
            </a:pPr>
            <a:r>
              <a:rPr lang="en-US" sz="1950" b="1" dirty="0">
                <a:solidFill>
                  <a:srgbClr val="15213F"/>
                </a:solidFill>
                <a:latin typeface="Roboto" pitchFamily="34" charset="0"/>
                <a:ea typeface="Roboto" pitchFamily="34" charset="-122"/>
                <a:cs typeface="Roboto" pitchFamily="34" charset="-120"/>
              </a:rPr>
              <a:t>Use this checklist for every prompt</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59212" y="476584"/>
            <a:ext cx="1366846" cy="373142"/>
          </a:xfrm>
          <a:prstGeom prst="roundRect">
            <a:avLst>
              <a:gd name="adj" fmla="val 6383"/>
            </a:avLst>
          </a:prstGeom>
          <a:solidFill>
            <a:srgbClr val="D7DFF4"/>
          </a:solidFill>
          <a:ln/>
        </p:spPr>
        <p:txBody>
          <a:bodyPr/>
          <a:lstStyle/>
          <a:p>
            <a:endParaRPr lang="en-US" sz="1400"/>
          </a:p>
        </p:txBody>
      </p:sp>
      <p:sp>
        <p:nvSpPr>
          <p:cNvPr id="3" name="Text 1"/>
          <p:cNvSpPr/>
          <p:nvPr/>
        </p:nvSpPr>
        <p:spPr>
          <a:xfrm>
            <a:off x="478274" y="536115"/>
            <a:ext cx="1027748" cy="254079"/>
          </a:xfrm>
          <a:prstGeom prst="rect">
            <a:avLst/>
          </a:prstGeom>
          <a:noFill/>
          <a:ln/>
        </p:spPr>
        <p:txBody>
          <a:bodyPr wrap="none" lIns="0" tIns="0" rIns="0" bIns="0" rtlCol="0" anchor="t"/>
          <a:lstStyle/>
          <a:p>
            <a:pPr marL="0" indent="0" algn="l">
              <a:lnSpc>
                <a:spcPts val="2000"/>
              </a:lnSpc>
              <a:buNone/>
            </a:pPr>
            <a:r>
              <a:rPr lang="en-US" sz="1400" dirty="0">
                <a:solidFill>
                  <a:srgbClr val="15213F"/>
                </a:solidFill>
                <a:latin typeface="Roboto" pitchFamily="34" charset="0"/>
                <a:ea typeface="Roboto" pitchFamily="34" charset="-122"/>
                <a:cs typeface="Roboto" pitchFamily="34" charset="-120"/>
              </a:rPr>
              <a:t>LIVE DEMO #2</a:t>
            </a:r>
            <a:endParaRPr lang="en-US" sz="1400" dirty="0"/>
          </a:p>
        </p:txBody>
      </p:sp>
      <p:sp>
        <p:nvSpPr>
          <p:cNvPr id="4" name="Text 2"/>
          <p:cNvSpPr/>
          <p:nvPr/>
        </p:nvSpPr>
        <p:spPr>
          <a:xfrm>
            <a:off x="359212" y="1125414"/>
            <a:ext cx="6725245" cy="620078"/>
          </a:xfrm>
          <a:prstGeom prst="rect">
            <a:avLst/>
          </a:prstGeom>
          <a:noFill/>
          <a:ln/>
        </p:spPr>
        <p:txBody>
          <a:bodyPr wrap="none" lIns="0" tIns="0" rIns="0" bIns="0" rtlCol="0" anchor="t"/>
          <a:lstStyle/>
          <a:p>
            <a:pPr marL="0" indent="0" algn="l">
              <a:lnSpc>
                <a:spcPts val="4850"/>
              </a:lnSpc>
              <a:buNone/>
            </a:pPr>
            <a:r>
              <a:rPr lang="en-US" sz="4400" dirty="0">
                <a:solidFill>
                  <a:srgbClr val="3257B8"/>
                </a:solidFill>
                <a:latin typeface="Roboto Slab" pitchFamily="34" charset="0"/>
                <a:ea typeface="Roboto Slab" pitchFamily="34" charset="-122"/>
                <a:cs typeface="Roboto Slab" pitchFamily="34" charset="-120"/>
              </a:rPr>
              <a:t>Iterative Context Refinement</a:t>
            </a:r>
            <a:endParaRPr lang="en-US" sz="4400" dirty="0"/>
          </a:p>
        </p:txBody>
      </p:sp>
      <p:pic>
        <p:nvPicPr>
          <p:cNvPr id="5" name="Image 0" descr="preencoded.png"/>
          <p:cNvPicPr>
            <a:picLocks noChangeAspect="1"/>
          </p:cNvPicPr>
          <p:nvPr/>
        </p:nvPicPr>
        <p:blipFill>
          <a:blip r:embed="rId3"/>
          <a:stretch>
            <a:fillRect/>
          </a:stretch>
        </p:blipFill>
        <p:spPr>
          <a:xfrm>
            <a:off x="208164" y="3521035"/>
            <a:ext cx="4215289" cy="1143000"/>
          </a:xfrm>
          <a:prstGeom prst="rect">
            <a:avLst/>
          </a:prstGeom>
        </p:spPr>
      </p:pic>
      <p:sp>
        <p:nvSpPr>
          <p:cNvPr id="6" name="Text 3"/>
          <p:cNvSpPr/>
          <p:nvPr/>
        </p:nvSpPr>
        <p:spPr>
          <a:xfrm>
            <a:off x="334606" y="4314706"/>
            <a:ext cx="2480905" cy="310158"/>
          </a:xfrm>
          <a:prstGeom prst="rect">
            <a:avLst/>
          </a:prstGeom>
          <a:noFill/>
          <a:ln/>
        </p:spPr>
        <p:txBody>
          <a:bodyPr wrap="none" lIns="0" tIns="0" rIns="0" bIns="0" rtlCol="0" anchor="t"/>
          <a:lstStyle/>
          <a:p>
            <a:pPr marL="0" indent="0" algn="l">
              <a:lnSpc>
                <a:spcPts val="2400"/>
              </a:lnSpc>
              <a:buNone/>
            </a:pPr>
            <a:r>
              <a:rPr lang="en-US" sz="3200" dirty="0">
                <a:solidFill>
                  <a:srgbClr val="15213F"/>
                </a:solidFill>
                <a:latin typeface="Roboto Slab" pitchFamily="34" charset="0"/>
                <a:ea typeface="Roboto Slab" pitchFamily="34" charset="-122"/>
                <a:cs typeface="Roboto Slab" pitchFamily="34" charset="-120"/>
              </a:rPr>
              <a:t>Round 1 (Basic):</a:t>
            </a:r>
            <a:endParaRPr lang="en-US" sz="3200" dirty="0"/>
          </a:p>
        </p:txBody>
      </p:sp>
      <p:sp>
        <p:nvSpPr>
          <p:cNvPr id="7" name="Text 4"/>
          <p:cNvSpPr/>
          <p:nvPr/>
        </p:nvSpPr>
        <p:spPr>
          <a:xfrm>
            <a:off x="385975" y="4774748"/>
            <a:ext cx="3818573"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"Summarise this </a:t>
            </a:r>
          </a:p>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synthesis paper"</a:t>
            </a:r>
            <a:endParaRPr lang="en-US" sz="2400" dirty="0"/>
          </a:p>
        </p:txBody>
      </p:sp>
      <p:sp>
        <p:nvSpPr>
          <p:cNvPr id="8" name="Text 5"/>
          <p:cNvSpPr/>
          <p:nvPr/>
        </p:nvSpPr>
        <p:spPr>
          <a:xfrm>
            <a:off x="221550" y="5650781"/>
            <a:ext cx="3818573" cy="317540"/>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Result:</a:t>
            </a:r>
            <a:r>
              <a:rPr lang="en-US" sz="2400" dirty="0">
                <a:solidFill>
                  <a:srgbClr val="15213F"/>
                </a:solidFill>
                <a:latin typeface="Roboto" pitchFamily="34" charset="0"/>
                <a:ea typeface="Roboto" pitchFamily="34" charset="-122"/>
                <a:cs typeface="Roboto" pitchFamily="34" charset="-120"/>
              </a:rPr>
              <a:t> Generic summary</a:t>
            </a:r>
            <a:endParaRPr lang="en-US" sz="2400" dirty="0"/>
          </a:p>
        </p:txBody>
      </p:sp>
      <p:pic>
        <p:nvPicPr>
          <p:cNvPr id="9" name="Image 1" descr="preencoded.png"/>
          <p:cNvPicPr>
            <a:picLocks noChangeAspect="1"/>
          </p:cNvPicPr>
          <p:nvPr/>
        </p:nvPicPr>
        <p:blipFill>
          <a:blip r:embed="rId4"/>
          <a:stretch>
            <a:fillRect/>
          </a:stretch>
        </p:blipFill>
        <p:spPr>
          <a:xfrm>
            <a:off x="4621811" y="3082529"/>
            <a:ext cx="4215408" cy="1143000"/>
          </a:xfrm>
          <a:prstGeom prst="rect">
            <a:avLst/>
          </a:prstGeom>
        </p:spPr>
      </p:pic>
      <p:sp>
        <p:nvSpPr>
          <p:cNvPr id="10" name="Text 6"/>
          <p:cNvSpPr/>
          <p:nvPr/>
        </p:nvSpPr>
        <p:spPr>
          <a:xfrm>
            <a:off x="4748253" y="4017050"/>
            <a:ext cx="2480905" cy="310158"/>
          </a:xfrm>
          <a:prstGeom prst="rect">
            <a:avLst/>
          </a:prstGeom>
          <a:noFill/>
          <a:ln/>
        </p:spPr>
        <p:txBody>
          <a:bodyPr wrap="none" lIns="0" tIns="0" rIns="0" bIns="0" rtlCol="0" anchor="t"/>
          <a:lstStyle/>
          <a:p>
            <a:pPr marL="0" indent="0" algn="l">
              <a:lnSpc>
                <a:spcPts val="2400"/>
              </a:lnSpc>
              <a:buNone/>
            </a:pPr>
            <a:r>
              <a:rPr lang="en-US" sz="3200" dirty="0">
                <a:solidFill>
                  <a:srgbClr val="15213F"/>
                </a:solidFill>
                <a:latin typeface="Roboto Slab" pitchFamily="34" charset="0"/>
                <a:ea typeface="Roboto Slab" pitchFamily="34" charset="-122"/>
                <a:cs typeface="Roboto Slab" pitchFamily="34" charset="-120"/>
              </a:rPr>
              <a:t>Round 2 (Add Focus):</a:t>
            </a:r>
            <a:endParaRPr lang="en-US" sz="3200" dirty="0"/>
          </a:p>
        </p:txBody>
      </p:sp>
      <p:sp>
        <p:nvSpPr>
          <p:cNvPr id="11" name="Text 7"/>
          <p:cNvSpPr/>
          <p:nvPr/>
        </p:nvSpPr>
        <p:spPr>
          <a:xfrm>
            <a:off x="4799622" y="4477092"/>
            <a:ext cx="3818692" cy="1221536"/>
          </a:xfrm>
          <a:prstGeom prst="rect">
            <a:avLst/>
          </a:prstGeom>
          <a:noFill/>
          <a:ln/>
        </p:spPr>
        <p:txBody>
          <a:bodyPr wrap="square" lIns="0" tIns="0" rIns="0" bIns="0" rtlCol="0" anchor="t"/>
          <a:lstStyle/>
          <a:p>
            <a:pPr marL="0" indent="0" algn="l">
              <a:buNone/>
            </a:pPr>
            <a:r>
              <a:rPr lang="en-US" sz="2400" dirty="0">
                <a:solidFill>
                  <a:srgbClr val="15213F"/>
                </a:solidFill>
                <a:latin typeface="Roboto" pitchFamily="34" charset="0"/>
                <a:ea typeface="Roboto" pitchFamily="34" charset="-122"/>
                <a:cs typeface="Roboto" pitchFamily="34" charset="-120"/>
              </a:rPr>
              <a:t>"Focus on electrospinning parameters and fibre diameter effects"</a:t>
            </a:r>
            <a:endParaRPr lang="en-US" sz="2400" dirty="0"/>
          </a:p>
        </p:txBody>
      </p:sp>
      <p:sp>
        <p:nvSpPr>
          <p:cNvPr id="12" name="Text 8"/>
          <p:cNvSpPr/>
          <p:nvPr/>
        </p:nvSpPr>
        <p:spPr>
          <a:xfrm>
            <a:off x="4532492" y="6213017"/>
            <a:ext cx="3818692" cy="317540"/>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 Result:</a:t>
            </a:r>
            <a:r>
              <a:rPr lang="en-US" sz="2400" dirty="0">
                <a:solidFill>
                  <a:srgbClr val="15213F"/>
                </a:solidFill>
                <a:latin typeface="Roboto" pitchFamily="34" charset="0"/>
                <a:ea typeface="Roboto" pitchFamily="34" charset="-122"/>
                <a:cs typeface="Roboto" pitchFamily="34" charset="-120"/>
              </a:rPr>
              <a:t> Better, but missing data</a:t>
            </a:r>
            <a:endParaRPr lang="en-US" sz="2400" dirty="0"/>
          </a:p>
        </p:txBody>
      </p:sp>
      <p:pic>
        <p:nvPicPr>
          <p:cNvPr id="13" name="Image 2" descr="preencoded.png"/>
          <p:cNvPicPr>
            <a:picLocks noChangeAspect="1"/>
          </p:cNvPicPr>
          <p:nvPr/>
        </p:nvPicPr>
        <p:blipFill>
          <a:blip r:embed="rId5"/>
          <a:stretch>
            <a:fillRect/>
          </a:stretch>
        </p:blipFill>
        <p:spPr>
          <a:xfrm>
            <a:off x="9035696" y="2668510"/>
            <a:ext cx="4215289" cy="1143000"/>
          </a:xfrm>
          <a:prstGeom prst="rect">
            <a:avLst/>
          </a:prstGeom>
        </p:spPr>
      </p:pic>
      <p:sp>
        <p:nvSpPr>
          <p:cNvPr id="14" name="Text 9"/>
          <p:cNvSpPr/>
          <p:nvPr/>
        </p:nvSpPr>
        <p:spPr>
          <a:xfrm>
            <a:off x="9162019" y="3719393"/>
            <a:ext cx="3014305" cy="310158"/>
          </a:xfrm>
          <a:prstGeom prst="rect">
            <a:avLst/>
          </a:prstGeom>
          <a:noFill/>
          <a:ln/>
        </p:spPr>
        <p:txBody>
          <a:bodyPr wrap="none" lIns="0" tIns="0" rIns="0" bIns="0" rtlCol="0" anchor="t"/>
          <a:lstStyle/>
          <a:p>
            <a:pPr marL="0" indent="0" algn="l">
              <a:lnSpc>
                <a:spcPts val="2400"/>
              </a:lnSpc>
              <a:buNone/>
            </a:pPr>
            <a:r>
              <a:rPr lang="en-US" sz="3200" dirty="0">
                <a:solidFill>
                  <a:srgbClr val="15213F"/>
                </a:solidFill>
                <a:latin typeface="Roboto Slab" pitchFamily="34" charset="0"/>
                <a:ea typeface="Roboto Slab" pitchFamily="34" charset="-122"/>
                <a:cs typeface="Roboto Slab" pitchFamily="34" charset="-120"/>
              </a:rPr>
              <a:t>Round 3 (Add Specificity):</a:t>
            </a:r>
            <a:endParaRPr lang="en-US" sz="3200" dirty="0"/>
          </a:p>
        </p:txBody>
      </p:sp>
      <p:sp>
        <p:nvSpPr>
          <p:cNvPr id="15" name="Text 10"/>
          <p:cNvSpPr/>
          <p:nvPr/>
        </p:nvSpPr>
        <p:spPr>
          <a:xfrm>
            <a:off x="9213388" y="4179436"/>
            <a:ext cx="4923852" cy="2200816"/>
          </a:xfrm>
          <a:prstGeom prst="rect">
            <a:avLst/>
          </a:prstGeom>
          <a:noFill/>
          <a:ln/>
        </p:spPr>
        <p:txBody>
          <a:bodyPr wrap="square" lIns="0" tIns="0" rIns="0" bIns="0" rtlCol="0" anchor="t"/>
          <a:lstStyle/>
          <a:p>
            <a:pPr marL="0" indent="0" algn="l">
              <a:buNone/>
            </a:pPr>
            <a:r>
              <a:rPr lang="en-US" sz="2400" dirty="0">
                <a:solidFill>
                  <a:srgbClr val="15213F"/>
                </a:solidFill>
                <a:latin typeface="Roboto" pitchFamily="34" charset="0"/>
                <a:ea typeface="Roboto" pitchFamily="34" charset="-122"/>
                <a:cs typeface="Roboto" pitchFamily="34" charset="-120"/>
              </a:rPr>
              <a:t>"For each parameter (voltage, distance, concentration), provide tested range, effect on diameter (quantitative), p-values. Table format."</a:t>
            </a:r>
            <a:endParaRPr lang="en-US" sz="2400" dirty="0"/>
          </a:p>
        </p:txBody>
      </p:sp>
      <p:sp>
        <p:nvSpPr>
          <p:cNvPr id="16" name="Text 11"/>
          <p:cNvSpPr/>
          <p:nvPr/>
        </p:nvSpPr>
        <p:spPr>
          <a:xfrm>
            <a:off x="9326404" y="6521670"/>
            <a:ext cx="3818573" cy="317540"/>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 Result:</a:t>
            </a:r>
            <a:r>
              <a:rPr lang="en-US" sz="2400" dirty="0">
                <a:solidFill>
                  <a:srgbClr val="15213F"/>
                </a:solidFill>
                <a:latin typeface="Roboto" pitchFamily="34" charset="0"/>
                <a:ea typeface="Roboto" pitchFamily="34" charset="-122"/>
                <a:cs typeface="Roboto" pitchFamily="34" charset="-120"/>
              </a:rPr>
              <a:t> Perfect first try</a:t>
            </a:r>
            <a:endParaRPr lang="en-US" sz="2400" dirty="0"/>
          </a:p>
        </p:txBody>
      </p:sp>
      <p:sp>
        <p:nvSpPr>
          <p:cNvPr id="17" name="Text 12"/>
          <p:cNvSpPr/>
          <p:nvPr/>
        </p:nvSpPr>
        <p:spPr>
          <a:xfrm>
            <a:off x="707747" y="7136867"/>
            <a:ext cx="13042821" cy="396954"/>
          </a:xfrm>
          <a:prstGeom prst="rect">
            <a:avLst/>
          </a:prstGeom>
          <a:noFill/>
          <a:ln/>
        </p:spPr>
        <p:txBody>
          <a:bodyPr wrap="none" lIns="0" tIns="0" rIns="0" bIns="0" rtlCol="0" anchor="t"/>
          <a:lstStyle/>
          <a:p>
            <a:pPr marL="0" indent="0" algn="l">
              <a:lnSpc>
                <a:spcPts val="3100"/>
              </a:lnSpc>
              <a:buNone/>
            </a:pPr>
            <a:r>
              <a:rPr lang="en-US" sz="1950" b="1" dirty="0">
                <a:solidFill>
                  <a:srgbClr val="15213F"/>
                </a:solidFill>
                <a:latin typeface="Roboto" pitchFamily="34" charset="0"/>
                <a:ea typeface="Roboto" pitchFamily="34" charset="-122"/>
                <a:cs typeface="Roboto" pitchFamily="34" charset="-120"/>
              </a:rPr>
              <a:t>Watch the refinement process</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27E8BAA-0665-7186-E0D3-978F85309E8D}"/>
              </a:ext>
            </a:extLst>
          </p:cNvPr>
          <p:cNvSpPr/>
          <p:nvPr/>
        </p:nvSpPr>
        <p:spPr>
          <a:xfrm>
            <a:off x="556085" y="4583151"/>
            <a:ext cx="4452994" cy="194031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12961F9-91E4-4E66-5D95-F5FA3EEB1F31}"/>
              </a:ext>
            </a:extLst>
          </p:cNvPr>
          <p:cNvSpPr/>
          <p:nvPr/>
        </p:nvSpPr>
        <p:spPr>
          <a:xfrm>
            <a:off x="5128198" y="4583151"/>
            <a:ext cx="4452994" cy="194031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2E172F4-88AE-3594-67C5-F20E73D474A7}"/>
              </a:ext>
            </a:extLst>
          </p:cNvPr>
          <p:cNvSpPr/>
          <p:nvPr/>
        </p:nvSpPr>
        <p:spPr>
          <a:xfrm>
            <a:off x="9740838" y="4583151"/>
            <a:ext cx="4666538" cy="194031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DEBA03A9-BEAC-5B83-237A-6A16312E704D}"/>
              </a:ext>
            </a:extLst>
          </p:cNvPr>
          <p:cNvGrpSpPr/>
          <p:nvPr/>
        </p:nvGrpSpPr>
        <p:grpSpPr>
          <a:xfrm>
            <a:off x="456906" y="337304"/>
            <a:ext cx="1359694" cy="388382"/>
            <a:chOff x="793790" y="1009412"/>
            <a:chExt cx="1359694" cy="388382"/>
          </a:xfrm>
        </p:grpSpPr>
        <p:sp>
          <p:nvSpPr>
            <p:cNvPr id="2" name="Shape 0"/>
            <p:cNvSpPr/>
            <p:nvPr/>
          </p:nvSpPr>
          <p:spPr>
            <a:xfrm>
              <a:off x="793790" y="1009412"/>
              <a:ext cx="1359694" cy="388382"/>
            </a:xfrm>
            <a:prstGeom prst="roundRect">
              <a:avLst>
                <a:gd name="adj" fmla="val 6132"/>
              </a:avLst>
            </a:prstGeom>
            <a:noFill/>
            <a:ln w="7620">
              <a:solidFill>
                <a:srgbClr val="3257B8"/>
              </a:solidFill>
              <a:prstDash val="solid"/>
            </a:ln>
          </p:spPr>
          <p:txBody>
            <a:bodyPr/>
            <a:lstStyle/>
            <a:p>
              <a:endParaRPr lang="en-US"/>
            </a:p>
          </p:txBody>
        </p:sp>
        <p:sp>
          <p:nvSpPr>
            <p:cNvPr id="3" name="Text 1"/>
            <p:cNvSpPr/>
            <p:nvPr/>
          </p:nvSpPr>
          <p:spPr>
            <a:xfrm>
              <a:off x="892969" y="1076563"/>
              <a:ext cx="1106329" cy="254079"/>
            </a:xfrm>
            <a:prstGeom prst="rect">
              <a:avLst/>
            </a:prstGeom>
            <a:noFill/>
            <a:ln/>
          </p:spPr>
          <p:txBody>
            <a:bodyPr wrap="none" lIns="0" tIns="0" rIns="0" bIns="0" rtlCol="0" anchor="t"/>
            <a:lstStyle/>
            <a:p>
              <a:pPr marL="0" indent="0" algn="l">
                <a:lnSpc>
                  <a:spcPts val="2000"/>
                </a:lnSpc>
                <a:buNone/>
              </a:pPr>
              <a:r>
                <a:rPr lang="en-US" sz="1250" dirty="0">
                  <a:solidFill>
                    <a:srgbClr val="3257B8"/>
                  </a:solidFill>
                  <a:latin typeface="Roboto" pitchFamily="34" charset="0"/>
                  <a:ea typeface="Roboto" pitchFamily="34" charset="-122"/>
                  <a:cs typeface="Roboto" pitchFamily="34" charset="-120"/>
                </a:rPr>
                <a:t>PAIR PRACTICE</a:t>
              </a:r>
              <a:endParaRPr lang="en-US" sz="1250" dirty="0"/>
            </a:p>
          </p:txBody>
        </p:sp>
      </p:grpSp>
      <p:sp>
        <p:nvSpPr>
          <p:cNvPr id="4" name="Text 2"/>
          <p:cNvSpPr/>
          <p:nvPr/>
        </p:nvSpPr>
        <p:spPr>
          <a:xfrm>
            <a:off x="456906" y="1105852"/>
            <a:ext cx="6754535" cy="620078"/>
          </a:xfrm>
          <a:prstGeom prst="rect">
            <a:avLst/>
          </a:prstGeom>
          <a:noFill/>
          <a:ln/>
        </p:spPr>
        <p:txBody>
          <a:bodyPr wrap="none" lIns="0" tIns="0" rIns="0" bIns="0" rtlCol="0" anchor="t"/>
          <a:lstStyle/>
          <a:p>
            <a:pPr marL="0" indent="0" algn="l">
              <a:lnSpc>
                <a:spcPts val="4850"/>
              </a:lnSpc>
              <a:buNone/>
            </a:pPr>
            <a:r>
              <a:rPr lang="en-US" sz="4400" dirty="0">
                <a:solidFill>
                  <a:srgbClr val="3257B8"/>
                </a:solidFill>
                <a:latin typeface="Roboto Slab" pitchFamily="34" charset="0"/>
                <a:ea typeface="Roboto Slab" pitchFamily="34" charset="-122"/>
                <a:cs typeface="Roboto Slab" pitchFamily="34" charset="-120"/>
              </a:rPr>
              <a:t>Context Refinement Exercise</a:t>
            </a:r>
            <a:endParaRPr lang="en-US" sz="4400" dirty="0"/>
          </a:p>
        </p:txBody>
      </p:sp>
      <p:sp>
        <p:nvSpPr>
          <p:cNvPr id="5" name="Text 3"/>
          <p:cNvSpPr/>
          <p:nvPr/>
        </p:nvSpPr>
        <p:spPr>
          <a:xfrm>
            <a:off x="793790" y="2225418"/>
            <a:ext cx="2897624" cy="1860590"/>
          </a:xfrm>
          <a:prstGeom prst="rect">
            <a:avLst/>
          </a:prstGeom>
          <a:noFill/>
          <a:ln/>
        </p:spPr>
        <p:txBody>
          <a:bodyPr wrap="none" lIns="0" tIns="0" rIns="0" bIns="0" rtlCol="0" anchor="t"/>
          <a:lstStyle/>
          <a:p>
            <a:pPr marL="0" indent="0" algn="l">
              <a:lnSpc>
                <a:spcPts val="14650"/>
              </a:lnSpc>
              <a:buNone/>
            </a:pPr>
            <a:r>
              <a:rPr lang="en-US" sz="11700" dirty="0">
                <a:solidFill>
                  <a:srgbClr val="3257B8"/>
                </a:solidFill>
                <a:latin typeface="Roboto Slab" pitchFamily="34" charset="0"/>
                <a:ea typeface="Roboto Slab" pitchFamily="34" charset="-122"/>
                <a:cs typeface="Roboto Slab" pitchFamily="34" charset="-120"/>
              </a:rPr>
              <a:t>10</a:t>
            </a:r>
            <a:endParaRPr lang="en-US" sz="11700" dirty="0"/>
          </a:p>
        </p:txBody>
      </p:sp>
      <p:sp>
        <p:nvSpPr>
          <p:cNvPr id="6" name="Text 4"/>
          <p:cNvSpPr/>
          <p:nvPr/>
        </p:nvSpPr>
        <p:spPr>
          <a:xfrm>
            <a:off x="793790" y="3952542"/>
            <a:ext cx="2897624"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minutes</a:t>
            </a:r>
            <a:endParaRPr lang="en-US" sz="2800" dirty="0"/>
          </a:p>
        </p:txBody>
      </p:sp>
      <p:sp>
        <p:nvSpPr>
          <p:cNvPr id="7" name="Text 5"/>
          <p:cNvSpPr/>
          <p:nvPr/>
        </p:nvSpPr>
        <p:spPr>
          <a:xfrm>
            <a:off x="4060925" y="2221111"/>
            <a:ext cx="3254216" cy="372070"/>
          </a:xfrm>
          <a:prstGeom prst="rect">
            <a:avLst/>
          </a:prstGeom>
          <a:noFill/>
          <a:ln/>
        </p:spPr>
        <p:txBody>
          <a:bodyPr wrap="none" lIns="0" tIns="0" rIns="0" bIns="0" rtlCol="0" anchor="t"/>
          <a:lstStyle/>
          <a:p>
            <a:pPr marL="0" indent="0" algn="l">
              <a:lnSpc>
                <a:spcPts val="2900"/>
              </a:lnSpc>
              <a:buNone/>
            </a:pPr>
            <a:r>
              <a:rPr lang="en-US" sz="3600" dirty="0">
                <a:solidFill>
                  <a:srgbClr val="3257B8"/>
                </a:solidFill>
                <a:latin typeface="Roboto Slab" pitchFamily="34" charset="0"/>
                <a:ea typeface="Roboto Slab" pitchFamily="34" charset="-122"/>
                <a:cs typeface="Roboto Slab" pitchFamily="34" charset="-120"/>
              </a:rPr>
              <a:t>Partners: Work in pairs</a:t>
            </a:r>
            <a:endParaRPr lang="en-US" sz="3600" dirty="0"/>
          </a:p>
        </p:txBody>
      </p:sp>
      <p:sp>
        <p:nvSpPr>
          <p:cNvPr id="8" name="Text 6"/>
          <p:cNvSpPr/>
          <p:nvPr/>
        </p:nvSpPr>
        <p:spPr>
          <a:xfrm>
            <a:off x="4175404" y="2987326"/>
            <a:ext cx="4215289" cy="396954"/>
          </a:xfrm>
          <a:prstGeom prst="rect">
            <a:avLst/>
          </a:prstGeom>
          <a:noFill/>
          <a:ln/>
        </p:spPr>
        <p:txBody>
          <a:bodyPr wrap="none" lIns="0" tIns="0" rIns="0" bIns="0" rtlCol="0" anchor="t"/>
          <a:lstStyle/>
          <a:p>
            <a:pPr marL="0" indent="0" algn="l">
              <a:lnSpc>
                <a:spcPts val="3100"/>
              </a:lnSpc>
              <a:buNone/>
            </a:pPr>
            <a:r>
              <a:rPr lang="en-US" sz="2800" dirty="0">
                <a:solidFill>
                  <a:srgbClr val="15213F"/>
                </a:solidFill>
                <a:latin typeface="Roboto" pitchFamily="34" charset="0"/>
                <a:ea typeface="Roboto" pitchFamily="34" charset="-122"/>
                <a:cs typeface="Roboto" pitchFamily="34" charset="-120"/>
              </a:rPr>
              <a:t>You'll receive: 1 vague prompt</a:t>
            </a:r>
            <a:endParaRPr lang="en-US" sz="2800" dirty="0"/>
          </a:p>
        </p:txBody>
      </p:sp>
      <p:sp>
        <p:nvSpPr>
          <p:cNvPr id="9" name="Text 7"/>
          <p:cNvSpPr/>
          <p:nvPr/>
        </p:nvSpPr>
        <p:spPr>
          <a:xfrm>
            <a:off x="793790" y="4745864"/>
            <a:ext cx="198358" cy="248007"/>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Slab Light" pitchFamily="34" charset="0"/>
                <a:ea typeface="Roboto Slab Light" pitchFamily="34" charset="-122"/>
                <a:cs typeface="Roboto Slab Light" pitchFamily="34" charset="-120"/>
              </a:rPr>
              <a:t>01</a:t>
            </a:r>
            <a:endParaRPr lang="en-US" sz="2800" dirty="0"/>
          </a:p>
        </p:txBody>
      </p:sp>
      <p:pic>
        <p:nvPicPr>
          <p:cNvPr id="10" name="Image 0" descr="preencoded.png"/>
          <p:cNvPicPr>
            <a:picLocks noChangeAspect="1"/>
          </p:cNvPicPr>
          <p:nvPr/>
        </p:nvPicPr>
        <p:blipFill>
          <a:blip r:embed="rId3"/>
          <a:stretch>
            <a:fillRect/>
          </a:stretch>
        </p:blipFill>
        <p:spPr>
          <a:xfrm>
            <a:off x="793790" y="5060189"/>
            <a:ext cx="4215289" cy="22860"/>
          </a:xfrm>
          <a:prstGeom prst="rect">
            <a:avLst/>
          </a:prstGeom>
        </p:spPr>
      </p:pic>
      <p:sp>
        <p:nvSpPr>
          <p:cNvPr id="11" name="Text 8"/>
          <p:cNvSpPr/>
          <p:nvPr/>
        </p:nvSpPr>
        <p:spPr>
          <a:xfrm>
            <a:off x="793790" y="5205088"/>
            <a:ext cx="4215289" cy="620316"/>
          </a:xfrm>
          <a:prstGeom prst="rect">
            <a:avLst/>
          </a:prstGeom>
          <a:noFill/>
          <a:ln/>
        </p:spPr>
        <p:txBody>
          <a:bodyPr wrap="square" lIns="0" tIns="0" rIns="0" bIns="0" rtlCol="0" anchor="t"/>
          <a:lstStyle/>
          <a:p>
            <a:pPr marL="0" indent="0" algn="l">
              <a:buNone/>
            </a:pPr>
            <a:r>
              <a:rPr lang="en-US" sz="2800" dirty="0">
                <a:solidFill>
                  <a:srgbClr val="15213F"/>
                </a:solidFill>
                <a:latin typeface="Roboto Slab" pitchFamily="34" charset="0"/>
                <a:ea typeface="Roboto Slab" pitchFamily="34" charset="-122"/>
                <a:cs typeface="Roboto Slab" pitchFamily="34" charset="-120"/>
              </a:rPr>
              <a:t>Identify what context is missing (2 min)</a:t>
            </a:r>
            <a:endParaRPr lang="en-US" sz="2800" dirty="0"/>
          </a:p>
        </p:txBody>
      </p:sp>
      <p:sp>
        <p:nvSpPr>
          <p:cNvPr id="12" name="Text 9"/>
          <p:cNvSpPr/>
          <p:nvPr/>
        </p:nvSpPr>
        <p:spPr>
          <a:xfrm>
            <a:off x="5207437" y="4745864"/>
            <a:ext cx="198358" cy="248007"/>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Slab Light" pitchFamily="34" charset="0"/>
                <a:ea typeface="Roboto Slab Light" pitchFamily="34" charset="-122"/>
                <a:cs typeface="Roboto Slab Light" pitchFamily="34" charset="-120"/>
              </a:rPr>
              <a:t>02</a:t>
            </a:r>
            <a:endParaRPr lang="en-US" sz="2800" dirty="0"/>
          </a:p>
        </p:txBody>
      </p:sp>
      <p:pic>
        <p:nvPicPr>
          <p:cNvPr id="13" name="Image 1" descr="preencoded.png"/>
          <p:cNvPicPr>
            <a:picLocks noChangeAspect="1"/>
          </p:cNvPicPr>
          <p:nvPr/>
        </p:nvPicPr>
        <p:blipFill>
          <a:blip r:embed="rId3"/>
          <a:stretch>
            <a:fillRect/>
          </a:stretch>
        </p:blipFill>
        <p:spPr>
          <a:xfrm>
            <a:off x="5207437" y="5080072"/>
            <a:ext cx="4215408" cy="22860"/>
          </a:xfrm>
          <a:prstGeom prst="rect">
            <a:avLst/>
          </a:prstGeom>
        </p:spPr>
      </p:pic>
      <p:sp>
        <p:nvSpPr>
          <p:cNvPr id="14" name="Text 10"/>
          <p:cNvSpPr/>
          <p:nvPr/>
        </p:nvSpPr>
        <p:spPr>
          <a:xfrm>
            <a:off x="5207437" y="5205088"/>
            <a:ext cx="3811310" cy="310158"/>
          </a:xfrm>
          <a:prstGeom prst="rect">
            <a:avLst/>
          </a:prstGeom>
          <a:noFill/>
          <a:ln/>
        </p:spPr>
        <p:txBody>
          <a:bodyPr wrap="none" lIns="0" tIns="0" rIns="0" bIns="0" rtlCol="0" anchor="t"/>
          <a:lstStyle/>
          <a:p>
            <a:pPr marL="0" indent="0" algn="l">
              <a:buNone/>
            </a:pPr>
            <a:r>
              <a:rPr lang="en-US" sz="2800" dirty="0">
                <a:solidFill>
                  <a:srgbClr val="15213F"/>
                </a:solidFill>
                <a:latin typeface="Roboto Slab" pitchFamily="34" charset="0"/>
                <a:ea typeface="Roboto Slab" pitchFamily="34" charset="-122"/>
                <a:cs typeface="Roboto Slab" pitchFamily="34" charset="-120"/>
              </a:rPr>
              <a:t>Rewrite with full context</a:t>
            </a:r>
          </a:p>
          <a:p>
            <a:pPr marL="0" indent="0" algn="l">
              <a:buNone/>
            </a:pPr>
            <a:r>
              <a:rPr lang="en-US" sz="2800" dirty="0">
                <a:solidFill>
                  <a:srgbClr val="15213F"/>
                </a:solidFill>
                <a:latin typeface="Roboto Slab" pitchFamily="34" charset="0"/>
                <a:ea typeface="Roboto Slab" pitchFamily="34" charset="-122"/>
                <a:cs typeface="Roboto Slab" pitchFamily="34" charset="-120"/>
              </a:rPr>
              <a:t> (5 min)</a:t>
            </a:r>
            <a:endParaRPr lang="en-US" sz="2800" dirty="0"/>
          </a:p>
        </p:txBody>
      </p:sp>
      <p:sp>
        <p:nvSpPr>
          <p:cNvPr id="15" name="Text 11"/>
          <p:cNvSpPr/>
          <p:nvPr/>
        </p:nvSpPr>
        <p:spPr>
          <a:xfrm>
            <a:off x="9858838" y="4729909"/>
            <a:ext cx="198358" cy="248007"/>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Slab Light" pitchFamily="34" charset="0"/>
                <a:ea typeface="Roboto Slab Light" pitchFamily="34" charset="-122"/>
                <a:cs typeface="Roboto Slab Light" pitchFamily="34" charset="-120"/>
              </a:rPr>
              <a:t>03</a:t>
            </a:r>
            <a:endParaRPr lang="en-US" sz="2800" dirty="0"/>
          </a:p>
        </p:txBody>
      </p:sp>
      <p:pic>
        <p:nvPicPr>
          <p:cNvPr id="16" name="Image 2" descr="preencoded.png"/>
          <p:cNvPicPr>
            <a:picLocks noChangeAspect="1"/>
          </p:cNvPicPr>
          <p:nvPr/>
        </p:nvPicPr>
        <p:blipFill>
          <a:blip r:embed="rId3"/>
          <a:stretch>
            <a:fillRect/>
          </a:stretch>
        </p:blipFill>
        <p:spPr>
          <a:xfrm>
            <a:off x="9621203" y="5080072"/>
            <a:ext cx="4215289" cy="22860"/>
          </a:xfrm>
          <a:prstGeom prst="rect">
            <a:avLst/>
          </a:prstGeom>
        </p:spPr>
      </p:pic>
      <p:sp>
        <p:nvSpPr>
          <p:cNvPr id="17" name="Text 12"/>
          <p:cNvSpPr/>
          <p:nvPr/>
        </p:nvSpPr>
        <p:spPr>
          <a:xfrm>
            <a:off x="9829205" y="5205088"/>
            <a:ext cx="4007287" cy="310158"/>
          </a:xfrm>
          <a:prstGeom prst="rect">
            <a:avLst/>
          </a:prstGeom>
          <a:noFill/>
          <a:ln/>
        </p:spPr>
        <p:txBody>
          <a:bodyPr wrap="none" lIns="0" tIns="0" rIns="0" bIns="0" rtlCol="0" anchor="t"/>
          <a:lstStyle/>
          <a:p>
            <a:pPr marL="0" indent="0" algn="l">
              <a:buNone/>
            </a:pPr>
            <a:r>
              <a:rPr lang="en-US" sz="2800" dirty="0">
                <a:solidFill>
                  <a:srgbClr val="15213F"/>
                </a:solidFill>
                <a:latin typeface="Roboto Slab" pitchFamily="34" charset="0"/>
                <a:ea typeface="Roboto Slab" pitchFamily="34" charset="-122"/>
                <a:cs typeface="Roboto Slab" pitchFamily="34" charset="-120"/>
              </a:rPr>
              <a:t>Test in sandbox and refine </a:t>
            </a:r>
          </a:p>
          <a:p>
            <a:pPr marL="0" indent="0" algn="l">
              <a:buNone/>
            </a:pPr>
            <a:r>
              <a:rPr lang="en-US" sz="2800" dirty="0">
                <a:solidFill>
                  <a:srgbClr val="15213F"/>
                </a:solidFill>
                <a:latin typeface="Roboto Slab" pitchFamily="34" charset="0"/>
                <a:ea typeface="Roboto Slab" pitchFamily="34" charset="-122"/>
                <a:cs typeface="Roboto Slab" pitchFamily="34" charset="-120"/>
              </a:rPr>
              <a:t>(3 min)</a:t>
            </a:r>
            <a:endParaRPr lang="en-US" sz="2800" dirty="0"/>
          </a:p>
        </p:txBody>
      </p:sp>
      <p:sp>
        <p:nvSpPr>
          <p:cNvPr id="18" name="Text 13"/>
          <p:cNvSpPr/>
          <p:nvPr/>
        </p:nvSpPr>
        <p:spPr>
          <a:xfrm>
            <a:off x="793790" y="6823115"/>
            <a:ext cx="13042821" cy="396954"/>
          </a:xfrm>
          <a:prstGeom prst="rect">
            <a:avLst/>
          </a:prstGeom>
          <a:noFill/>
          <a:ln/>
        </p:spPr>
        <p:txBody>
          <a:bodyPr wrap="none" lIns="0" tIns="0" rIns="0" bIns="0" rtlCol="0" anchor="t"/>
          <a:lstStyle/>
          <a:p>
            <a:pPr marL="0" indent="0" algn="l">
              <a:lnSpc>
                <a:spcPts val="3100"/>
              </a:lnSpc>
              <a:buNone/>
            </a:pPr>
            <a:r>
              <a:rPr lang="en-US" sz="2400" b="1" dirty="0">
                <a:solidFill>
                  <a:srgbClr val="15213F"/>
                </a:solidFill>
                <a:latin typeface="Roboto" pitchFamily="34" charset="0"/>
                <a:ea typeface="Roboto" pitchFamily="34" charset="-122"/>
                <a:cs typeface="Roboto" pitchFamily="34" charset="-120"/>
              </a:rPr>
              <a:t>Goal:</a:t>
            </a:r>
            <a:r>
              <a:rPr lang="en-US" sz="2400" dirty="0">
                <a:solidFill>
                  <a:srgbClr val="15213F"/>
                </a:solidFill>
                <a:latin typeface="Roboto" pitchFamily="34" charset="0"/>
                <a:ea typeface="Roboto" pitchFamily="34" charset="-122"/>
                <a:cs typeface="Roboto" pitchFamily="34" charset="-120"/>
              </a:rPr>
              <a:t> Transform vague → precise in 3 iterations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151673-64E9-BAC5-E19D-9532650CB4DB}"/>
              </a:ext>
            </a:extLst>
          </p:cNvPr>
          <p:cNvSpPr txBox="1"/>
          <p:nvPr/>
        </p:nvSpPr>
        <p:spPr>
          <a:xfrm>
            <a:off x="356839" y="485522"/>
            <a:ext cx="13310054" cy="720710"/>
          </a:xfrm>
          <a:prstGeom prst="rect">
            <a:avLst/>
          </a:prstGeom>
          <a:noFill/>
        </p:spPr>
        <p:txBody>
          <a:bodyPr wrap="none" rtlCol="0">
            <a:spAutoFit/>
          </a:bodyPr>
          <a:lstStyle/>
          <a:p>
            <a:pPr>
              <a:lnSpc>
                <a:spcPts val="4850"/>
              </a:lnSpc>
            </a:pPr>
            <a:r>
              <a:rPr lang="en-GB" sz="4400" dirty="0">
                <a:solidFill>
                  <a:srgbClr val="3257B8"/>
                </a:solidFill>
                <a:latin typeface="Roboto Slab" pitchFamily="34" charset="0"/>
                <a:ea typeface="Roboto Slab" pitchFamily="34" charset="-122"/>
                <a:cs typeface="Roboto Slab" pitchFamily="34" charset="-120"/>
              </a:rPr>
              <a:t>Analyse SEM image and measure fibre diameters</a:t>
            </a:r>
          </a:p>
        </p:txBody>
      </p:sp>
      <p:pic>
        <p:nvPicPr>
          <p:cNvPr id="5" name="Picture 4" descr="A close-up of a microscope&#10;&#10;AI-generated content may be incorrect.">
            <a:extLst>
              <a:ext uri="{FF2B5EF4-FFF2-40B4-BE49-F238E27FC236}">
                <a16:creationId xmlns:a16="http://schemas.microsoft.com/office/drawing/2014/main" id="{1B551734-A89B-0353-D6DC-FCD5D0C05555}"/>
              </a:ext>
            </a:extLst>
          </p:cNvPr>
          <p:cNvPicPr>
            <a:picLocks noChangeAspect="1"/>
          </p:cNvPicPr>
          <p:nvPr/>
        </p:nvPicPr>
        <p:blipFill>
          <a:blip r:embed="rId3"/>
          <a:stretch>
            <a:fillRect/>
          </a:stretch>
        </p:blipFill>
        <p:spPr>
          <a:xfrm>
            <a:off x="903248" y="1439204"/>
            <a:ext cx="5196469" cy="5683638"/>
          </a:xfrm>
          <a:prstGeom prst="rect">
            <a:avLst/>
          </a:prstGeom>
        </p:spPr>
      </p:pic>
      <p:sp>
        <p:nvSpPr>
          <p:cNvPr id="3" name="TextBox 2">
            <a:extLst>
              <a:ext uri="{FF2B5EF4-FFF2-40B4-BE49-F238E27FC236}">
                <a16:creationId xmlns:a16="http://schemas.microsoft.com/office/drawing/2014/main" id="{90CD00B1-A9FB-B7F4-DC4B-6575409E5214}"/>
              </a:ext>
            </a:extLst>
          </p:cNvPr>
          <p:cNvSpPr txBox="1"/>
          <p:nvPr/>
        </p:nvSpPr>
        <p:spPr>
          <a:xfrm>
            <a:off x="6653898" y="2983054"/>
            <a:ext cx="7976501" cy="923330"/>
          </a:xfrm>
          <a:prstGeom prst="rect">
            <a:avLst/>
          </a:prstGeom>
          <a:noFill/>
        </p:spPr>
        <p:txBody>
          <a:bodyPr wrap="square" rtlCol="0">
            <a:spAutoFit/>
          </a:bodyPr>
          <a:lstStyle/>
          <a:p>
            <a:r>
              <a:rPr lang="en-GB" sz="5400" dirty="0"/>
              <a:t>avgi.stavrou.22@gmail.com</a:t>
            </a:r>
            <a:endParaRPr lang="en-US" sz="5400" dirty="0"/>
          </a:p>
        </p:txBody>
      </p:sp>
    </p:spTree>
    <p:extLst>
      <p:ext uri="{BB962C8B-B14F-4D97-AF65-F5344CB8AC3E}">
        <p14:creationId xmlns:p14="http://schemas.microsoft.com/office/powerpoint/2010/main" val="2713466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51591" y="651279"/>
            <a:ext cx="7385090" cy="620078"/>
          </a:xfrm>
          <a:prstGeom prst="rect">
            <a:avLst/>
          </a:prstGeom>
          <a:noFill/>
          <a:ln/>
        </p:spPr>
        <p:txBody>
          <a:bodyPr wrap="none" lIns="0" tIns="0" rIns="0" bIns="0" rtlCol="0" anchor="t"/>
          <a:lstStyle/>
          <a:p>
            <a:pPr marL="0" indent="0" algn="l">
              <a:lnSpc>
                <a:spcPts val="4850"/>
              </a:lnSpc>
              <a:buNone/>
            </a:pPr>
            <a:r>
              <a:rPr lang="en-US" sz="4400" dirty="0">
                <a:solidFill>
                  <a:srgbClr val="3257B8"/>
                </a:solidFill>
                <a:latin typeface="Roboto Slab" pitchFamily="34" charset="0"/>
                <a:ea typeface="Roboto Slab" pitchFamily="34" charset="-122"/>
                <a:cs typeface="Roboto Slab" pitchFamily="34" charset="-120"/>
              </a:rPr>
              <a:t>Let's See Your Refined Prompts!</a:t>
            </a:r>
            <a:endParaRPr lang="en-US" sz="4400" dirty="0"/>
          </a:p>
        </p:txBody>
      </p:sp>
      <p:sp>
        <p:nvSpPr>
          <p:cNvPr id="3" name="Text 1"/>
          <p:cNvSpPr/>
          <p:nvPr/>
        </p:nvSpPr>
        <p:spPr>
          <a:xfrm>
            <a:off x="571618" y="1772840"/>
            <a:ext cx="396942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Who wants to share?</a:t>
            </a:r>
            <a:endParaRPr lang="en-US" sz="3100" dirty="0"/>
          </a:p>
        </p:txBody>
      </p:sp>
      <p:sp>
        <p:nvSpPr>
          <p:cNvPr id="4" name="Text 2"/>
          <p:cNvSpPr/>
          <p:nvPr/>
        </p:nvSpPr>
        <p:spPr>
          <a:xfrm>
            <a:off x="793790" y="2950610"/>
            <a:ext cx="13042821" cy="396954"/>
          </a:xfrm>
          <a:prstGeom prst="rect">
            <a:avLst/>
          </a:prstGeom>
          <a:noFill/>
          <a:ln/>
        </p:spPr>
        <p:txBody>
          <a:bodyPr wrap="none" lIns="0" tIns="0" rIns="0" bIns="0" rtlCol="0" anchor="t"/>
          <a:lstStyle/>
          <a:p>
            <a:pPr marL="0" indent="0" algn="l">
              <a:lnSpc>
                <a:spcPts val="3100"/>
              </a:lnSpc>
              <a:buNone/>
            </a:pPr>
            <a:r>
              <a:rPr lang="en-US" sz="2800" dirty="0">
                <a:solidFill>
                  <a:srgbClr val="15213F"/>
                </a:solidFill>
                <a:latin typeface="Roboto" pitchFamily="34" charset="0"/>
                <a:ea typeface="Roboto" pitchFamily="34" charset="-122"/>
                <a:cs typeface="Roboto" pitchFamily="34" charset="-120"/>
              </a:rPr>
              <a:t>We're looking for:</a:t>
            </a:r>
            <a:endParaRPr lang="en-US" sz="2800" dirty="0"/>
          </a:p>
        </p:txBody>
      </p:sp>
      <p:pic>
        <p:nvPicPr>
          <p:cNvPr id="5" name="Image 0" descr="preencoded.png"/>
          <p:cNvPicPr>
            <a:picLocks noChangeAspect="1"/>
          </p:cNvPicPr>
          <p:nvPr/>
        </p:nvPicPr>
        <p:blipFill>
          <a:blip r:embed="rId3"/>
          <a:stretch>
            <a:fillRect/>
          </a:stretch>
        </p:blipFill>
        <p:spPr>
          <a:xfrm>
            <a:off x="252991" y="3133850"/>
            <a:ext cx="342395" cy="342395"/>
          </a:xfrm>
          <a:prstGeom prst="rect">
            <a:avLst/>
          </a:prstGeom>
        </p:spPr>
      </p:pic>
      <p:sp>
        <p:nvSpPr>
          <p:cNvPr id="6" name="Text 3"/>
          <p:cNvSpPr/>
          <p:nvPr/>
        </p:nvSpPr>
        <p:spPr>
          <a:xfrm>
            <a:off x="793789" y="3638068"/>
            <a:ext cx="4334947"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 Specific measurement instructions</a:t>
            </a:r>
            <a:endParaRPr lang="en-US" sz="2800" dirty="0"/>
          </a:p>
        </p:txBody>
      </p:sp>
      <p:sp>
        <p:nvSpPr>
          <p:cNvPr id="8" name="Text 4"/>
          <p:cNvSpPr/>
          <p:nvPr/>
        </p:nvSpPr>
        <p:spPr>
          <a:xfrm>
            <a:off x="7736681" y="3570807"/>
            <a:ext cx="4086225"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 Clear output format specification</a:t>
            </a:r>
            <a:endParaRPr lang="en-US" sz="2800" dirty="0"/>
          </a:p>
        </p:txBody>
      </p:sp>
      <p:pic>
        <p:nvPicPr>
          <p:cNvPr id="9" name="Image 2" descr="preencoded.png"/>
          <p:cNvPicPr>
            <a:picLocks noChangeAspect="1"/>
          </p:cNvPicPr>
          <p:nvPr/>
        </p:nvPicPr>
        <p:blipFill>
          <a:blip r:embed="rId3"/>
          <a:stretch>
            <a:fillRect/>
          </a:stretch>
        </p:blipFill>
        <p:spPr>
          <a:xfrm>
            <a:off x="414506" y="6023543"/>
            <a:ext cx="271125" cy="271125"/>
          </a:xfrm>
          <a:prstGeom prst="rect">
            <a:avLst/>
          </a:prstGeom>
        </p:spPr>
      </p:pic>
      <p:sp>
        <p:nvSpPr>
          <p:cNvPr id="10" name="Text 5"/>
          <p:cNvSpPr/>
          <p:nvPr/>
        </p:nvSpPr>
        <p:spPr>
          <a:xfrm>
            <a:off x="793790" y="4468836"/>
            <a:ext cx="2930009"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 Handling of edge cases</a:t>
            </a:r>
            <a:endParaRPr lang="en-US" sz="2800" dirty="0"/>
          </a:p>
        </p:txBody>
      </p:sp>
      <p:sp>
        <p:nvSpPr>
          <p:cNvPr id="12" name="Text 6"/>
          <p:cNvSpPr/>
          <p:nvPr/>
        </p:nvSpPr>
        <p:spPr>
          <a:xfrm>
            <a:off x="7736681" y="4444987"/>
            <a:ext cx="4009906"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 Context about purpose/audience</a:t>
            </a:r>
            <a:endParaRPr lang="en-US" sz="2800" dirty="0"/>
          </a:p>
        </p:txBody>
      </p:sp>
      <p:sp>
        <p:nvSpPr>
          <p:cNvPr id="13" name="Text 7"/>
          <p:cNvSpPr/>
          <p:nvPr/>
        </p:nvSpPr>
        <p:spPr>
          <a:xfrm>
            <a:off x="793789" y="5872222"/>
            <a:ext cx="13042821" cy="396954"/>
          </a:xfrm>
          <a:prstGeom prst="rect">
            <a:avLst/>
          </a:prstGeom>
          <a:noFill/>
          <a:ln/>
        </p:spPr>
        <p:txBody>
          <a:bodyPr wrap="none" lIns="0" tIns="0" rIns="0" bIns="0" rtlCol="0" anchor="t"/>
          <a:lstStyle/>
          <a:p>
            <a:pPr marL="0" indent="0" algn="l">
              <a:lnSpc>
                <a:spcPts val="3100"/>
              </a:lnSpc>
              <a:buNone/>
            </a:pPr>
            <a:r>
              <a:rPr lang="en-US" sz="2800" b="1" dirty="0">
                <a:solidFill>
                  <a:srgbClr val="15213F"/>
                </a:solidFill>
                <a:latin typeface="Roboto" pitchFamily="34" charset="0"/>
                <a:ea typeface="Roboto" pitchFamily="34" charset="-122"/>
                <a:cs typeface="Roboto" pitchFamily="34" charset="-120"/>
              </a:rPr>
              <a:t>Share:</a:t>
            </a:r>
            <a:r>
              <a:rPr lang="en-US" sz="2800" dirty="0">
                <a:solidFill>
                  <a:srgbClr val="15213F"/>
                </a:solidFill>
                <a:latin typeface="Roboto" pitchFamily="34" charset="0"/>
                <a:ea typeface="Roboto" pitchFamily="34" charset="-122"/>
                <a:cs typeface="Roboto" pitchFamily="34" charset="-120"/>
              </a:rPr>
              <a:t> What context did you add? What was hardest to specify?</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5E4E36-4CA2-3DC3-AB1D-F2BB35BF41D1}"/>
              </a:ext>
            </a:extLst>
          </p:cNvPr>
          <p:cNvSpPr txBox="1"/>
          <p:nvPr/>
        </p:nvSpPr>
        <p:spPr>
          <a:xfrm>
            <a:off x="1371600" y="403600"/>
            <a:ext cx="11664176" cy="7017306"/>
          </a:xfrm>
          <a:prstGeom prst="rect">
            <a:avLst/>
          </a:prstGeom>
          <a:noFill/>
        </p:spPr>
        <p:txBody>
          <a:bodyPr wrap="square" rtlCol="0">
            <a:spAutoFit/>
          </a:bodyPr>
          <a:lstStyle/>
          <a:p>
            <a:r>
              <a:rPr lang="en-US" sz="3600" dirty="0">
                <a:solidFill>
                  <a:srgbClr val="3257B8"/>
                </a:solidFill>
                <a:latin typeface="Roboto Slab" pitchFamily="34" charset="0"/>
                <a:ea typeface="Roboto Slab" pitchFamily="34" charset="-122"/>
                <a:cs typeface="Roboto Slab" pitchFamily="34" charset="-120"/>
              </a:rPr>
              <a:t>Example good refinement:</a:t>
            </a:r>
          </a:p>
          <a:p>
            <a:endParaRPr lang="en-US" dirty="0"/>
          </a:p>
          <a:p>
            <a:r>
              <a:rPr lang="en-US" dirty="0" err="1">
                <a:latin typeface="Roboto Slab" pitchFamily="2" charset="0"/>
                <a:ea typeface="Roboto Slab" pitchFamily="2" charset="0"/>
                <a:cs typeface="Roboto Slab" pitchFamily="2" charset="0"/>
              </a:rPr>
              <a:t>Analyse</a:t>
            </a:r>
            <a:r>
              <a:rPr lang="en-US" dirty="0">
                <a:latin typeface="Roboto Slab" pitchFamily="2" charset="0"/>
                <a:ea typeface="Roboto Slab" pitchFamily="2" charset="0"/>
                <a:cs typeface="Roboto Slab" pitchFamily="2" charset="0"/>
              </a:rPr>
              <a:t> this SEM image of </a:t>
            </a:r>
            <a:r>
              <a:rPr lang="en-US" dirty="0" err="1">
                <a:latin typeface="Roboto Slab" pitchFamily="2" charset="0"/>
                <a:ea typeface="Roboto Slab" pitchFamily="2" charset="0"/>
                <a:cs typeface="Roboto Slab" pitchFamily="2" charset="0"/>
              </a:rPr>
              <a:t>electrospun</a:t>
            </a:r>
            <a:r>
              <a:rPr lang="en-US" dirty="0">
                <a:latin typeface="Roboto Slab" pitchFamily="2" charset="0"/>
                <a:ea typeface="Roboto Slab" pitchFamily="2" charset="0"/>
                <a:cs typeface="Roboto Slab" pitchFamily="2" charset="0"/>
              </a:rPr>
              <a:t> PLA </a:t>
            </a:r>
            <a:r>
              <a:rPr lang="en-US" dirty="0" err="1">
                <a:latin typeface="Roboto Slab" pitchFamily="2" charset="0"/>
                <a:ea typeface="Roboto Slab" pitchFamily="2" charset="0"/>
                <a:cs typeface="Roboto Slab" pitchFamily="2" charset="0"/>
              </a:rPr>
              <a:t>nanofibres</a:t>
            </a:r>
            <a:r>
              <a:rPr lang="en-US" dirty="0">
                <a:latin typeface="Roboto Slab" pitchFamily="2" charset="0"/>
                <a:ea typeface="Roboto Slab" pitchFamily="2" charset="0"/>
                <a:cs typeface="Roboto Slab" pitchFamily="2" charset="0"/>
              </a:rPr>
              <a:t>. </a:t>
            </a:r>
          </a:p>
          <a:p>
            <a:endParaRPr lang="en-US" dirty="0">
              <a:latin typeface="Roboto Slab" pitchFamily="2" charset="0"/>
              <a:ea typeface="Roboto Slab" pitchFamily="2" charset="0"/>
              <a:cs typeface="Roboto Slab" pitchFamily="2" charset="0"/>
            </a:endParaRPr>
          </a:p>
          <a:p>
            <a:r>
              <a:rPr lang="en-US" dirty="0">
                <a:latin typeface="Roboto Slab" pitchFamily="2" charset="0"/>
                <a:ea typeface="Roboto Slab" pitchFamily="2" charset="0"/>
                <a:cs typeface="Roboto Slab" pitchFamily="2" charset="0"/>
              </a:rPr>
              <a:t>Measure diameter for 20 randomly selected </a:t>
            </a:r>
            <a:r>
              <a:rPr lang="en-US" dirty="0" err="1">
                <a:latin typeface="Roboto Slab" pitchFamily="2" charset="0"/>
                <a:ea typeface="Roboto Slab" pitchFamily="2" charset="0"/>
                <a:cs typeface="Roboto Slab" pitchFamily="2" charset="0"/>
              </a:rPr>
              <a:t>fibres</a:t>
            </a:r>
            <a:r>
              <a:rPr lang="en-US" dirty="0">
                <a:latin typeface="Roboto Slab" pitchFamily="2" charset="0"/>
                <a:ea typeface="Roboto Slab" pitchFamily="2" charset="0"/>
                <a:cs typeface="Roboto Slab" pitchFamily="2" charset="0"/>
              </a:rPr>
              <a:t> using the scale </a:t>
            </a:r>
          </a:p>
          <a:p>
            <a:r>
              <a:rPr lang="en-US" dirty="0">
                <a:latin typeface="Roboto Slab" pitchFamily="2" charset="0"/>
                <a:ea typeface="Roboto Slab" pitchFamily="2" charset="0"/>
                <a:cs typeface="Roboto Slab" pitchFamily="2" charset="0"/>
              </a:rPr>
              <a:t>bar for calibration (bottom right, 5 </a:t>
            </a:r>
            <a:r>
              <a:rPr lang="el-GR" dirty="0">
                <a:latin typeface="Roboto Slab" pitchFamily="2" charset="0"/>
                <a:ea typeface="Roboto Slab" pitchFamily="2" charset="0"/>
                <a:cs typeface="Roboto Slab" pitchFamily="2" charset="0"/>
              </a:rPr>
              <a:t>μ</a:t>
            </a:r>
            <a:r>
              <a:rPr lang="en-US" dirty="0">
                <a:latin typeface="Roboto Slab" pitchFamily="2" charset="0"/>
                <a:ea typeface="Roboto Slab" pitchFamily="2" charset="0"/>
                <a:cs typeface="Roboto Slab" pitchFamily="2" charset="0"/>
              </a:rPr>
              <a:t>m). </a:t>
            </a:r>
            <a:br>
              <a:rPr lang="en-US" dirty="0">
                <a:latin typeface="Roboto Slab" pitchFamily="2" charset="0"/>
                <a:ea typeface="Roboto Slab" pitchFamily="2" charset="0"/>
                <a:cs typeface="Roboto Slab" pitchFamily="2" charset="0"/>
              </a:rPr>
            </a:br>
            <a:endParaRPr lang="en-US" dirty="0">
              <a:latin typeface="Roboto Slab" pitchFamily="2" charset="0"/>
              <a:ea typeface="Roboto Slab" pitchFamily="2" charset="0"/>
              <a:cs typeface="Roboto Slab" pitchFamily="2" charset="0"/>
            </a:endParaRPr>
          </a:p>
          <a:p>
            <a:r>
              <a:rPr lang="en-US" dirty="0">
                <a:latin typeface="Roboto Slab" pitchFamily="2" charset="0"/>
                <a:ea typeface="Roboto Slab" pitchFamily="2" charset="0"/>
                <a:cs typeface="Roboto Slab" pitchFamily="2" charset="0"/>
              </a:rPr>
              <a:t>Calculate:</a:t>
            </a:r>
          </a:p>
          <a:p>
            <a:r>
              <a:rPr lang="en-US" dirty="0">
                <a:latin typeface="Roboto Slab" pitchFamily="2" charset="0"/>
                <a:ea typeface="Roboto Slab" pitchFamily="2" charset="0"/>
                <a:cs typeface="Roboto Slab" pitchFamily="2" charset="0"/>
              </a:rPr>
              <a:t>- Mean diameter ± standard deviation</a:t>
            </a:r>
          </a:p>
          <a:p>
            <a:r>
              <a:rPr lang="en-US" dirty="0">
                <a:latin typeface="Roboto Slab" pitchFamily="2" charset="0"/>
                <a:ea typeface="Roboto Slab" pitchFamily="2" charset="0"/>
                <a:cs typeface="Roboto Slab" pitchFamily="2" charset="0"/>
              </a:rPr>
              <a:t>- Coefficient of variation</a:t>
            </a:r>
          </a:p>
          <a:p>
            <a:r>
              <a:rPr lang="en-US" dirty="0">
                <a:latin typeface="Roboto Slab" pitchFamily="2" charset="0"/>
                <a:ea typeface="Roboto Slab" pitchFamily="2" charset="0"/>
                <a:cs typeface="Roboto Slab" pitchFamily="2" charset="0"/>
              </a:rPr>
              <a:t>- Diameter distribution (histogram if &gt;20 </a:t>
            </a:r>
            <a:r>
              <a:rPr lang="en-US" dirty="0" err="1">
                <a:latin typeface="Roboto Slab" pitchFamily="2" charset="0"/>
                <a:ea typeface="Roboto Slab" pitchFamily="2" charset="0"/>
                <a:cs typeface="Roboto Slab" pitchFamily="2" charset="0"/>
              </a:rPr>
              <a:t>fibres</a:t>
            </a:r>
            <a:r>
              <a:rPr lang="en-US" dirty="0">
                <a:latin typeface="Roboto Slab" pitchFamily="2" charset="0"/>
                <a:ea typeface="Roboto Slab" pitchFamily="2" charset="0"/>
                <a:cs typeface="Roboto Slab" pitchFamily="2" charset="0"/>
              </a:rPr>
              <a:t>)</a:t>
            </a:r>
          </a:p>
          <a:p>
            <a:endParaRPr lang="en-US" dirty="0">
              <a:latin typeface="Roboto Slab" pitchFamily="2" charset="0"/>
              <a:ea typeface="Roboto Slab" pitchFamily="2" charset="0"/>
              <a:cs typeface="Roboto Slab" pitchFamily="2" charset="0"/>
            </a:endParaRPr>
          </a:p>
          <a:p>
            <a:r>
              <a:rPr lang="en-US" dirty="0">
                <a:latin typeface="Roboto Slab" pitchFamily="2" charset="0"/>
                <a:ea typeface="Roboto Slab" pitchFamily="2" charset="0"/>
                <a:cs typeface="Roboto Slab" pitchFamily="2" charset="0"/>
              </a:rPr>
              <a:t>Exclude measurements for:</a:t>
            </a:r>
          </a:p>
          <a:p>
            <a:r>
              <a:rPr lang="en-US" dirty="0">
                <a:latin typeface="Roboto Slab" pitchFamily="2" charset="0"/>
                <a:ea typeface="Roboto Slab" pitchFamily="2" charset="0"/>
                <a:cs typeface="Roboto Slab" pitchFamily="2" charset="0"/>
              </a:rPr>
              <a:t>- </a:t>
            </a:r>
            <a:r>
              <a:rPr lang="en-US" dirty="0" err="1">
                <a:latin typeface="Roboto Slab" pitchFamily="2" charset="0"/>
                <a:ea typeface="Roboto Slab" pitchFamily="2" charset="0"/>
                <a:cs typeface="Roboto Slab" pitchFamily="2" charset="0"/>
              </a:rPr>
              <a:t>Fibres</a:t>
            </a:r>
            <a:r>
              <a:rPr lang="en-US" dirty="0">
                <a:latin typeface="Roboto Slab" pitchFamily="2" charset="0"/>
                <a:ea typeface="Roboto Slab" pitchFamily="2" charset="0"/>
                <a:cs typeface="Roboto Slab" pitchFamily="2" charset="0"/>
              </a:rPr>
              <a:t> with beads or defects</a:t>
            </a:r>
          </a:p>
          <a:p>
            <a:r>
              <a:rPr lang="en-US" dirty="0">
                <a:latin typeface="Roboto Slab" pitchFamily="2" charset="0"/>
                <a:ea typeface="Roboto Slab" pitchFamily="2" charset="0"/>
                <a:cs typeface="Roboto Slab" pitchFamily="2" charset="0"/>
              </a:rPr>
              <a:t>- </a:t>
            </a:r>
            <a:r>
              <a:rPr lang="en-US" dirty="0" err="1">
                <a:latin typeface="Roboto Slab" pitchFamily="2" charset="0"/>
                <a:ea typeface="Roboto Slab" pitchFamily="2" charset="0"/>
                <a:cs typeface="Roboto Slab" pitchFamily="2" charset="0"/>
              </a:rPr>
              <a:t>Fibres</a:t>
            </a:r>
            <a:r>
              <a:rPr lang="en-US" dirty="0">
                <a:latin typeface="Roboto Slab" pitchFamily="2" charset="0"/>
                <a:ea typeface="Roboto Slab" pitchFamily="2" charset="0"/>
                <a:cs typeface="Roboto Slab" pitchFamily="2" charset="0"/>
              </a:rPr>
              <a:t> where edges are unclear/blurry</a:t>
            </a:r>
          </a:p>
          <a:p>
            <a:r>
              <a:rPr lang="en-US" dirty="0">
                <a:latin typeface="Roboto Slab" pitchFamily="2" charset="0"/>
                <a:ea typeface="Roboto Slab" pitchFamily="2" charset="0"/>
                <a:cs typeface="Roboto Slab" pitchFamily="2" charset="0"/>
              </a:rPr>
              <a:t>- Overlapping </a:t>
            </a:r>
            <a:r>
              <a:rPr lang="en-US" dirty="0" err="1">
                <a:latin typeface="Roboto Slab" pitchFamily="2" charset="0"/>
                <a:ea typeface="Roboto Slab" pitchFamily="2" charset="0"/>
                <a:cs typeface="Roboto Slab" pitchFamily="2" charset="0"/>
              </a:rPr>
              <a:t>fibres</a:t>
            </a:r>
            <a:endParaRPr lang="en-US" dirty="0">
              <a:latin typeface="Roboto Slab" pitchFamily="2" charset="0"/>
              <a:ea typeface="Roboto Slab" pitchFamily="2" charset="0"/>
              <a:cs typeface="Roboto Slab" pitchFamily="2" charset="0"/>
            </a:endParaRPr>
          </a:p>
          <a:p>
            <a:endParaRPr lang="en-US" dirty="0">
              <a:latin typeface="Roboto Slab" pitchFamily="2" charset="0"/>
              <a:ea typeface="Roboto Slab" pitchFamily="2" charset="0"/>
              <a:cs typeface="Roboto Slab" pitchFamily="2" charset="0"/>
            </a:endParaRPr>
          </a:p>
          <a:p>
            <a:r>
              <a:rPr lang="en-US" dirty="0">
                <a:latin typeface="Roboto Slab" pitchFamily="2" charset="0"/>
                <a:ea typeface="Roboto Slab" pitchFamily="2" charset="0"/>
                <a:cs typeface="Roboto Slab" pitchFamily="2" charset="0"/>
              </a:rPr>
              <a:t>Output format: Statistical summary + brief interpretation of </a:t>
            </a:r>
          </a:p>
          <a:p>
            <a:r>
              <a:rPr lang="en-US" dirty="0">
                <a:latin typeface="Roboto Slab" pitchFamily="2" charset="0"/>
                <a:ea typeface="Roboto Slab" pitchFamily="2" charset="0"/>
                <a:cs typeface="Roboto Slab" pitchFamily="2" charset="0"/>
              </a:rPr>
              <a:t>uniformity.</a:t>
            </a:r>
          </a:p>
          <a:p>
            <a:br>
              <a:rPr lang="en-US" dirty="0">
                <a:latin typeface="Roboto Slab" pitchFamily="2" charset="0"/>
                <a:ea typeface="Roboto Slab" pitchFamily="2" charset="0"/>
                <a:cs typeface="Roboto Slab" pitchFamily="2" charset="0"/>
              </a:rPr>
            </a:br>
            <a:endParaRPr lang="en-US" dirty="0">
              <a:latin typeface="Roboto Slab" pitchFamily="2" charset="0"/>
              <a:ea typeface="Roboto Slab" pitchFamily="2" charset="0"/>
              <a:cs typeface="Roboto Slab" pitchFamily="2" charset="0"/>
            </a:endParaRPr>
          </a:p>
          <a:p>
            <a:r>
              <a:rPr lang="en-US" dirty="0">
                <a:latin typeface="Roboto Slab" pitchFamily="2" charset="0"/>
                <a:ea typeface="Roboto Slab" pitchFamily="2" charset="0"/>
                <a:cs typeface="Roboto Slab" pitchFamily="2" charset="0"/>
              </a:rPr>
              <a:t>Note any systematic issues observed (bead-on-string, diameter </a:t>
            </a:r>
          </a:p>
          <a:p>
            <a:r>
              <a:rPr lang="en-US" dirty="0">
                <a:latin typeface="Roboto Slab" pitchFamily="2" charset="0"/>
                <a:ea typeface="Roboto Slab" pitchFamily="2" charset="0"/>
                <a:cs typeface="Roboto Slab" pitchFamily="2" charset="0"/>
              </a:rPr>
              <a:t>variation, alignment).</a:t>
            </a:r>
          </a:p>
          <a:p>
            <a:endParaRPr lang="en-US" dirty="0"/>
          </a:p>
        </p:txBody>
      </p:sp>
    </p:spTree>
    <p:extLst>
      <p:ext uri="{BB962C8B-B14F-4D97-AF65-F5344CB8AC3E}">
        <p14:creationId xmlns:p14="http://schemas.microsoft.com/office/powerpoint/2010/main" val="3909566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25874" y="913986"/>
            <a:ext cx="6099691" cy="969273"/>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Context Mistakes to Avoid</a:t>
            </a:r>
            <a:endParaRPr lang="en-US" sz="3900" dirty="0"/>
          </a:p>
        </p:txBody>
      </p:sp>
      <p:sp>
        <p:nvSpPr>
          <p:cNvPr id="3" name="Shape 1"/>
          <p:cNvSpPr/>
          <p:nvPr/>
        </p:nvSpPr>
        <p:spPr>
          <a:xfrm>
            <a:off x="825874" y="1466750"/>
            <a:ext cx="4215289" cy="3545991"/>
          </a:xfrm>
          <a:prstGeom prst="roundRect">
            <a:avLst>
              <a:gd name="adj" fmla="val 4837"/>
            </a:avLst>
          </a:prstGeom>
          <a:solidFill>
            <a:srgbClr val="FBFCFE"/>
          </a:solidFill>
          <a:ln w="22860">
            <a:solidFill>
              <a:srgbClr val="CFD2D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77267" y="1466750"/>
            <a:ext cx="142934" cy="3545991"/>
          </a:xfrm>
          <a:prstGeom prst="rect">
            <a:avLst/>
          </a:prstGeom>
        </p:spPr>
      </p:pic>
      <p:sp>
        <p:nvSpPr>
          <p:cNvPr id="5" name="Text 2"/>
          <p:cNvSpPr/>
          <p:nvPr/>
        </p:nvSpPr>
        <p:spPr>
          <a:xfrm>
            <a:off x="1069833" y="1910671"/>
            <a:ext cx="2480905" cy="496734"/>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Roboto Slab" pitchFamily="34" charset="0"/>
                <a:ea typeface="Roboto Slab" pitchFamily="34" charset="-122"/>
                <a:cs typeface="Roboto Slab" pitchFamily="34" charset="-120"/>
              </a:rPr>
              <a:t>❌</a:t>
            </a:r>
            <a:r>
              <a:rPr lang="en-US" sz="1950" dirty="0">
                <a:solidFill>
                  <a:srgbClr val="15213F"/>
                </a:solidFill>
                <a:latin typeface="Roboto Slab" pitchFamily="34" charset="0"/>
                <a:ea typeface="Roboto Slab" pitchFamily="34" charset="-122"/>
                <a:cs typeface="Roboto Slab" pitchFamily="34" charset="-120"/>
              </a:rPr>
              <a:t> The Biography</a:t>
            </a:r>
            <a:endParaRPr lang="en-US" sz="1950" dirty="0"/>
          </a:p>
        </p:txBody>
      </p:sp>
      <p:sp>
        <p:nvSpPr>
          <p:cNvPr id="6" name="Text 3"/>
          <p:cNvSpPr/>
          <p:nvPr/>
        </p:nvSpPr>
        <p:spPr>
          <a:xfrm>
            <a:off x="1115672" y="2495321"/>
            <a:ext cx="3704273" cy="2221057"/>
          </a:xfrm>
          <a:prstGeom prst="rect">
            <a:avLst/>
          </a:prstGeom>
          <a:noFill/>
          <a:ln/>
        </p:spPr>
        <p:txBody>
          <a:bodyPr wrap="squar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"I'm a scientist at AmaDema, founded in 2022 by..." [500 words of company history]</a:t>
            </a:r>
            <a:endParaRPr lang="en-US" sz="2400" dirty="0"/>
          </a:p>
        </p:txBody>
      </p:sp>
      <p:sp>
        <p:nvSpPr>
          <p:cNvPr id="7" name="Text 4"/>
          <p:cNvSpPr/>
          <p:nvPr/>
        </p:nvSpPr>
        <p:spPr>
          <a:xfrm>
            <a:off x="1128545" y="4299906"/>
            <a:ext cx="3704273" cy="496361"/>
          </a:xfrm>
          <a:prstGeom prst="rect">
            <a:avLst/>
          </a:prstGeom>
          <a:noFill/>
          <a:ln/>
        </p:spPr>
        <p:txBody>
          <a:bodyPr wrap="none" lIns="0" tIns="0" rIns="0" bIns="0" rtlCol="0" anchor="t"/>
          <a:lstStyle/>
          <a:p>
            <a:pPr marL="0" indent="0" algn="l">
              <a:lnSpc>
                <a:spcPts val="2500"/>
              </a:lnSpc>
              <a:buNone/>
            </a:pPr>
            <a:r>
              <a:rPr lang="en-US" sz="2800" b="1" dirty="0">
                <a:solidFill>
                  <a:srgbClr val="15213F"/>
                </a:solidFill>
                <a:latin typeface="Roboto" pitchFamily="34" charset="0"/>
                <a:ea typeface="Roboto" pitchFamily="34" charset="-122"/>
                <a:cs typeface="Roboto" pitchFamily="34" charset="-120"/>
              </a:rPr>
              <a:t>95% irrelevant to task</a:t>
            </a:r>
            <a:endParaRPr lang="en-US" sz="2800" dirty="0"/>
          </a:p>
        </p:txBody>
      </p:sp>
      <p:sp>
        <p:nvSpPr>
          <p:cNvPr id="8" name="Shape 5"/>
          <p:cNvSpPr/>
          <p:nvPr/>
        </p:nvSpPr>
        <p:spPr>
          <a:xfrm>
            <a:off x="5239521" y="1466750"/>
            <a:ext cx="4215408" cy="3545991"/>
          </a:xfrm>
          <a:prstGeom prst="roundRect">
            <a:avLst>
              <a:gd name="adj" fmla="val 4837"/>
            </a:avLst>
          </a:prstGeom>
          <a:solidFill>
            <a:srgbClr val="FBFCFE"/>
          </a:solidFill>
          <a:ln w="22860">
            <a:solidFill>
              <a:srgbClr val="CFD2D8"/>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5190914" y="1466750"/>
            <a:ext cx="142934" cy="3545991"/>
          </a:xfrm>
          <a:prstGeom prst="rect">
            <a:avLst/>
          </a:prstGeom>
        </p:spPr>
      </p:pic>
      <p:sp>
        <p:nvSpPr>
          <p:cNvPr id="10" name="Text 6"/>
          <p:cNvSpPr/>
          <p:nvPr/>
        </p:nvSpPr>
        <p:spPr>
          <a:xfrm>
            <a:off x="5529319" y="1871941"/>
            <a:ext cx="2480905" cy="496734"/>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Roboto Slab" pitchFamily="34" charset="0"/>
                <a:ea typeface="Roboto Slab" pitchFamily="34" charset="-122"/>
                <a:cs typeface="Roboto Slab" pitchFamily="34" charset="-120"/>
              </a:rPr>
              <a:t>❌</a:t>
            </a:r>
            <a:r>
              <a:rPr lang="en-US" sz="1950" dirty="0">
                <a:solidFill>
                  <a:srgbClr val="15213F"/>
                </a:solidFill>
                <a:latin typeface="Roboto Slab" pitchFamily="34" charset="0"/>
                <a:ea typeface="Roboto Slab" pitchFamily="34" charset="-122"/>
                <a:cs typeface="Roboto Slab" pitchFamily="34" charset="-120"/>
              </a:rPr>
              <a:t> The Jargon Bomb</a:t>
            </a:r>
            <a:endParaRPr lang="en-US" sz="1950" dirty="0"/>
          </a:p>
        </p:txBody>
      </p:sp>
      <p:sp>
        <p:nvSpPr>
          <p:cNvPr id="11" name="Text 7"/>
          <p:cNvSpPr/>
          <p:nvPr/>
        </p:nvSpPr>
        <p:spPr>
          <a:xfrm>
            <a:off x="5529319" y="2584732"/>
            <a:ext cx="3704392" cy="992722"/>
          </a:xfrm>
          <a:prstGeom prst="rect">
            <a:avLst/>
          </a:prstGeom>
          <a:noFill/>
          <a:ln/>
        </p:spPr>
        <p:txBody>
          <a:bodyPr wrap="squar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"Leverage synergistic methodologies to optimise..."</a:t>
            </a:r>
            <a:endParaRPr lang="en-US" sz="2400" dirty="0"/>
          </a:p>
        </p:txBody>
      </p:sp>
      <p:sp>
        <p:nvSpPr>
          <p:cNvPr id="12" name="Text 8"/>
          <p:cNvSpPr/>
          <p:nvPr/>
        </p:nvSpPr>
        <p:spPr>
          <a:xfrm>
            <a:off x="5542133" y="4155786"/>
            <a:ext cx="3704392" cy="496361"/>
          </a:xfrm>
          <a:prstGeom prst="rect">
            <a:avLst/>
          </a:prstGeom>
          <a:noFill/>
          <a:ln/>
        </p:spPr>
        <p:txBody>
          <a:bodyPr wrap="none" lIns="0" tIns="0" rIns="0" bIns="0" rtlCol="0" anchor="t"/>
          <a:lstStyle/>
          <a:p>
            <a:pPr marL="0" indent="0" algn="l">
              <a:lnSpc>
                <a:spcPts val="2500"/>
              </a:lnSpc>
              <a:buNone/>
            </a:pPr>
            <a:r>
              <a:rPr lang="en-US" sz="2000" b="1" dirty="0">
                <a:solidFill>
                  <a:srgbClr val="15213F"/>
                </a:solidFill>
                <a:latin typeface="Roboto" pitchFamily="34" charset="0"/>
                <a:ea typeface="Roboto" pitchFamily="34" charset="-122"/>
                <a:cs typeface="Roboto" pitchFamily="34" charset="-120"/>
              </a:rPr>
              <a:t>Unclear what you actually want</a:t>
            </a:r>
            <a:endParaRPr lang="en-US" sz="2000" dirty="0"/>
          </a:p>
        </p:txBody>
      </p:sp>
      <p:sp>
        <p:nvSpPr>
          <p:cNvPr id="13" name="Shape 9"/>
          <p:cNvSpPr/>
          <p:nvPr/>
        </p:nvSpPr>
        <p:spPr>
          <a:xfrm>
            <a:off x="9653287" y="1466750"/>
            <a:ext cx="4215289" cy="3545991"/>
          </a:xfrm>
          <a:prstGeom prst="roundRect">
            <a:avLst>
              <a:gd name="adj" fmla="val 4837"/>
            </a:avLst>
          </a:prstGeom>
          <a:solidFill>
            <a:srgbClr val="FBFCFE"/>
          </a:solidFill>
          <a:ln w="22860">
            <a:solidFill>
              <a:srgbClr val="CFD2D8"/>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9604680" y="1466750"/>
            <a:ext cx="142934" cy="3545991"/>
          </a:xfrm>
          <a:prstGeom prst="rect">
            <a:avLst/>
          </a:prstGeom>
        </p:spPr>
      </p:pic>
      <p:sp>
        <p:nvSpPr>
          <p:cNvPr id="15" name="Text 10"/>
          <p:cNvSpPr/>
          <p:nvPr/>
        </p:nvSpPr>
        <p:spPr>
          <a:xfrm>
            <a:off x="9943085" y="1918054"/>
            <a:ext cx="2480905" cy="496734"/>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Roboto Slab" pitchFamily="34" charset="0"/>
                <a:ea typeface="Roboto Slab" pitchFamily="34" charset="-122"/>
                <a:cs typeface="Roboto Slab" pitchFamily="34" charset="-120"/>
              </a:rPr>
              <a:t>❌</a:t>
            </a:r>
            <a:r>
              <a:rPr lang="en-US" sz="1950" dirty="0">
                <a:solidFill>
                  <a:srgbClr val="15213F"/>
                </a:solidFill>
                <a:latin typeface="Roboto Slab" pitchFamily="34" charset="0"/>
                <a:ea typeface="Roboto Slab" pitchFamily="34" charset="-122"/>
                <a:cs typeface="Roboto Slab" pitchFamily="34" charset="-120"/>
              </a:rPr>
              <a:t> The Assumption</a:t>
            </a:r>
            <a:endParaRPr lang="en-US" sz="1950" dirty="0"/>
          </a:p>
        </p:txBody>
      </p:sp>
      <p:sp>
        <p:nvSpPr>
          <p:cNvPr id="16" name="Text 11"/>
          <p:cNvSpPr/>
          <p:nvPr/>
        </p:nvSpPr>
        <p:spPr>
          <a:xfrm>
            <a:off x="9943085" y="2584732"/>
            <a:ext cx="3704273" cy="992722"/>
          </a:xfrm>
          <a:prstGeom prst="rect">
            <a:avLst/>
          </a:prstGeom>
          <a:noFill/>
          <a:ln/>
        </p:spPr>
        <p:txBody>
          <a:bodyPr wrap="squar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"Analyse this data" [no context on what analysis]</a:t>
            </a:r>
            <a:endParaRPr lang="en-US" sz="2400" dirty="0"/>
          </a:p>
        </p:txBody>
      </p:sp>
      <p:sp>
        <p:nvSpPr>
          <p:cNvPr id="17" name="Text 12"/>
          <p:cNvSpPr/>
          <p:nvPr/>
        </p:nvSpPr>
        <p:spPr>
          <a:xfrm>
            <a:off x="10100253" y="4051725"/>
            <a:ext cx="3704273" cy="496361"/>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 AI forced to guess</a:t>
            </a:r>
            <a:endParaRPr lang="en-US" sz="2400" dirty="0"/>
          </a:p>
        </p:txBody>
      </p:sp>
      <p:sp>
        <p:nvSpPr>
          <p:cNvPr id="18" name="Shape 13"/>
          <p:cNvSpPr/>
          <p:nvPr/>
        </p:nvSpPr>
        <p:spPr>
          <a:xfrm>
            <a:off x="627515" y="6344877"/>
            <a:ext cx="13042821" cy="1318046"/>
          </a:xfrm>
          <a:prstGeom prst="roundRect">
            <a:avLst>
              <a:gd name="adj" fmla="val 3531"/>
            </a:avLst>
          </a:prstGeom>
          <a:solidFill>
            <a:srgbClr val="C3CFEF"/>
          </a:solidFill>
          <a:ln/>
        </p:spPr>
        <p:txBody>
          <a:bodyPr/>
          <a:lstStyle/>
          <a:p>
            <a:endParaRPr lang="en-US"/>
          </a:p>
        </p:txBody>
      </p:sp>
      <p:pic>
        <p:nvPicPr>
          <p:cNvPr id="19" name="Image 3" descr="preencoded.png"/>
          <p:cNvPicPr>
            <a:picLocks noChangeAspect="1"/>
          </p:cNvPicPr>
          <p:nvPr/>
        </p:nvPicPr>
        <p:blipFill>
          <a:blip r:embed="rId4"/>
          <a:stretch>
            <a:fillRect/>
          </a:stretch>
        </p:blipFill>
        <p:spPr>
          <a:xfrm>
            <a:off x="913404" y="6848869"/>
            <a:ext cx="387672" cy="310061"/>
          </a:xfrm>
          <a:prstGeom prst="rect">
            <a:avLst/>
          </a:prstGeom>
        </p:spPr>
      </p:pic>
      <p:sp>
        <p:nvSpPr>
          <p:cNvPr id="20" name="Text 14"/>
          <p:cNvSpPr/>
          <p:nvPr/>
        </p:nvSpPr>
        <p:spPr>
          <a:xfrm>
            <a:off x="1447619" y="6848869"/>
            <a:ext cx="12199739" cy="496361"/>
          </a:xfrm>
          <a:prstGeom prst="rect">
            <a:avLst/>
          </a:prstGeom>
          <a:noFill/>
          <a:ln/>
        </p:spPr>
        <p:txBody>
          <a:bodyPr wrap="none" lIns="0" tIns="0" rIns="0" bIns="0" rtlCol="0" anchor="t"/>
          <a:lstStyle/>
          <a:p>
            <a:pPr marL="0" indent="0" algn="l">
              <a:lnSpc>
                <a:spcPts val="2500"/>
              </a:lnSpc>
              <a:buNone/>
            </a:pPr>
            <a:r>
              <a:rPr lang="en-US" sz="2800" b="1" dirty="0">
                <a:solidFill>
                  <a:srgbClr val="3257B8"/>
                </a:solidFill>
                <a:latin typeface="Roboto" pitchFamily="34" charset="0"/>
                <a:ea typeface="Roboto" pitchFamily="34" charset="-122"/>
                <a:cs typeface="Roboto" pitchFamily="34" charset="-120"/>
              </a:rPr>
              <a:t>Fix:</a:t>
            </a:r>
            <a:r>
              <a:rPr lang="en-US" sz="2800" dirty="0">
                <a:solidFill>
                  <a:srgbClr val="000000"/>
                </a:solidFill>
                <a:latin typeface="Roboto" pitchFamily="34" charset="0"/>
                <a:ea typeface="Roboto" pitchFamily="34" charset="-122"/>
                <a:cs typeface="Roboto" pitchFamily="34" charset="-120"/>
              </a:rPr>
              <a:t> Ask "What does AI need to know for THIS task?"</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93790" y="2656880"/>
            <a:ext cx="742950" cy="373142"/>
          </a:xfrm>
          <a:prstGeom prst="roundRect">
            <a:avLst>
              <a:gd name="adj" fmla="val 6383"/>
            </a:avLst>
          </a:prstGeom>
          <a:solidFill>
            <a:srgbClr val="D7DFF4"/>
          </a:solidFill>
          <a:ln/>
        </p:spPr>
        <p:txBody>
          <a:bodyPr/>
          <a:lstStyle/>
          <a:p>
            <a:endParaRPr lang="en-US"/>
          </a:p>
        </p:txBody>
      </p:sp>
      <p:sp>
        <p:nvSpPr>
          <p:cNvPr id="3" name="Text 1"/>
          <p:cNvSpPr/>
          <p:nvPr/>
        </p:nvSpPr>
        <p:spPr>
          <a:xfrm>
            <a:off x="912852" y="2716411"/>
            <a:ext cx="50482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PART 2</a:t>
            </a:r>
            <a:endParaRPr lang="en-US" sz="1250" dirty="0"/>
          </a:p>
        </p:txBody>
      </p:sp>
      <p:sp>
        <p:nvSpPr>
          <p:cNvPr id="4" name="Text 2"/>
          <p:cNvSpPr/>
          <p:nvPr/>
        </p:nvSpPr>
        <p:spPr>
          <a:xfrm>
            <a:off x="793790" y="3109317"/>
            <a:ext cx="12014002" cy="1240393"/>
          </a:xfrm>
          <a:prstGeom prst="rect">
            <a:avLst/>
          </a:prstGeom>
          <a:noFill/>
          <a:ln/>
        </p:spPr>
        <p:txBody>
          <a:bodyPr wrap="none" lIns="0" tIns="0" rIns="0" bIns="0" rtlCol="0" anchor="t"/>
          <a:lstStyle/>
          <a:p>
            <a:pPr marL="0" indent="0" algn="l">
              <a:lnSpc>
                <a:spcPts val="9750"/>
              </a:lnSpc>
              <a:buNone/>
            </a:pPr>
            <a:r>
              <a:rPr lang="en-US" sz="7800" dirty="0">
                <a:solidFill>
                  <a:srgbClr val="3257B8"/>
                </a:solidFill>
                <a:latin typeface="Roboto Slab" pitchFamily="34" charset="0"/>
                <a:ea typeface="Roboto Slab" pitchFamily="34" charset="-122"/>
                <a:cs typeface="Roboto Slab" pitchFamily="34" charset="-120"/>
              </a:rPr>
              <a:t>The CO-STAR Framework</a:t>
            </a:r>
            <a:endParaRPr lang="en-US" sz="7800" dirty="0"/>
          </a:p>
        </p:txBody>
      </p:sp>
      <p:sp>
        <p:nvSpPr>
          <p:cNvPr id="5" name="Text 3"/>
          <p:cNvSpPr/>
          <p:nvPr/>
        </p:nvSpPr>
        <p:spPr>
          <a:xfrm>
            <a:off x="793790" y="4647367"/>
            <a:ext cx="8082082"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Strategic communication with rich context</a:t>
            </a:r>
            <a:endParaRPr lang="en-US" sz="3100" dirty="0"/>
          </a:p>
        </p:txBody>
      </p:sp>
      <p:sp>
        <p:nvSpPr>
          <p:cNvPr id="6" name="Shape 4"/>
          <p:cNvSpPr/>
          <p:nvPr/>
        </p:nvSpPr>
        <p:spPr>
          <a:xfrm>
            <a:off x="793790" y="5540305"/>
            <a:ext cx="13042821" cy="32385"/>
          </a:xfrm>
          <a:prstGeom prst="rect">
            <a:avLst/>
          </a:prstGeom>
          <a:solidFill>
            <a:srgbClr val="15213F">
              <a:alpha val="50000"/>
            </a:srgbClr>
          </a:solidFill>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95623" y="593388"/>
            <a:ext cx="6475690" cy="620078"/>
          </a:xfrm>
          <a:prstGeom prst="rect">
            <a:avLst/>
          </a:prstGeom>
          <a:noFill/>
          <a:ln/>
        </p:spPr>
        <p:txBody>
          <a:bodyPr wrap="none" lIns="0" tIns="0" rIns="0" bIns="0" rtlCol="0" anchor="t"/>
          <a:lstStyle/>
          <a:p>
            <a:pPr marL="0" indent="0" algn="l">
              <a:buNone/>
            </a:pPr>
            <a:r>
              <a:rPr lang="en-US" sz="7200" dirty="0">
                <a:solidFill>
                  <a:srgbClr val="3257B8"/>
                </a:solidFill>
                <a:latin typeface="Roboto Slab" pitchFamily="34" charset="0"/>
                <a:ea typeface="Roboto Slab" pitchFamily="34" charset="-122"/>
                <a:cs typeface="Roboto Slab" pitchFamily="34" charset="-120"/>
              </a:rPr>
              <a:t>Framework Selection Guide</a:t>
            </a:r>
            <a:endParaRPr lang="en-US" sz="7200" dirty="0"/>
          </a:p>
        </p:txBody>
      </p:sp>
      <p:sp>
        <p:nvSpPr>
          <p:cNvPr id="3" name="Text 1"/>
          <p:cNvSpPr/>
          <p:nvPr/>
        </p:nvSpPr>
        <p:spPr>
          <a:xfrm>
            <a:off x="440863" y="2363199"/>
            <a:ext cx="3043714" cy="372070"/>
          </a:xfrm>
          <a:prstGeom prst="rect">
            <a:avLst/>
          </a:prstGeom>
          <a:noFill/>
          <a:ln/>
        </p:spPr>
        <p:txBody>
          <a:bodyPr wrap="none" lIns="0" tIns="0" rIns="0" bIns="0" rtlCol="0" anchor="t"/>
          <a:lstStyle/>
          <a:p>
            <a:pPr marL="0" indent="0" algn="l">
              <a:buNone/>
            </a:pPr>
            <a:r>
              <a:rPr lang="en-US" sz="4800" dirty="0">
                <a:solidFill>
                  <a:srgbClr val="3257B8"/>
                </a:solidFill>
                <a:latin typeface="Roboto Slab" pitchFamily="34" charset="0"/>
                <a:ea typeface="Roboto Slab" pitchFamily="34" charset="-122"/>
                <a:cs typeface="Roboto Slab" pitchFamily="34" charset="-120"/>
              </a:rPr>
              <a:t>Use AUTOMAT when:</a:t>
            </a:r>
            <a:endParaRPr lang="en-US" sz="4800" dirty="0"/>
          </a:p>
        </p:txBody>
      </p:sp>
      <p:sp>
        <p:nvSpPr>
          <p:cNvPr id="4" name="Text 2"/>
          <p:cNvSpPr/>
          <p:nvPr/>
        </p:nvSpPr>
        <p:spPr>
          <a:xfrm>
            <a:off x="440863" y="3356834"/>
            <a:ext cx="6279356" cy="317540"/>
          </a:xfrm>
          <a:prstGeom prst="rect">
            <a:avLst/>
          </a:prstGeom>
          <a:noFill/>
          <a:ln/>
        </p:spPr>
        <p:txBody>
          <a:bodyPr wrap="none" lIns="0" tIns="0" rIns="0" bIns="0" rtlCol="0" anchor="t"/>
          <a:lstStyle/>
          <a:p>
            <a:pPr algn="l">
              <a:buSzPct val="100000"/>
            </a:pPr>
            <a:r>
              <a:rPr lang="en-US" sz="3600" dirty="0">
                <a:solidFill>
                  <a:srgbClr val="15213F"/>
                </a:solidFill>
                <a:latin typeface="Roboto" pitchFamily="34" charset="0"/>
                <a:ea typeface="Roboto" pitchFamily="34" charset="-122"/>
                <a:cs typeface="Roboto" pitchFamily="34" charset="-120"/>
              </a:rPr>
              <a:t>✓ Functional, structured tasks</a:t>
            </a:r>
            <a:endParaRPr lang="en-US" sz="3600" dirty="0"/>
          </a:p>
        </p:txBody>
      </p:sp>
      <p:sp>
        <p:nvSpPr>
          <p:cNvPr id="5" name="Text 3"/>
          <p:cNvSpPr/>
          <p:nvPr/>
        </p:nvSpPr>
        <p:spPr>
          <a:xfrm>
            <a:off x="440863" y="4129831"/>
            <a:ext cx="6279356" cy="317540"/>
          </a:xfrm>
          <a:prstGeom prst="rect">
            <a:avLst/>
          </a:prstGeom>
          <a:noFill/>
          <a:ln/>
        </p:spPr>
        <p:txBody>
          <a:bodyPr wrap="none" lIns="0" tIns="0" rIns="0" bIns="0" rtlCol="0" anchor="t"/>
          <a:lstStyle/>
          <a:p>
            <a:pPr algn="l">
              <a:buSzPct val="100000"/>
            </a:pPr>
            <a:r>
              <a:rPr lang="en-US" sz="3600" dirty="0">
                <a:solidFill>
                  <a:srgbClr val="15213F"/>
                </a:solidFill>
                <a:latin typeface="Roboto" pitchFamily="34" charset="0"/>
                <a:ea typeface="Roboto" pitchFamily="34" charset="-122"/>
                <a:cs typeface="Roboto" pitchFamily="34" charset="-120"/>
              </a:rPr>
              <a:t>✓ Clear input output transformation</a:t>
            </a:r>
            <a:endParaRPr lang="en-US" sz="3600" dirty="0"/>
          </a:p>
        </p:txBody>
      </p:sp>
      <p:sp>
        <p:nvSpPr>
          <p:cNvPr id="6" name="Text 4"/>
          <p:cNvSpPr/>
          <p:nvPr/>
        </p:nvSpPr>
        <p:spPr>
          <a:xfrm>
            <a:off x="440863" y="4902425"/>
            <a:ext cx="6279356" cy="317540"/>
          </a:xfrm>
          <a:prstGeom prst="rect">
            <a:avLst/>
          </a:prstGeom>
          <a:noFill/>
          <a:ln/>
        </p:spPr>
        <p:txBody>
          <a:bodyPr wrap="none" lIns="0" tIns="0" rIns="0" bIns="0" rtlCol="0" anchor="t"/>
          <a:lstStyle/>
          <a:p>
            <a:pPr algn="l">
              <a:buSzPct val="100000"/>
            </a:pPr>
            <a:r>
              <a:rPr lang="en-US" sz="3600" dirty="0">
                <a:solidFill>
                  <a:srgbClr val="15213F"/>
                </a:solidFill>
                <a:latin typeface="Roboto" pitchFamily="34" charset="0"/>
                <a:ea typeface="Roboto" pitchFamily="34" charset="-122"/>
                <a:cs typeface="Roboto" pitchFamily="34" charset="-120"/>
              </a:rPr>
              <a:t>✓ Format is most important</a:t>
            </a:r>
            <a:endParaRPr lang="en-US" sz="3600" dirty="0"/>
          </a:p>
        </p:txBody>
      </p:sp>
      <p:sp>
        <p:nvSpPr>
          <p:cNvPr id="7" name="Text 5"/>
          <p:cNvSpPr/>
          <p:nvPr/>
        </p:nvSpPr>
        <p:spPr>
          <a:xfrm>
            <a:off x="793789" y="5749819"/>
            <a:ext cx="14269747" cy="779317"/>
          </a:xfrm>
          <a:prstGeom prst="rect">
            <a:avLst/>
          </a:prstGeom>
          <a:noFill/>
          <a:ln/>
        </p:spPr>
        <p:txBody>
          <a:bodyPr wrap="none" lIns="0" tIns="0" rIns="0" bIns="0" rtlCol="0" anchor="t"/>
          <a:lstStyle/>
          <a:p>
            <a:pPr marL="0" indent="0" algn="l">
              <a:buNone/>
            </a:pPr>
            <a:r>
              <a:rPr lang="en-US" sz="3600" b="1" dirty="0">
                <a:solidFill>
                  <a:srgbClr val="15213F"/>
                </a:solidFill>
                <a:latin typeface="Roboto" pitchFamily="34" charset="0"/>
                <a:ea typeface="Roboto" pitchFamily="34" charset="-122"/>
                <a:cs typeface="Roboto" pitchFamily="34" charset="-120"/>
              </a:rPr>
              <a:t>Examples:</a:t>
            </a:r>
            <a:r>
              <a:rPr lang="en-US" sz="3600" dirty="0">
                <a:solidFill>
                  <a:srgbClr val="15213F"/>
                </a:solidFill>
                <a:latin typeface="Roboto" pitchFamily="34" charset="0"/>
                <a:ea typeface="Roboto" pitchFamily="34" charset="-122"/>
                <a:cs typeface="Roboto" pitchFamily="34" charset="-120"/>
              </a:rPr>
              <a:t> Data extraction,</a:t>
            </a:r>
          </a:p>
          <a:p>
            <a:pPr marL="0" indent="0" algn="l">
              <a:buNone/>
            </a:pPr>
            <a:r>
              <a:rPr lang="en-US" sz="3600" dirty="0">
                <a:solidFill>
                  <a:srgbClr val="15213F"/>
                </a:solidFill>
                <a:latin typeface="Roboto" pitchFamily="34" charset="0"/>
                <a:ea typeface="Roboto" pitchFamily="34" charset="-122"/>
                <a:cs typeface="Roboto" pitchFamily="34" charset="-120"/>
              </a:rPr>
              <a:t>formatting, protocol conversion</a:t>
            </a:r>
            <a:endParaRPr lang="en-US" sz="3600" dirty="0"/>
          </a:p>
        </p:txBody>
      </p:sp>
      <p:sp>
        <p:nvSpPr>
          <p:cNvPr id="8" name="Text 6"/>
          <p:cNvSpPr/>
          <p:nvPr/>
        </p:nvSpPr>
        <p:spPr>
          <a:xfrm>
            <a:off x="7727513" y="2378800"/>
            <a:ext cx="2977039" cy="372070"/>
          </a:xfrm>
          <a:prstGeom prst="rect">
            <a:avLst/>
          </a:prstGeom>
          <a:noFill/>
          <a:ln/>
        </p:spPr>
        <p:txBody>
          <a:bodyPr wrap="none" lIns="0" tIns="0" rIns="0" bIns="0" rtlCol="0" anchor="t"/>
          <a:lstStyle/>
          <a:p>
            <a:pPr marL="0" indent="0" algn="l">
              <a:buNone/>
            </a:pPr>
            <a:r>
              <a:rPr lang="en-US" sz="4800" dirty="0">
                <a:solidFill>
                  <a:srgbClr val="3257B8"/>
                </a:solidFill>
                <a:latin typeface="Roboto Slab" pitchFamily="34" charset="0"/>
                <a:ea typeface="Roboto Slab" pitchFamily="34" charset="-122"/>
                <a:cs typeface="Roboto Slab" pitchFamily="34" charset="-120"/>
              </a:rPr>
              <a:t>Use CO-STAR when:</a:t>
            </a:r>
            <a:endParaRPr lang="en-US" sz="4800" dirty="0"/>
          </a:p>
        </p:txBody>
      </p:sp>
      <p:sp>
        <p:nvSpPr>
          <p:cNvPr id="9" name="Text 7"/>
          <p:cNvSpPr/>
          <p:nvPr/>
        </p:nvSpPr>
        <p:spPr>
          <a:xfrm>
            <a:off x="7928662" y="3366859"/>
            <a:ext cx="6279356" cy="317540"/>
          </a:xfrm>
          <a:prstGeom prst="rect">
            <a:avLst/>
          </a:prstGeom>
          <a:noFill/>
          <a:ln/>
        </p:spPr>
        <p:txBody>
          <a:bodyPr wrap="none" lIns="0" tIns="0" rIns="0" bIns="0" rtlCol="0" anchor="t"/>
          <a:lstStyle/>
          <a:p>
            <a:pPr algn="l">
              <a:buSzPct val="100000"/>
            </a:pPr>
            <a:r>
              <a:rPr lang="en-US" sz="3600" dirty="0">
                <a:solidFill>
                  <a:srgbClr val="15213F"/>
                </a:solidFill>
                <a:latin typeface="Roboto" pitchFamily="34" charset="0"/>
                <a:ea typeface="Roboto" pitchFamily="34" charset="-122"/>
                <a:cs typeface="Roboto" pitchFamily="34" charset="-120"/>
              </a:rPr>
              <a:t>✓ Strategic, narrative content</a:t>
            </a:r>
            <a:endParaRPr lang="en-US" sz="3600" dirty="0"/>
          </a:p>
        </p:txBody>
      </p:sp>
      <p:sp>
        <p:nvSpPr>
          <p:cNvPr id="10" name="Text 8"/>
          <p:cNvSpPr/>
          <p:nvPr/>
        </p:nvSpPr>
        <p:spPr>
          <a:xfrm>
            <a:off x="7910181" y="4160987"/>
            <a:ext cx="6279356" cy="317540"/>
          </a:xfrm>
          <a:prstGeom prst="rect">
            <a:avLst/>
          </a:prstGeom>
          <a:noFill/>
          <a:ln/>
        </p:spPr>
        <p:txBody>
          <a:bodyPr wrap="none" lIns="0" tIns="0" rIns="0" bIns="0" rtlCol="0" anchor="t"/>
          <a:lstStyle/>
          <a:p>
            <a:pPr algn="l">
              <a:buSzPct val="100000"/>
            </a:pPr>
            <a:r>
              <a:rPr lang="en-US" sz="3600" dirty="0">
                <a:solidFill>
                  <a:srgbClr val="15213F"/>
                </a:solidFill>
                <a:latin typeface="Roboto" pitchFamily="34" charset="0"/>
                <a:ea typeface="Roboto" pitchFamily="34" charset="-122"/>
                <a:cs typeface="Roboto" pitchFamily="34" charset="-120"/>
              </a:rPr>
              <a:t>✓ Audience perspective matters</a:t>
            </a:r>
            <a:endParaRPr lang="en-US" sz="3600" dirty="0"/>
          </a:p>
        </p:txBody>
      </p:sp>
      <p:sp>
        <p:nvSpPr>
          <p:cNvPr id="11" name="Text 9"/>
          <p:cNvSpPr/>
          <p:nvPr/>
        </p:nvSpPr>
        <p:spPr>
          <a:xfrm>
            <a:off x="7910181" y="4993111"/>
            <a:ext cx="6279356" cy="317540"/>
          </a:xfrm>
          <a:prstGeom prst="rect">
            <a:avLst/>
          </a:prstGeom>
          <a:noFill/>
          <a:ln/>
        </p:spPr>
        <p:txBody>
          <a:bodyPr wrap="none" lIns="0" tIns="0" rIns="0" bIns="0" rtlCol="0" anchor="t"/>
          <a:lstStyle/>
          <a:p>
            <a:pPr algn="l">
              <a:buSzPct val="100000"/>
            </a:pPr>
            <a:r>
              <a:rPr lang="en-US" sz="3600" dirty="0">
                <a:solidFill>
                  <a:srgbClr val="15213F"/>
                </a:solidFill>
                <a:latin typeface="Roboto" pitchFamily="34" charset="0"/>
                <a:ea typeface="Roboto" pitchFamily="34" charset="-122"/>
                <a:cs typeface="Roboto" pitchFamily="34" charset="-120"/>
              </a:rPr>
              <a:t>✓ Context and tone critical</a:t>
            </a:r>
            <a:endParaRPr lang="en-US" sz="3600" dirty="0"/>
          </a:p>
        </p:txBody>
      </p:sp>
      <p:sp>
        <p:nvSpPr>
          <p:cNvPr id="12" name="Text 10"/>
          <p:cNvSpPr/>
          <p:nvPr/>
        </p:nvSpPr>
        <p:spPr>
          <a:xfrm>
            <a:off x="7557255" y="5675019"/>
            <a:ext cx="6279356" cy="635079"/>
          </a:xfrm>
          <a:prstGeom prst="rect">
            <a:avLst/>
          </a:prstGeom>
          <a:noFill/>
          <a:ln/>
        </p:spPr>
        <p:txBody>
          <a:bodyPr wrap="square" lIns="0" tIns="0" rIns="0" bIns="0" rtlCol="0" anchor="t"/>
          <a:lstStyle/>
          <a:p>
            <a:pPr marL="0" indent="0" algn="l">
              <a:buNone/>
            </a:pPr>
            <a:r>
              <a:rPr lang="en-US" sz="3600" b="1" dirty="0">
                <a:solidFill>
                  <a:srgbClr val="15213F"/>
                </a:solidFill>
                <a:latin typeface="Roboto" pitchFamily="34" charset="0"/>
                <a:ea typeface="Roboto" pitchFamily="34" charset="-122"/>
                <a:cs typeface="Roboto" pitchFamily="34" charset="-120"/>
              </a:rPr>
              <a:t>Examples:</a:t>
            </a:r>
            <a:r>
              <a:rPr lang="en-US" sz="3600" dirty="0">
                <a:solidFill>
                  <a:srgbClr val="15213F"/>
                </a:solidFill>
                <a:latin typeface="Roboto" pitchFamily="34" charset="0"/>
                <a:ea typeface="Roboto" pitchFamily="34" charset="-122"/>
                <a:cs typeface="Roboto" pitchFamily="34" charset="-120"/>
              </a:rPr>
              <a:t> Reports, pitches, literature reviews, management communication</a:t>
            </a: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0925" y="503039"/>
            <a:ext cx="4779407" cy="571024"/>
          </a:xfrm>
          <a:prstGeom prst="rect">
            <a:avLst/>
          </a:prstGeom>
          <a:noFill/>
          <a:ln/>
        </p:spPr>
        <p:txBody>
          <a:bodyPr wrap="none" lIns="0" tIns="0" rIns="0" bIns="0" rtlCol="0" anchor="t"/>
          <a:lstStyle/>
          <a:p>
            <a:pPr marL="0" indent="0" algn="l">
              <a:lnSpc>
                <a:spcPts val="4450"/>
              </a:lnSpc>
              <a:buNone/>
            </a:pPr>
            <a:r>
              <a:rPr lang="en-US" sz="6000" dirty="0">
                <a:solidFill>
                  <a:srgbClr val="3257B8"/>
                </a:solidFill>
                <a:latin typeface="Roboto Slab" pitchFamily="34" charset="0"/>
                <a:ea typeface="Roboto Slab" pitchFamily="34" charset="-122"/>
                <a:cs typeface="Roboto Slab" pitchFamily="34" charset="-120"/>
              </a:rPr>
              <a:t>CO-STAR Components</a:t>
            </a:r>
            <a:endParaRPr lang="en-US" sz="6000" dirty="0"/>
          </a:p>
        </p:txBody>
      </p:sp>
      <p:sp>
        <p:nvSpPr>
          <p:cNvPr id="3" name="Shape 1"/>
          <p:cNvSpPr/>
          <p:nvPr/>
        </p:nvSpPr>
        <p:spPr>
          <a:xfrm>
            <a:off x="730925" y="1439466"/>
            <a:ext cx="6492954" cy="1783556"/>
          </a:xfrm>
          <a:prstGeom prst="roundRect">
            <a:avLst>
              <a:gd name="adj" fmla="val 1537"/>
            </a:avLst>
          </a:prstGeom>
          <a:solidFill>
            <a:srgbClr val="E9ECF2"/>
          </a:solidFill>
          <a:ln/>
        </p:spPr>
        <p:txBody>
          <a:bodyPr/>
          <a:lstStyle/>
          <a:p>
            <a:endParaRPr lang="en-US" sz="4000"/>
          </a:p>
        </p:txBody>
      </p:sp>
      <p:sp>
        <p:nvSpPr>
          <p:cNvPr id="4" name="Shape 2"/>
          <p:cNvSpPr/>
          <p:nvPr/>
        </p:nvSpPr>
        <p:spPr>
          <a:xfrm>
            <a:off x="913567" y="1622108"/>
            <a:ext cx="548164" cy="548164"/>
          </a:xfrm>
          <a:prstGeom prst="roundRect">
            <a:avLst>
              <a:gd name="adj" fmla="val 16679471"/>
            </a:avLst>
          </a:prstGeom>
          <a:solidFill>
            <a:srgbClr val="3257B8"/>
          </a:solidFill>
          <a:ln/>
        </p:spPr>
        <p:txBody>
          <a:bodyPr/>
          <a:lstStyle/>
          <a:p>
            <a:endParaRPr lang="en-US" sz="400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300" y="1772841"/>
            <a:ext cx="246578" cy="246578"/>
          </a:xfrm>
          <a:prstGeom prst="rect">
            <a:avLst/>
          </a:prstGeom>
        </p:spPr>
      </p:pic>
      <p:sp>
        <p:nvSpPr>
          <p:cNvPr id="6" name="Text 3"/>
          <p:cNvSpPr/>
          <p:nvPr/>
        </p:nvSpPr>
        <p:spPr>
          <a:xfrm>
            <a:off x="913567" y="2352913"/>
            <a:ext cx="2284214" cy="285512"/>
          </a:xfrm>
          <a:prstGeom prst="rect">
            <a:avLst/>
          </a:prstGeom>
          <a:noFill/>
          <a:ln/>
        </p:spPr>
        <p:txBody>
          <a:bodyPr wrap="none" lIns="0" tIns="0" rIns="0" bIns="0" rtlCol="0" anchor="t"/>
          <a:lstStyle/>
          <a:p>
            <a:pPr marL="0" indent="0" algn="l">
              <a:lnSpc>
                <a:spcPts val="2200"/>
              </a:lnSpc>
              <a:buNone/>
            </a:pPr>
            <a:r>
              <a:rPr lang="en-US" sz="3600" dirty="0">
                <a:solidFill>
                  <a:srgbClr val="15213F"/>
                </a:solidFill>
                <a:latin typeface="Roboto Slab" pitchFamily="34" charset="0"/>
                <a:ea typeface="Roboto Slab" pitchFamily="34" charset="-122"/>
                <a:cs typeface="Roboto Slab" pitchFamily="34" charset="-120"/>
              </a:rPr>
              <a:t>C - Context</a:t>
            </a:r>
            <a:endParaRPr lang="en-US" sz="3600" dirty="0"/>
          </a:p>
        </p:txBody>
      </p:sp>
      <p:sp>
        <p:nvSpPr>
          <p:cNvPr id="7" name="Text 4"/>
          <p:cNvSpPr/>
          <p:nvPr/>
        </p:nvSpPr>
        <p:spPr>
          <a:xfrm>
            <a:off x="913567" y="2747963"/>
            <a:ext cx="6127671" cy="292418"/>
          </a:xfrm>
          <a:prstGeom prst="rect">
            <a:avLst/>
          </a:prstGeom>
          <a:noFill/>
          <a:ln/>
        </p:spPr>
        <p:txBody>
          <a:bodyPr wrap="none" lIns="0" tIns="0" rIns="0" bIns="0" rtlCol="0" anchor="t"/>
          <a:lstStyle/>
          <a:p>
            <a:pPr marL="0" indent="0" algn="l">
              <a:lnSpc>
                <a:spcPts val="2300"/>
              </a:lnSpc>
              <a:buNone/>
            </a:pPr>
            <a:r>
              <a:rPr lang="en-US" sz="3200" dirty="0">
                <a:solidFill>
                  <a:srgbClr val="15213F"/>
                </a:solidFill>
                <a:latin typeface="Roboto" pitchFamily="34" charset="0"/>
                <a:ea typeface="Roboto" pitchFamily="34" charset="-122"/>
                <a:cs typeface="Roboto" pitchFamily="34" charset="-120"/>
              </a:rPr>
              <a:t>(Background &amp; situation)</a:t>
            </a:r>
            <a:endParaRPr lang="en-US" sz="3200" dirty="0"/>
          </a:p>
        </p:txBody>
      </p:sp>
      <p:sp>
        <p:nvSpPr>
          <p:cNvPr id="8" name="Shape 5"/>
          <p:cNvSpPr/>
          <p:nvPr/>
        </p:nvSpPr>
        <p:spPr>
          <a:xfrm>
            <a:off x="7406521" y="1439466"/>
            <a:ext cx="6492954" cy="1783556"/>
          </a:xfrm>
          <a:prstGeom prst="roundRect">
            <a:avLst>
              <a:gd name="adj" fmla="val 1537"/>
            </a:avLst>
          </a:prstGeom>
          <a:solidFill>
            <a:srgbClr val="E9ECF2"/>
          </a:solidFill>
          <a:ln/>
        </p:spPr>
        <p:txBody>
          <a:bodyPr/>
          <a:lstStyle/>
          <a:p>
            <a:endParaRPr lang="en-US" sz="4000"/>
          </a:p>
        </p:txBody>
      </p:sp>
      <p:sp>
        <p:nvSpPr>
          <p:cNvPr id="9" name="Shape 6"/>
          <p:cNvSpPr/>
          <p:nvPr/>
        </p:nvSpPr>
        <p:spPr>
          <a:xfrm>
            <a:off x="7589163" y="1622108"/>
            <a:ext cx="548164" cy="548164"/>
          </a:xfrm>
          <a:prstGeom prst="roundRect">
            <a:avLst>
              <a:gd name="adj" fmla="val 16679471"/>
            </a:avLst>
          </a:prstGeom>
          <a:solidFill>
            <a:srgbClr val="3257B8"/>
          </a:solidFill>
          <a:ln/>
        </p:spPr>
        <p:txBody>
          <a:bodyPr/>
          <a:lstStyle/>
          <a:p>
            <a:endParaRPr lang="en-US" sz="400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896" y="1772841"/>
            <a:ext cx="246578" cy="246578"/>
          </a:xfrm>
          <a:prstGeom prst="rect">
            <a:avLst/>
          </a:prstGeom>
        </p:spPr>
      </p:pic>
      <p:sp>
        <p:nvSpPr>
          <p:cNvPr id="11" name="Text 7"/>
          <p:cNvSpPr/>
          <p:nvPr/>
        </p:nvSpPr>
        <p:spPr>
          <a:xfrm>
            <a:off x="7589163" y="2352913"/>
            <a:ext cx="2284214" cy="285512"/>
          </a:xfrm>
          <a:prstGeom prst="rect">
            <a:avLst/>
          </a:prstGeom>
          <a:noFill/>
          <a:ln/>
        </p:spPr>
        <p:txBody>
          <a:bodyPr wrap="none" lIns="0" tIns="0" rIns="0" bIns="0" rtlCol="0" anchor="t"/>
          <a:lstStyle/>
          <a:p>
            <a:pPr marL="0" indent="0" algn="l">
              <a:lnSpc>
                <a:spcPts val="2200"/>
              </a:lnSpc>
              <a:buNone/>
            </a:pPr>
            <a:r>
              <a:rPr lang="en-US" sz="3600" dirty="0">
                <a:solidFill>
                  <a:srgbClr val="15213F"/>
                </a:solidFill>
                <a:latin typeface="Roboto Slab" pitchFamily="34" charset="0"/>
                <a:ea typeface="Roboto Slab" pitchFamily="34" charset="-122"/>
                <a:cs typeface="Roboto Slab" pitchFamily="34" charset="-120"/>
              </a:rPr>
              <a:t>O - Objective</a:t>
            </a:r>
            <a:endParaRPr lang="en-US" sz="3600" dirty="0"/>
          </a:p>
        </p:txBody>
      </p:sp>
      <p:sp>
        <p:nvSpPr>
          <p:cNvPr id="12" name="Text 8"/>
          <p:cNvSpPr/>
          <p:nvPr/>
        </p:nvSpPr>
        <p:spPr>
          <a:xfrm>
            <a:off x="7589163" y="2747963"/>
            <a:ext cx="6127671" cy="292418"/>
          </a:xfrm>
          <a:prstGeom prst="rect">
            <a:avLst/>
          </a:prstGeom>
          <a:noFill/>
          <a:ln/>
        </p:spPr>
        <p:txBody>
          <a:bodyPr wrap="none" lIns="0" tIns="0" rIns="0" bIns="0" rtlCol="0" anchor="t"/>
          <a:lstStyle/>
          <a:p>
            <a:pPr marL="0" indent="0" algn="l">
              <a:lnSpc>
                <a:spcPts val="2300"/>
              </a:lnSpc>
              <a:buNone/>
            </a:pPr>
            <a:r>
              <a:rPr lang="en-US" sz="3200" dirty="0">
                <a:solidFill>
                  <a:srgbClr val="15213F"/>
                </a:solidFill>
                <a:latin typeface="Roboto" pitchFamily="34" charset="0"/>
                <a:ea typeface="Roboto" pitchFamily="34" charset="-122"/>
                <a:cs typeface="Roboto" pitchFamily="34" charset="-120"/>
              </a:rPr>
              <a:t>(Goal you want to achieve)</a:t>
            </a:r>
            <a:endParaRPr lang="en-US" sz="3200" dirty="0"/>
          </a:p>
        </p:txBody>
      </p:sp>
      <p:sp>
        <p:nvSpPr>
          <p:cNvPr id="13" name="Shape 9"/>
          <p:cNvSpPr/>
          <p:nvPr/>
        </p:nvSpPr>
        <p:spPr>
          <a:xfrm>
            <a:off x="730925" y="3405664"/>
            <a:ext cx="6492954" cy="1783556"/>
          </a:xfrm>
          <a:prstGeom prst="roundRect">
            <a:avLst>
              <a:gd name="adj" fmla="val 1537"/>
            </a:avLst>
          </a:prstGeom>
          <a:solidFill>
            <a:srgbClr val="E9ECF2"/>
          </a:solidFill>
          <a:ln/>
        </p:spPr>
        <p:txBody>
          <a:bodyPr/>
          <a:lstStyle/>
          <a:p>
            <a:endParaRPr lang="en-US" sz="4000"/>
          </a:p>
        </p:txBody>
      </p:sp>
      <p:sp>
        <p:nvSpPr>
          <p:cNvPr id="14" name="Shape 10"/>
          <p:cNvSpPr/>
          <p:nvPr/>
        </p:nvSpPr>
        <p:spPr>
          <a:xfrm>
            <a:off x="913567" y="3588306"/>
            <a:ext cx="548164" cy="548164"/>
          </a:xfrm>
          <a:prstGeom prst="roundRect">
            <a:avLst>
              <a:gd name="adj" fmla="val 16679471"/>
            </a:avLst>
          </a:prstGeom>
          <a:solidFill>
            <a:srgbClr val="3257B8"/>
          </a:solidFill>
          <a:ln/>
        </p:spPr>
        <p:txBody>
          <a:bodyPr/>
          <a:lstStyle/>
          <a:p>
            <a:endParaRPr lang="en-US" sz="4000"/>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4300" y="3739039"/>
            <a:ext cx="246578" cy="246578"/>
          </a:xfrm>
          <a:prstGeom prst="rect">
            <a:avLst/>
          </a:prstGeom>
        </p:spPr>
      </p:pic>
      <p:sp>
        <p:nvSpPr>
          <p:cNvPr id="16" name="Text 11"/>
          <p:cNvSpPr/>
          <p:nvPr/>
        </p:nvSpPr>
        <p:spPr>
          <a:xfrm>
            <a:off x="913567" y="4319111"/>
            <a:ext cx="2284214" cy="285512"/>
          </a:xfrm>
          <a:prstGeom prst="rect">
            <a:avLst/>
          </a:prstGeom>
          <a:noFill/>
          <a:ln/>
        </p:spPr>
        <p:txBody>
          <a:bodyPr wrap="none" lIns="0" tIns="0" rIns="0" bIns="0" rtlCol="0" anchor="t"/>
          <a:lstStyle/>
          <a:p>
            <a:pPr marL="0" indent="0" algn="l">
              <a:lnSpc>
                <a:spcPts val="2200"/>
              </a:lnSpc>
              <a:buNone/>
            </a:pPr>
            <a:r>
              <a:rPr lang="en-US" sz="3600" dirty="0">
                <a:solidFill>
                  <a:srgbClr val="15213F"/>
                </a:solidFill>
                <a:latin typeface="Roboto Slab" pitchFamily="34" charset="0"/>
                <a:ea typeface="Roboto Slab" pitchFamily="34" charset="-122"/>
                <a:cs typeface="Roboto Slab" pitchFamily="34" charset="-120"/>
              </a:rPr>
              <a:t>S - Style</a:t>
            </a:r>
            <a:endParaRPr lang="en-US" sz="3600" dirty="0"/>
          </a:p>
        </p:txBody>
      </p:sp>
      <p:sp>
        <p:nvSpPr>
          <p:cNvPr id="17" name="Text 12"/>
          <p:cNvSpPr/>
          <p:nvPr/>
        </p:nvSpPr>
        <p:spPr>
          <a:xfrm>
            <a:off x="913567" y="4714161"/>
            <a:ext cx="6127671" cy="292418"/>
          </a:xfrm>
          <a:prstGeom prst="rect">
            <a:avLst/>
          </a:prstGeom>
          <a:noFill/>
          <a:ln/>
        </p:spPr>
        <p:txBody>
          <a:bodyPr wrap="none" lIns="0" tIns="0" rIns="0" bIns="0" rtlCol="0" anchor="t"/>
          <a:lstStyle/>
          <a:p>
            <a:pPr marL="0" indent="0" algn="l">
              <a:lnSpc>
                <a:spcPts val="2300"/>
              </a:lnSpc>
              <a:buNone/>
            </a:pPr>
            <a:r>
              <a:rPr lang="en-US" sz="3200" dirty="0">
                <a:solidFill>
                  <a:srgbClr val="15213F"/>
                </a:solidFill>
                <a:latin typeface="Roboto" pitchFamily="34" charset="0"/>
                <a:ea typeface="Roboto" pitchFamily="34" charset="-122"/>
                <a:cs typeface="Roboto" pitchFamily="34" charset="-120"/>
              </a:rPr>
              <a:t>(Writing approach)</a:t>
            </a:r>
            <a:endParaRPr lang="en-US" sz="3200" dirty="0"/>
          </a:p>
        </p:txBody>
      </p:sp>
      <p:sp>
        <p:nvSpPr>
          <p:cNvPr id="18" name="Shape 13"/>
          <p:cNvSpPr/>
          <p:nvPr/>
        </p:nvSpPr>
        <p:spPr>
          <a:xfrm>
            <a:off x="7406521" y="3405664"/>
            <a:ext cx="6492954" cy="1783556"/>
          </a:xfrm>
          <a:prstGeom prst="roundRect">
            <a:avLst>
              <a:gd name="adj" fmla="val 1537"/>
            </a:avLst>
          </a:prstGeom>
          <a:solidFill>
            <a:srgbClr val="E9ECF2"/>
          </a:solidFill>
          <a:ln/>
        </p:spPr>
        <p:txBody>
          <a:bodyPr/>
          <a:lstStyle/>
          <a:p>
            <a:endParaRPr lang="en-US" sz="4000"/>
          </a:p>
        </p:txBody>
      </p:sp>
      <p:sp>
        <p:nvSpPr>
          <p:cNvPr id="19" name="Shape 14"/>
          <p:cNvSpPr/>
          <p:nvPr/>
        </p:nvSpPr>
        <p:spPr>
          <a:xfrm>
            <a:off x="7589163" y="3588306"/>
            <a:ext cx="548164" cy="548164"/>
          </a:xfrm>
          <a:prstGeom prst="roundRect">
            <a:avLst>
              <a:gd name="adj" fmla="val 16679471"/>
            </a:avLst>
          </a:prstGeom>
          <a:solidFill>
            <a:srgbClr val="3257B8"/>
          </a:solidFill>
          <a:ln/>
        </p:spPr>
        <p:txBody>
          <a:bodyPr/>
          <a:lstStyle/>
          <a:p>
            <a:endParaRPr lang="en-US" sz="4000"/>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39896" y="3739039"/>
            <a:ext cx="246578" cy="246578"/>
          </a:xfrm>
          <a:prstGeom prst="rect">
            <a:avLst/>
          </a:prstGeom>
        </p:spPr>
      </p:pic>
      <p:sp>
        <p:nvSpPr>
          <p:cNvPr id="21" name="Text 15"/>
          <p:cNvSpPr/>
          <p:nvPr/>
        </p:nvSpPr>
        <p:spPr>
          <a:xfrm>
            <a:off x="7589163" y="4319111"/>
            <a:ext cx="2284214" cy="285512"/>
          </a:xfrm>
          <a:prstGeom prst="rect">
            <a:avLst/>
          </a:prstGeom>
          <a:noFill/>
          <a:ln/>
        </p:spPr>
        <p:txBody>
          <a:bodyPr wrap="none" lIns="0" tIns="0" rIns="0" bIns="0" rtlCol="0" anchor="t"/>
          <a:lstStyle/>
          <a:p>
            <a:pPr marL="0" indent="0" algn="l">
              <a:lnSpc>
                <a:spcPts val="2200"/>
              </a:lnSpc>
              <a:buNone/>
            </a:pPr>
            <a:r>
              <a:rPr lang="en-US" sz="3600" dirty="0">
                <a:solidFill>
                  <a:srgbClr val="15213F"/>
                </a:solidFill>
                <a:latin typeface="Roboto Slab" pitchFamily="34" charset="0"/>
                <a:ea typeface="Roboto Slab" pitchFamily="34" charset="-122"/>
                <a:cs typeface="Roboto Slab" pitchFamily="34" charset="-120"/>
              </a:rPr>
              <a:t>T - Tone</a:t>
            </a:r>
            <a:endParaRPr lang="en-US" sz="3600" dirty="0"/>
          </a:p>
        </p:txBody>
      </p:sp>
      <p:sp>
        <p:nvSpPr>
          <p:cNvPr id="22" name="Text 16"/>
          <p:cNvSpPr/>
          <p:nvPr/>
        </p:nvSpPr>
        <p:spPr>
          <a:xfrm>
            <a:off x="7589163" y="4714161"/>
            <a:ext cx="6127671" cy="292418"/>
          </a:xfrm>
          <a:prstGeom prst="rect">
            <a:avLst/>
          </a:prstGeom>
          <a:noFill/>
          <a:ln/>
        </p:spPr>
        <p:txBody>
          <a:bodyPr wrap="none" lIns="0" tIns="0" rIns="0" bIns="0" rtlCol="0" anchor="t"/>
          <a:lstStyle/>
          <a:p>
            <a:pPr marL="0" indent="0" algn="l">
              <a:lnSpc>
                <a:spcPts val="2300"/>
              </a:lnSpc>
              <a:buNone/>
            </a:pPr>
            <a:r>
              <a:rPr lang="en-US" sz="3200" dirty="0">
                <a:solidFill>
                  <a:srgbClr val="15213F"/>
                </a:solidFill>
                <a:latin typeface="Roboto" pitchFamily="34" charset="0"/>
                <a:ea typeface="Roboto" pitchFamily="34" charset="-122"/>
                <a:cs typeface="Roboto" pitchFamily="34" charset="-120"/>
              </a:rPr>
              <a:t>(Voice &amp; emotional quality)</a:t>
            </a:r>
            <a:endParaRPr lang="en-US" sz="3200" dirty="0"/>
          </a:p>
        </p:txBody>
      </p:sp>
      <p:sp>
        <p:nvSpPr>
          <p:cNvPr id="23" name="Shape 17"/>
          <p:cNvSpPr/>
          <p:nvPr/>
        </p:nvSpPr>
        <p:spPr>
          <a:xfrm>
            <a:off x="730925" y="5371862"/>
            <a:ext cx="6492954" cy="1783556"/>
          </a:xfrm>
          <a:prstGeom prst="roundRect">
            <a:avLst>
              <a:gd name="adj" fmla="val 1537"/>
            </a:avLst>
          </a:prstGeom>
          <a:solidFill>
            <a:srgbClr val="E9ECF2"/>
          </a:solidFill>
          <a:ln/>
        </p:spPr>
        <p:txBody>
          <a:bodyPr/>
          <a:lstStyle/>
          <a:p>
            <a:endParaRPr lang="en-US" sz="4000"/>
          </a:p>
        </p:txBody>
      </p:sp>
      <p:sp>
        <p:nvSpPr>
          <p:cNvPr id="24" name="Shape 18"/>
          <p:cNvSpPr/>
          <p:nvPr/>
        </p:nvSpPr>
        <p:spPr>
          <a:xfrm>
            <a:off x="913567" y="5554504"/>
            <a:ext cx="548164" cy="548164"/>
          </a:xfrm>
          <a:prstGeom prst="roundRect">
            <a:avLst>
              <a:gd name="adj" fmla="val 16679471"/>
            </a:avLst>
          </a:prstGeom>
          <a:solidFill>
            <a:srgbClr val="3257B8"/>
          </a:solidFill>
          <a:ln/>
        </p:spPr>
        <p:txBody>
          <a:bodyPr/>
          <a:lstStyle/>
          <a:p>
            <a:endParaRPr lang="en-US" sz="4000"/>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4300" y="5705237"/>
            <a:ext cx="246578" cy="246578"/>
          </a:xfrm>
          <a:prstGeom prst="rect">
            <a:avLst/>
          </a:prstGeom>
        </p:spPr>
      </p:pic>
      <p:sp>
        <p:nvSpPr>
          <p:cNvPr id="26" name="Text 19"/>
          <p:cNvSpPr/>
          <p:nvPr/>
        </p:nvSpPr>
        <p:spPr>
          <a:xfrm>
            <a:off x="913567" y="6285309"/>
            <a:ext cx="2284214" cy="285512"/>
          </a:xfrm>
          <a:prstGeom prst="rect">
            <a:avLst/>
          </a:prstGeom>
          <a:noFill/>
          <a:ln/>
        </p:spPr>
        <p:txBody>
          <a:bodyPr wrap="none" lIns="0" tIns="0" rIns="0" bIns="0" rtlCol="0" anchor="t"/>
          <a:lstStyle/>
          <a:p>
            <a:pPr marL="0" indent="0" algn="l">
              <a:lnSpc>
                <a:spcPts val="2200"/>
              </a:lnSpc>
              <a:buNone/>
            </a:pPr>
            <a:r>
              <a:rPr lang="en-US" sz="3600" dirty="0">
                <a:solidFill>
                  <a:srgbClr val="15213F"/>
                </a:solidFill>
                <a:latin typeface="Roboto Slab" pitchFamily="34" charset="0"/>
                <a:ea typeface="Roboto Slab" pitchFamily="34" charset="-122"/>
                <a:cs typeface="Roboto Slab" pitchFamily="34" charset="-120"/>
              </a:rPr>
              <a:t>A - Audience</a:t>
            </a:r>
            <a:endParaRPr lang="en-US" sz="3600" dirty="0"/>
          </a:p>
        </p:txBody>
      </p:sp>
      <p:sp>
        <p:nvSpPr>
          <p:cNvPr id="27" name="Text 20"/>
          <p:cNvSpPr/>
          <p:nvPr/>
        </p:nvSpPr>
        <p:spPr>
          <a:xfrm>
            <a:off x="913567" y="6680359"/>
            <a:ext cx="6127671" cy="292418"/>
          </a:xfrm>
          <a:prstGeom prst="rect">
            <a:avLst/>
          </a:prstGeom>
          <a:noFill/>
          <a:ln/>
        </p:spPr>
        <p:txBody>
          <a:bodyPr wrap="none" lIns="0" tIns="0" rIns="0" bIns="0" rtlCol="0" anchor="t"/>
          <a:lstStyle/>
          <a:p>
            <a:pPr marL="0" indent="0" algn="l">
              <a:lnSpc>
                <a:spcPts val="2300"/>
              </a:lnSpc>
              <a:buNone/>
            </a:pPr>
            <a:r>
              <a:rPr lang="en-US" sz="3200" dirty="0">
                <a:solidFill>
                  <a:srgbClr val="15213F"/>
                </a:solidFill>
                <a:latin typeface="Roboto" pitchFamily="34" charset="0"/>
                <a:ea typeface="Roboto" pitchFamily="34" charset="-122"/>
                <a:cs typeface="Roboto" pitchFamily="34" charset="-120"/>
              </a:rPr>
              <a:t>(Who will read/use this)</a:t>
            </a:r>
            <a:endParaRPr lang="en-US" sz="3200" dirty="0"/>
          </a:p>
        </p:txBody>
      </p:sp>
      <p:sp>
        <p:nvSpPr>
          <p:cNvPr id="28" name="Shape 21"/>
          <p:cNvSpPr/>
          <p:nvPr/>
        </p:nvSpPr>
        <p:spPr>
          <a:xfrm>
            <a:off x="7406521" y="5371862"/>
            <a:ext cx="6492954" cy="1783556"/>
          </a:xfrm>
          <a:prstGeom prst="roundRect">
            <a:avLst>
              <a:gd name="adj" fmla="val 1537"/>
            </a:avLst>
          </a:prstGeom>
          <a:solidFill>
            <a:srgbClr val="E9ECF2"/>
          </a:solidFill>
          <a:ln/>
        </p:spPr>
        <p:txBody>
          <a:bodyPr/>
          <a:lstStyle/>
          <a:p>
            <a:endParaRPr lang="en-US" sz="4000"/>
          </a:p>
        </p:txBody>
      </p:sp>
      <p:sp>
        <p:nvSpPr>
          <p:cNvPr id="29" name="Shape 22"/>
          <p:cNvSpPr/>
          <p:nvPr/>
        </p:nvSpPr>
        <p:spPr>
          <a:xfrm>
            <a:off x="7589163" y="5554504"/>
            <a:ext cx="548164" cy="548164"/>
          </a:xfrm>
          <a:prstGeom prst="roundRect">
            <a:avLst>
              <a:gd name="adj" fmla="val 16679471"/>
            </a:avLst>
          </a:prstGeom>
          <a:solidFill>
            <a:srgbClr val="3257B8"/>
          </a:solidFill>
          <a:ln/>
        </p:spPr>
        <p:txBody>
          <a:bodyPr/>
          <a:lstStyle/>
          <a:p>
            <a:endParaRPr lang="en-US" sz="4000"/>
          </a:p>
        </p:txBody>
      </p:sp>
      <p:pic>
        <p:nvPicPr>
          <p:cNvPr id="30"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39896" y="5705237"/>
            <a:ext cx="246578" cy="246578"/>
          </a:xfrm>
          <a:prstGeom prst="rect">
            <a:avLst/>
          </a:prstGeom>
        </p:spPr>
      </p:pic>
      <p:sp>
        <p:nvSpPr>
          <p:cNvPr id="31" name="Text 23"/>
          <p:cNvSpPr/>
          <p:nvPr/>
        </p:nvSpPr>
        <p:spPr>
          <a:xfrm>
            <a:off x="7589163" y="6285309"/>
            <a:ext cx="2284214" cy="285512"/>
          </a:xfrm>
          <a:prstGeom prst="rect">
            <a:avLst/>
          </a:prstGeom>
          <a:noFill/>
          <a:ln/>
        </p:spPr>
        <p:txBody>
          <a:bodyPr wrap="none" lIns="0" tIns="0" rIns="0" bIns="0" rtlCol="0" anchor="t"/>
          <a:lstStyle/>
          <a:p>
            <a:pPr marL="0" indent="0" algn="l">
              <a:lnSpc>
                <a:spcPts val="2200"/>
              </a:lnSpc>
              <a:buNone/>
            </a:pPr>
            <a:r>
              <a:rPr lang="en-US" sz="3600" dirty="0">
                <a:solidFill>
                  <a:srgbClr val="15213F"/>
                </a:solidFill>
                <a:latin typeface="Roboto Slab" pitchFamily="34" charset="0"/>
                <a:ea typeface="Roboto Slab" pitchFamily="34" charset="-122"/>
                <a:cs typeface="Roboto Slab" pitchFamily="34" charset="-120"/>
              </a:rPr>
              <a:t>R - Response</a:t>
            </a:r>
            <a:endParaRPr lang="en-US" sz="3600" dirty="0"/>
          </a:p>
        </p:txBody>
      </p:sp>
      <p:sp>
        <p:nvSpPr>
          <p:cNvPr id="32" name="Text 24"/>
          <p:cNvSpPr/>
          <p:nvPr/>
        </p:nvSpPr>
        <p:spPr>
          <a:xfrm>
            <a:off x="7589163" y="6680359"/>
            <a:ext cx="6127671" cy="292418"/>
          </a:xfrm>
          <a:prstGeom prst="rect">
            <a:avLst/>
          </a:prstGeom>
          <a:noFill/>
          <a:ln/>
        </p:spPr>
        <p:txBody>
          <a:bodyPr wrap="none" lIns="0" tIns="0" rIns="0" bIns="0" rtlCol="0" anchor="t"/>
          <a:lstStyle/>
          <a:p>
            <a:pPr marL="0" indent="0" algn="l">
              <a:lnSpc>
                <a:spcPts val="2300"/>
              </a:lnSpc>
              <a:buNone/>
            </a:pPr>
            <a:r>
              <a:rPr lang="en-US" sz="3200" dirty="0">
                <a:solidFill>
                  <a:srgbClr val="15213F"/>
                </a:solidFill>
                <a:latin typeface="Roboto" pitchFamily="34" charset="0"/>
                <a:ea typeface="Roboto" pitchFamily="34" charset="-122"/>
                <a:cs typeface="Roboto" pitchFamily="34" charset="-120"/>
              </a:rPr>
              <a:t>(Format &amp; structure)</a:t>
            </a:r>
            <a:endParaRPr lang="en-US" sz="3200" dirty="0"/>
          </a:p>
        </p:txBody>
      </p:sp>
      <p:sp>
        <p:nvSpPr>
          <p:cNvPr id="33" name="Text 25"/>
          <p:cNvSpPr/>
          <p:nvPr/>
        </p:nvSpPr>
        <p:spPr>
          <a:xfrm>
            <a:off x="730925" y="7481862"/>
            <a:ext cx="13168551" cy="365522"/>
          </a:xfrm>
          <a:prstGeom prst="rect">
            <a:avLst/>
          </a:prstGeom>
          <a:noFill/>
          <a:ln/>
        </p:spPr>
        <p:txBody>
          <a:bodyPr wrap="none" lIns="0" tIns="0" rIns="0" bIns="0" rtlCol="0" anchor="t"/>
          <a:lstStyle/>
          <a:p>
            <a:pPr marL="0" indent="0" algn="l">
              <a:lnSpc>
                <a:spcPts val="2850"/>
              </a:lnSpc>
              <a:buNone/>
            </a:pPr>
            <a:r>
              <a:rPr lang="en-US" sz="3600" b="1" dirty="0">
                <a:solidFill>
                  <a:srgbClr val="15213F"/>
                </a:solidFill>
                <a:latin typeface="Roboto" pitchFamily="34" charset="0"/>
                <a:ea typeface="Roboto" pitchFamily="34" charset="-122"/>
                <a:cs typeface="Roboto" pitchFamily="34" charset="-120"/>
              </a:rPr>
              <a:t>Six components = Strategic specification</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01285" y="665678"/>
            <a:ext cx="4961811" cy="620078"/>
          </a:xfrm>
          <a:prstGeom prst="rect">
            <a:avLst/>
          </a:prstGeom>
          <a:noFill/>
          <a:ln/>
        </p:spPr>
        <p:txBody>
          <a:bodyPr wrap="none" lIns="0" tIns="0" rIns="0" bIns="0" rtlCol="0" anchor="t"/>
          <a:lstStyle/>
          <a:p>
            <a:pPr marL="0" indent="0" algn="l">
              <a:lnSpc>
                <a:spcPts val="4850"/>
              </a:lnSpc>
              <a:buNone/>
            </a:pPr>
            <a:r>
              <a:rPr lang="en-US" sz="7200" dirty="0">
                <a:solidFill>
                  <a:srgbClr val="3257B8"/>
                </a:solidFill>
                <a:latin typeface="Roboto Slab" pitchFamily="34" charset="0"/>
                <a:ea typeface="Roboto Slab" pitchFamily="34" charset="-122"/>
                <a:cs typeface="Roboto Slab" pitchFamily="34" charset="-120"/>
              </a:rPr>
              <a:t>C - Context</a:t>
            </a:r>
            <a:endParaRPr lang="en-US" sz="7200" dirty="0"/>
          </a:p>
        </p:txBody>
      </p:sp>
      <p:sp>
        <p:nvSpPr>
          <p:cNvPr id="3" name="Text 1"/>
          <p:cNvSpPr/>
          <p:nvPr/>
        </p:nvSpPr>
        <p:spPr>
          <a:xfrm>
            <a:off x="601285" y="1719917"/>
            <a:ext cx="6962656" cy="496133"/>
          </a:xfrm>
          <a:prstGeom prst="rect">
            <a:avLst/>
          </a:prstGeom>
          <a:noFill/>
          <a:ln/>
        </p:spPr>
        <p:txBody>
          <a:bodyPr wrap="none" lIns="0" tIns="0" rIns="0" bIns="0" rtlCol="0" anchor="t"/>
          <a:lstStyle/>
          <a:p>
            <a:pPr marL="0" indent="0" algn="l">
              <a:lnSpc>
                <a:spcPts val="3900"/>
              </a:lnSpc>
              <a:buNone/>
            </a:pPr>
            <a:r>
              <a:rPr lang="en-US" sz="6000" dirty="0">
                <a:solidFill>
                  <a:srgbClr val="3257B8"/>
                </a:solidFill>
                <a:latin typeface="Roboto Slab" pitchFamily="34" charset="0"/>
                <a:ea typeface="Roboto Slab" pitchFamily="34" charset="-122"/>
                <a:cs typeface="Roboto Slab" pitchFamily="34" charset="-120"/>
              </a:rPr>
              <a:t>Provide rich background information</a:t>
            </a:r>
            <a:endParaRPr lang="en-US" sz="6000" dirty="0"/>
          </a:p>
        </p:txBody>
      </p:sp>
      <p:sp>
        <p:nvSpPr>
          <p:cNvPr id="4" name="Text 2"/>
          <p:cNvSpPr/>
          <p:nvPr/>
        </p:nvSpPr>
        <p:spPr>
          <a:xfrm>
            <a:off x="793790" y="3436263"/>
            <a:ext cx="2480905" cy="310158"/>
          </a:xfrm>
          <a:prstGeom prst="rect">
            <a:avLst/>
          </a:prstGeom>
          <a:noFill/>
          <a:ln/>
        </p:spPr>
        <p:txBody>
          <a:bodyPr wrap="none" lIns="0" tIns="0" rIns="0" bIns="0" rtlCol="0" anchor="t"/>
          <a:lstStyle/>
          <a:p>
            <a:pPr marL="0" indent="0" algn="l">
              <a:lnSpc>
                <a:spcPts val="2400"/>
              </a:lnSpc>
              <a:buNone/>
            </a:pPr>
            <a:r>
              <a:rPr lang="en-US" sz="4400" dirty="0">
                <a:solidFill>
                  <a:srgbClr val="3257B8"/>
                </a:solidFill>
                <a:latin typeface="Roboto Slab" pitchFamily="34" charset="0"/>
                <a:ea typeface="Roboto Slab" pitchFamily="34" charset="-122"/>
                <a:cs typeface="Roboto Slab" pitchFamily="34" charset="-120"/>
              </a:rPr>
              <a:t>What to Include:</a:t>
            </a:r>
            <a:endParaRPr lang="en-US" sz="4400" dirty="0"/>
          </a:p>
        </p:txBody>
      </p:sp>
      <p:sp>
        <p:nvSpPr>
          <p:cNvPr id="5" name="Text 3"/>
          <p:cNvSpPr/>
          <p:nvPr/>
        </p:nvSpPr>
        <p:spPr>
          <a:xfrm>
            <a:off x="793790" y="3976863"/>
            <a:ext cx="4926568" cy="317540"/>
          </a:xfrm>
          <a:prstGeom prst="rect">
            <a:avLst/>
          </a:prstGeom>
          <a:noFill/>
          <a:ln/>
        </p:spPr>
        <p:txBody>
          <a:bodyPr wrap="none" lIns="0" tIns="0" rIns="0" bIns="0" rtlCol="0" anchor="t"/>
          <a:lstStyle/>
          <a:p>
            <a:pPr marL="342900" indent="-342900" algn="l">
              <a:lnSpc>
                <a:spcPts val="2500"/>
              </a:lnSpc>
              <a:buSzPct val="100000"/>
              <a:buChar char="•"/>
            </a:pPr>
            <a:r>
              <a:rPr lang="en-US" sz="3600" dirty="0">
                <a:solidFill>
                  <a:srgbClr val="15213F"/>
                </a:solidFill>
                <a:latin typeface="Roboto" pitchFamily="34" charset="0"/>
                <a:ea typeface="Roboto" pitchFamily="34" charset="-122"/>
                <a:cs typeface="Roboto" pitchFamily="34" charset="-120"/>
              </a:rPr>
              <a:t>Current situation</a:t>
            </a:r>
            <a:endParaRPr lang="en-US" sz="3600" dirty="0"/>
          </a:p>
        </p:txBody>
      </p:sp>
      <p:sp>
        <p:nvSpPr>
          <p:cNvPr id="6" name="Text 4"/>
          <p:cNvSpPr/>
          <p:nvPr/>
        </p:nvSpPr>
        <p:spPr>
          <a:xfrm>
            <a:off x="811411" y="4524845"/>
            <a:ext cx="4926568" cy="317540"/>
          </a:xfrm>
          <a:prstGeom prst="rect">
            <a:avLst/>
          </a:prstGeom>
          <a:noFill/>
          <a:ln/>
        </p:spPr>
        <p:txBody>
          <a:bodyPr wrap="none" lIns="0" tIns="0" rIns="0" bIns="0" rtlCol="0" anchor="t"/>
          <a:lstStyle/>
          <a:p>
            <a:pPr marL="342900" indent="-342900" algn="l">
              <a:lnSpc>
                <a:spcPts val="2500"/>
              </a:lnSpc>
              <a:buSzPct val="100000"/>
              <a:buChar char="•"/>
            </a:pPr>
            <a:r>
              <a:rPr lang="en-US" sz="3600" dirty="0">
                <a:solidFill>
                  <a:srgbClr val="15213F"/>
                </a:solidFill>
                <a:latin typeface="Roboto" pitchFamily="34" charset="0"/>
                <a:ea typeface="Roboto" pitchFamily="34" charset="-122"/>
                <a:cs typeface="Roboto" pitchFamily="34" charset="-120"/>
              </a:rPr>
              <a:t>Why this task is needed</a:t>
            </a:r>
            <a:endParaRPr lang="en-US" sz="3600" dirty="0"/>
          </a:p>
        </p:txBody>
      </p:sp>
      <p:sp>
        <p:nvSpPr>
          <p:cNvPr id="7" name="Text 5"/>
          <p:cNvSpPr/>
          <p:nvPr/>
        </p:nvSpPr>
        <p:spPr>
          <a:xfrm>
            <a:off x="793790" y="5025301"/>
            <a:ext cx="4926568" cy="317540"/>
          </a:xfrm>
          <a:prstGeom prst="rect">
            <a:avLst/>
          </a:prstGeom>
          <a:noFill/>
          <a:ln/>
        </p:spPr>
        <p:txBody>
          <a:bodyPr wrap="none" lIns="0" tIns="0" rIns="0" bIns="0" rtlCol="0" anchor="t"/>
          <a:lstStyle/>
          <a:p>
            <a:pPr marL="342900" indent="-342900" algn="l">
              <a:lnSpc>
                <a:spcPts val="2500"/>
              </a:lnSpc>
              <a:buSzPct val="100000"/>
              <a:buChar char="•"/>
            </a:pPr>
            <a:r>
              <a:rPr lang="en-US" sz="3600" dirty="0">
                <a:solidFill>
                  <a:srgbClr val="15213F"/>
                </a:solidFill>
                <a:latin typeface="Roboto" pitchFamily="34" charset="0"/>
                <a:ea typeface="Roboto" pitchFamily="34" charset="-122"/>
                <a:cs typeface="Roboto" pitchFamily="34" charset="-120"/>
              </a:rPr>
              <a:t>Relevant constraints</a:t>
            </a:r>
            <a:endParaRPr lang="en-US" sz="3600" dirty="0"/>
          </a:p>
        </p:txBody>
      </p:sp>
      <p:sp>
        <p:nvSpPr>
          <p:cNvPr id="8" name="Text 6"/>
          <p:cNvSpPr/>
          <p:nvPr/>
        </p:nvSpPr>
        <p:spPr>
          <a:xfrm>
            <a:off x="811411" y="5535580"/>
            <a:ext cx="4926568" cy="317540"/>
          </a:xfrm>
          <a:prstGeom prst="rect">
            <a:avLst/>
          </a:prstGeom>
          <a:noFill/>
          <a:ln/>
        </p:spPr>
        <p:txBody>
          <a:bodyPr wrap="none" lIns="0" tIns="0" rIns="0" bIns="0" rtlCol="0" anchor="t"/>
          <a:lstStyle/>
          <a:p>
            <a:pPr marL="342900" indent="-342900" algn="l">
              <a:lnSpc>
                <a:spcPts val="2500"/>
              </a:lnSpc>
              <a:buSzPct val="100000"/>
              <a:buChar char="•"/>
            </a:pPr>
            <a:r>
              <a:rPr lang="en-US" sz="3600" dirty="0">
                <a:solidFill>
                  <a:srgbClr val="15213F"/>
                </a:solidFill>
                <a:latin typeface="Roboto" pitchFamily="34" charset="0"/>
                <a:ea typeface="Roboto" pitchFamily="34" charset="-122"/>
                <a:cs typeface="Roboto" pitchFamily="34" charset="-120"/>
              </a:rPr>
              <a:t>Historical background</a:t>
            </a:r>
            <a:endParaRPr lang="en-US" sz="3600" dirty="0"/>
          </a:p>
        </p:txBody>
      </p:sp>
      <p:sp>
        <p:nvSpPr>
          <p:cNvPr id="9" name="Text 7"/>
          <p:cNvSpPr/>
          <p:nvPr/>
        </p:nvSpPr>
        <p:spPr>
          <a:xfrm>
            <a:off x="793790" y="6045635"/>
            <a:ext cx="4926568" cy="317540"/>
          </a:xfrm>
          <a:prstGeom prst="rect">
            <a:avLst/>
          </a:prstGeom>
          <a:noFill/>
          <a:ln/>
        </p:spPr>
        <p:txBody>
          <a:bodyPr wrap="none" lIns="0" tIns="0" rIns="0" bIns="0" rtlCol="0" anchor="t"/>
          <a:lstStyle/>
          <a:p>
            <a:pPr marL="342900" indent="-342900" algn="l">
              <a:lnSpc>
                <a:spcPts val="2500"/>
              </a:lnSpc>
              <a:buSzPct val="100000"/>
              <a:buChar char="•"/>
            </a:pPr>
            <a:r>
              <a:rPr lang="en-US" sz="3600" dirty="0">
                <a:solidFill>
                  <a:srgbClr val="15213F"/>
                </a:solidFill>
                <a:latin typeface="Roboto" pitchFamily="34" charset="0"/>
                <a:ea typeface="Roboto" pitchFamily="34" charset="-122"/>
                <a:cs typeface="Roboto" pitchFamily="34" charset="-120"/>
              </a:rPr>
              <a:t>Related work</a:t>
            </a:r>
            <a:endParaRPr lang="en-US" sz="3600" dirty="0"/>
          </a:p>
        </p:txBody>
      </p:sp>
      <p:sp>
        <p:nvSpPr>
          <p:cNvPr id="10" name="Shape 8"/>
          <p:cNvSpPr/>
          <p:nvPr/>
        </p:nvSpPr>
        <p:spPr>
          <a:xfrm>
            <a:off x="6410444" y="2589249"/>
            <a:ext cx="8019234" cy="5078877"/>
          </a:xfrm>
          <a:prstGeom prst="roundRect">
            <a:avLst>
              <a:gd name="adj" fmla="val 1063"/>
            </a:avLst>
          </a:prstGeom>
          <a:solidFill>
            <a:srgbClr val="C3CFEF"/>
          </a:solidFill>
          <a:ln/>
        </p:spPr>
        <p:txBody>
          <a:bodyPr/>
          <a:lstStyle/>
          <a:p>
            <a:endParaRPr lang="en-US" sz="4400"/>
          </a:p>
        </p:txBody>
      </p:sp>
      <p:pic>
        <p:nvPicPr>
          <p:cNvPr id="11" name="Image 0" descr="preencoded.png"/>
          <p:cNvPicPr>
            <a:picLocks noChangeAspect="1"/>
          </p:cNvPicPr>
          <p:nvPr/>
        </p:nvPicPr>
        <p:blipFill>
          <a:blip r:embed="rId3"/>
          <a:stretch>
            <a:fillRect/>
          </a:stretch>
        </p:blipFill>
        <p:spPr>
          <a:xfrm>
            <a:off x="6410444" y="2737347"/>
            <a:ext cx="409218" cy="327342"/>
          </a:xfrm>
          <a:prstGeom prst="rect">
            <a:avLst/>
          </a:prstGeom>
        </p:spPr>
      </p:pic>
      <p:sp>
        <p:nvSpPr>
          <p:cNvPr id="12" name="Text 9"/>
          <p:cNvSpPr/>
          <p:nvPr/>
        </p:nvSpPr>
        <p:spPr>
          <a:xfrm>
            <a:off x="6918841" y="2919663"/>
            <a:ext cx="2480905" cy="1099530"/>
          </a:xfrm>
          <a:prstGeom prst="rect">
            <a:avLst/>
          </a:prstGeom>
          <a:noFill/>
          <a:ln/>
        </p:spPr>
        <p:txBody>
          <a:bodyPr wrap="none" lIns="0" tIns="0" rIns="0" bIns="0" rtlCol="0" anchor="t"/>
          <a:lstStyle/>
          <a:p>
            <a:pPr marL="0" indent="0" algn="l">
              <a:lnSpc>
                <a:spcPts val="2400"/>
              </a:lnSpc>
              <a:buNone/>
            </a:pPr>
            <a:r>
              <a:rPr lang="en-US" sz="4400" dirty="0">
                <a:solidFill>
                  <a:srgbClr val="000000"/>
                </a:solidFill>
                <a:latin typeface="Roboto Slab" pitchFamily="34" charset="0"/>
                <a:ea typeface="Roboto Slab" pitchFamily="34" charset="-122"/>
                <a:cs typeface="Roboto Slab" pitchFamily="34" charset="-120"/>
              </a:rPr>
              <a:t>Example:</a:t>
            </a:r>
            <a:endParaRPr lang="en-US" sz="4400" dirty="0"/>
          </a:p>
        </p:txBody>
      </p:sp>
      <p:sp>
        <p:nvSpPr>
          <p:cNvPr id="13" name="Text 10"/>
          <p:cNvSpPr/>
          <p:nvPr/>
        </p:nvSpPr>
        <p:spPr>
          <a:xfrm>
            <a:off x="6615053" y="3421064"/>
            <a:ext cx="7582209" cy="3608956"/>
          </a:xfrm>
          <a:prstGeom prst="rect">
            <a:avLst/>
          </a:prstGeom>
          <a:noFill/>
          <a:ln/>
        </p:spPr>
        <p:txBody>
          <a:bodyPr wrap="square" lIns="0" tIns="0" rIns="0" bIns="0" rtlCol="0" anchor="t"/>
          <a:lstStyle/>
          <a:p>
            <a:pPr marL="0" indent="0" algn="l">
              <a:buNone/>
            </a:pPr>
            <a:r>
              <a:rPr lang="en-US" sz="2800" dirty="0">
                <a:solidFill>
                  <a:srgbClr val="000000"/>
                </a:solidFill>
                <a:latin typeface="Roboto" pitchFamily="34" charset="0"/>
                <a:ea typeface="Roboto" pitchFamily="34" charset="-122"/>
                <a:cs typeface="Roboto" pitchFamily="34" charset="-120"/>
              </a:rPr>
              <a:t>"AmaDema is preparing for Series A funding focused on sustainable materials. We need to demonstrate our ceramic nanofibres' environmental advantages. Target investors prioritise ESG metrics. We have strong technical data but lack compelling narrative for non-technical stakeholders."</a:t>
            </a:r>
            <a:endParaRPr lang="en-US" sz="2800" dirty="0"/>
          </a:p>
        </p:txBody>
      </p:sp>
      <p:sp>
        <p:nvSpPr>
          <p:cNvPr id="14" name="Text 11"/>
          <p:cNvSpPr/>
          <p:nvPr/>
        </p:nvSpPr>
        <p:spPr>
          <a:xfrm>
            <a:off x="6615052" y="6908287"/>
            <a:ext cx="6726912" cy="317540"/>
          </a:xfrm>
          <a:prstGeom prst="rect">
            <a:avLst/>
          </a:prstGeom>
          <a:noFill/>
          <a:ln/>
        </p:spPr>
        <p:txBody>
          <a:bodyPr wrap="none" lIns="0" tIns="0" rIns="0" bIns="0" rtlCol="0" anchor="t"/>
          <a:lstStyle/>
          <a:p>
            <a:pPr marL="0" indent="0" algn="l">
              <a:lnSpc>
                <a:spcPts val="2500"/>
              </a:lnSpc>
              <a:buNone/>
            </a:pPr>
            <a:r>
              <a:rPr lang="en-US" sz="3600" b="1" dirty="0">
                <a:solidFill>
                  <a:srgbClr val="000000"/>
                </a:solidFill>
                <a:latin typeface="Roboto" pitchFamily="34" charset="0"/>
                <a:ea typeface="Roboto" pitchFamily="34" charset="-122"/>
                <a:cs typeface="Roboto" pitchFamily="34" charset="-120"/>
              </a:rPr>
              <a:t>Sets stage for everything that follows</a:t>
            </a:r>
            <a:endParaRPr 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297596" y="541071"/>
            <a:ext cx="4961811" cy="620078"/>
          </a:xfrm>
          <a:prstGeom prst="rect">
            <a:avLst/>
          </a:prstGeom>
          <a:noFill/>
          <a:ln/>
        </p:spPr>
        <p:txBody>
          <a:bodyPr wrap="none" lIns="0" tIns="0" rIns="0" bIns="0" rtlCol="0" anchor="t"/>
          <a:lstStyle/>
          <a:p>
            <a:pPr marL="0" indent="0" algn="l">
              <a:lnSpc>
                <a:spcPts val="4850"/>
              </a:lnSpc>
              <a:buNone/>
            </a:pPr>
            <a:r>
              <a:rPr lang="en-US" sz="6600" dirty="0">
                <a:solidFill>
                  <a:srgbClr val="3257B8"/>
                </a:solidFill>
                <a:latin typeface="Roboto Slab" pitchFamily="34" charset="0"/>
                <a:ea typeface="Roboto Slab" pitchFamily="34" charset="-122"/>
                <a:cs typeface="Roboto Slab" pitchFamily="34" charset="-120"/>
              </a:rPr>
              <a:t>O - Objective</a:t>
            </a:r>
            <a:endParaRPr lang="en-US" sz="6600" dirty="0"/>
          </a:p>
        </p:txBody>
      </p:sp>
      <p:sp>
        <p:nvSpPr>
          <p:cNvPr id="3" name="Text 1"/>
          <p:cNvSpPr/>
          <p:nvPr/>
        </p:nvSpPr>
        <p:spPr>
          <a:xfrm>
            <a:off x="537117" y="1478408"/>
            <a:ext cx="3969425" cy="496133"/>
          </a:xfrm>
          <a:prstGeom prst="rect">
            <a:avLst/>
          </a:prstGeom>
          <a:noFill/>
          <a:ln/>
        </p:spPr>
        <p:txBody>
          <a:bodyPr wrap="none" lIns="0" tIns="0" rIns="0" bIns="0" rtlCol="0" anchor="t"/>
          <a:lstStyle/>
          <a:p>
            <a:pPr marL="0" indent="0" algn="l">
              <a:lnSpc>
                <a:spcPts val="3900"/>
              </a:lnSpc>
              <a:buNone/>
            </a:pPr>
            <a:r>
              <a:rPr lang="en-US" sz="5400" dirty="0">
                <a:solidFill>
                  <a:srgbClr val="3257B8"/>
                </a:solidFill>
                <a:latin typeface="Roboto Slab" pitchFamily="34" charset="0"/>
                <a:ea typeface="Roboto Slab" pitchFamily="34" charset="-122"/>
                <a:cs typeface="Roboto Slab" pitchFamily="34" charset="-120"/>
              </a:rPr>
              <a:t>Define specific goal</a:t>
            </a:r>
            <a:endParaRPr lang="en-US" sz="5400" dirty="0"/>
          </a:p>
        </p:txBody>
      </p:sp>
      <p:sp>
        <p:nvSpPr>
          <p:cNvPr id="4" name="Text 2"/>
          <p:cNvSpPr/>
          <p:nvPr/>
        </p:nvSpPr>
        <p:spPr>
          <a:xfrm>
            <a:off x="793790" y="2936379"/>
            <a:ext cx="2480905" cy="317778"/>
          </a:xfrm>
          <a:prstGeom prst="rect">
            <a:avLst/>
          </a:prstGeom>
          <a:noFill/>
          <a:ln/>
        </p:spPr>
        <p:txBody>
          <a:bodyPr wrap="none" lIns="0" tIns="0" rIns="0" bIns="0" rtlCol="0" anchor="t"/>
          <a:lstStyle/>
          <a:p>
            <a:pPr marL="0" indent="0" algn="l">
              <a:lnSpc>
                <a:spcPts val="2400"/>
              </a:lnSpc>
              <a:buNone/>
            </a:pPr>
            <a:r>
              <a:rPr lang="en-US" sz="4000" dirty="0">
                <a:solidFill>
                  <a:srgbClr val="000000"/>
                </a:solidFill>
                <a:latin typeface="Roboto Slab" pitchFamily="34" charset="0"/>
                <a:ea typeface="Roboto Slab" pitchFamily="34" charset="-122"/>
                <a:cs typeface="Roboto Slab" pitchFamily="34" charset="-120"/>
              </a:rPr>
              <a:t>❌</a:t>
            </a:r>
            <a:r>
              <a:rPr lang="en-US" sz="4000" dirty="0">
                <a:solidFill>
                  <a:srgbClr val="3257B8"/>
                </a:solidFill>
                <a:latin typeface="Roboto Slab" pitchFamily="34" charset="0"/>
                <a:ea typeface="Roboto Slab" pitchFamily="34" charset="-122"/>
                <a:cs typeface="Roboto Slab" pitchFamily="34" charset="-120"/>
              </a:rPr>
              <a:t> Vague:</a:t>
            </a:r>
            <a:endParaRPr lang="en-US" sz="4000" dirty="0"/>
          </a:p>
        </p:txBody>
      </p:sp>
      <p:sp>
        <p:nvSpPr>
          <p:cNvPr id="5" name="Text 3"/>
          <p:cNvSpPr/>
          <p:nvPr/>
        </p:nvSpPr>
        <p:spPr>
          <a:xfrm>
            <a:off x="786170" y="3559661"/>
            <a:ext cx="6279356" cy="317540"/>
          </a:xfrm>
          <a:prstGeom prst="rect">
            <a:avLst/>
          </a:prstGeom>
          <a:noFill/>
          <a:ln/>
        </p:spPr>
        <p:txBody>
          <a:bodyPr wrap="none" lIns="0" tIns="0" rIns="0" bIns="0" rtlCol="0" anchor="t"/>
          <a:lstStyle/>
          <a:p>
            <a:pPr marL="0" indent="0" algn="l">
              <a:lnSpc>
                <a:spcPts val="2500"/>
              </a:lnSpc>
              <a:buNone/>
            </a:pPr>
            <a:r>
              <a:rPr lang="en-US" sz="3200" dirty="0">
                <a:solidFill>
                  <a:srgbClr val="15213F"/>
                </a:solidFill>
                <a:latin typeface="Roboto" pitchFamily="34" charset="0"/>
                <a:ea typeface="Roboto" pitchFamily="34" charset="-122"/>
                <a:cs typeface="Roboto" pitchFamily="34" charset="-120"/>
              </a:rPr>
              <a:t>"Write about our materials"</a:t>
            </a:r>
            <a:endParaRPr lang="en-US" sz="3200" dirty="0"/>
          </a:p>
        </p:txBody>
      </p:sp>
      <p:sp>
        <p:nvSpPr>
          <p:cNvPr id="6" name="Text 4"/>
          <p:cNvSpPr/>
          <p:nvPr/>
        </p:nvSpPr>
        <p:spPr>
          <a:xfrm>
            <a:off x="7564874" y="2777490"/>
            <a:ext cx="2480905" cy="317778"/>
          </a:xfrm>
          <a:prstGeom prst="rect">
            <a:avLst/>
          </a:prstGeom>
          <a:noFill/>
          <a:ln/>
        </p:spPr>
        <p:txBody>
          <a:bodyPr wrap="none" lIns="0" tIns="0" rIns="0" bIns="0" rtlCol="0" anchor="t"/>
          <a:lstStyle/>
          <a:p>
            <a:pPr marL="0" indent="0" algn="l">
              <a:lnSpc>
                <a:spcPts val="2400"/>
              </a:lnSpc>
              <a:buNone/>
            </a:pPr>
            <a:r>
              <a:rPr lang="en-US" sz="4000" dirty="0">
                <a:solidFill>
                  <a:srgbClr val="000000"/>
                </a:solidFill>
                <a:latin typeface="Roboto Slab" pitchFamily="34" charset="0"/>
                <a:ea typeface="Roboto Slab" pitchFamily="34" charset="-122"/>
                <a:cs typeface="Roboto Slab" pitchFamily="34" charset="-120"/>
              </a:rPr>
              <a:t>✅</a:t>
            </a:r>
            <a:r>
              <a:rPr lang="en-US" sz="4000" dirty="0">
                <a:solidFill>
                  <a:srgbClr val="3257B8"/>
                </a:solidFill>
                <a:latin typeface="Roboto Slab" pitchFamily="34" charset="0"/>
                <a:ea typeface="Roboto Slab" pitchFamily="34" charset="-122"/>
                <a:cs typeface="Roboto Slab" pitchFamily="34" charset="-120"/>
              </a:rPr>
              <a:t> Specific:</a:t>
            </a:r>
            <a:endParaRPr lang="en-US" sz="4000" dirty="0"/>
          </a:p>
        </p:txBody>
      </p:sp>
      <p:sp>
        <p:nvSpPr>
          <p:cNvPr id="7" name="Text 5"/>
          <p:cNvSpPr/>
          <p:nvPr/>
        </p:nvSpPr>
        <p:spPr>
          <a:xfrm>
            <a:off x="7546001" y="3254157"/>
            <a:ext cx="6279356" cy="2160158"/>
          </a:xfrm>
          <a:prstGeom prst="rect">
            <a:avLst/>
          </a:prstGeom>
          <a:noFill/>
          <a:ln/>
        </p:spPr>
        <p:txBody>
          <a:bodyPr wrap="square" lIns="0" tIns="0" rIns="0" bIns="0" rtlCol="0" anchor="t"/>
          <a:lstStyle/>
          <a:p>
            <a:pPr marL="0" indent="0" algn="l">
              <a:buNone/>
            </a:pPr>
            <a:r>
              <a:rPr lang="en-US" sz="3200" dirty="0">
                <a:solidFill>
                  <a:srgbClr val="15213F"/>
                </a:solidFill>
                <a:latin typeface="Roboto" pitchFamily="34" charset="0"/>
                <a:ea typeface="Roboto" pitchFamily="34" charset="-122"/>
                <a:cs typeface="Roboto" pitchFamily="34" charset="-120"/>
              </a:rPr>
              <a:t>"Create compelling narrative positioning our non-oxide ceramics as sustainable alternative to PLA, emphasising lifecycle carbon footprint reduction of 40%"</a:t>
            </a:r>
            <a:endParaRPr lang="en-US" sz="3200" dirty="0"/>
          </a:p>
        </p:txBody>
      </p:sp>
      <p:grpSp>
        <p:nvGrpSpPr>
          <p:cNvPr id="12" name="Group 11">
            <a:extLst>
              <a:ext uri="{FF2B5EF4-FFF2-40B4-BE49-F238E27FC236}">
                <a16:creationId xmlns:a16="http://schemas.microsoft.com/office/drawing/2014/main" id="{A6DCDEC0-9A93-EAB9-997D-7C51B33CE35D}"/>
              </a:ext>
            </a:extLst>
          </p:cNvPr>
          <p:cNvGrpSpPr/>
          <p:nvPr/>
        </p:nvGrpSpPr>
        <p:grpSpPr>
          <a:xfrm>
            <a:off x="801409" y="6565463"/>
            <a:ext cx="13042821" cy="1339334"/>
            <a:chOff x="793790" y="5226129"/>
            <a:chExt cx="13042821" cy="1339334"/>
          </a:xfrm>
        </p:grpSpPr>
        <p:sp>
          <p:nvSpPr>
            <p:cNvPr id="8" name="Shape 6"/>
            <p:cNvSpPr/>
            <p:nvPr/>
          </p:nvSpPr>
          <p:spPr>
            <a:xfrm>
              <a:off x="793790" y="5226129"/>
              <a:ext cx="13042821" cy="1339334"/>
            </a:xfrm>
            <a:prstGeom prst="roundRect">
              <a:avLst>
                <a:gd name="adj" fmla="val 2223"/>
              </a:avLst>
            </a:prstGeom>
            <a:solidFill>
              <a:srgbClr val="C3CFEF"/>
            </a:solidFill>
            <a:ln/>
          </p:spPr>
          <p:txBody>
            <a:bodyPr/>
            <a:lstStyle/>
            <a:p>
              <a:endParaRPr lang="en-US" sz="4000"/>
            </a:p>
          </p:txBody>
        </p:sp>
        <p:pic>
          <p:nvPicPr>
            <p:cNvPr id="9" name="Image 0" descr="preencoded.png"/>
            <p:cNvPicPr>
              <a:picLocks noChangeAspect="1"/>
            </p:cNvPicPr>
            <p:nvPr/>
          </p:nvPicPr>
          <p:blipFill>
            <a:blip r:embed="rId3"/>
            <a:stretch>
              <a:fillRect/>
            </a:stretch>
          </p:blipFill>
          <p:spPr>
            <a:xfrm>
              <a:off x="992148" y="5521404"/>
              <a:ext cx="248007" cy="198358"/>
            </a:xfrm>
            <a:prstGeom prst="rect">
              <a:avLst/>
            </a:prstGeom>
          </p:spPr>
        </p:pic>
        <p:sp>
          <p:nvSpPr>
            <p:cNvPr id="10" name="Text 7"/>
            <p:cNvSpPr/>
            <p:nvPr/>
          </p:nvSpPr>
          <p:spPr>
            <a:xfrm>
              <a:off x="1438513" y="5474018"/>
              <a:ext cx="12199739" cy="317540"/>
            </a:xfrm>
            <a:prstGeom prst="rect">
              <a:avLst/>
            </a:prstGeom>
            <a:noFill/>
            <a:ln/>
          </p:spPr>
          <p:txBody>
            <a:bodyPr wrap="none" lIns="0" tIns="0" rIns="0" bIns="0" rtlCol="0" anchor="t"/>
            <a:lstStyle/>
            <a:p>
              <a:pPr marL="0" indent="0" algn="l">
                <a:lnSpc>
                  <a:spcPts val="2500"/>
                </a:lnSpc>
                <a:buNone/>
              </a:pPr>
              <a:r>
                <a:rPr lang="en-US" sz="3200" b="1" dirty="0">
                  <a:solidFill>
                    <a:srgbClr val="000000"/>
                  </a:solidFill>
                  <a:latin typeface="Roboto" pitchFamily="34" charset="0"/>
                  <a:ea typeface="Roboto" pitchFamily="34" charset="-122"/>
                  <a:cs typeface="Roboto" pitchFamily="34" charset="-120"/>
                </a:rPr>
                <a:t>Key:</a:t>
              </a:r>
              <a:r>
                <a:rPr lang="en-US" sz="3200" dirty="0">
                  <a:solidFill>
                    <a:srgbClr val="000000"/>
                  </a:solidFill>
                  <a:latin typeface="Roboto" pitchFamily="34" charset="0"/>
                  <a:ea typeface="Roboto" pitchFamily="34" charset="-122"/>
                  <a:cs typeface="Roboto" pitchFamily="34" charset="-120"/>
                </a:rPr>
                <a:t> Define what success looks like</a:t>
              </a:r>
              <a:endParaRPr lang="en-US" sz="3200" dirty="0"/>
            </a:p>
          </p:txBody>
        </p:sp>
        <p:sp>
          <p:nvSpPr>
            <p:cNvPr id="11" name="Text 8"/>
            <p:cNvSpPr/>
            <p:nvPr/>
          </p:nvSpPr>
          <p:spPr>
            <a:xfrm>
              <a:off x="1438513" y="5970151"/>
              <a:ext cx="12199739" cy="317540"/>
            </a:xfrm>
            <a:prstGeom prst="rect">
              <a:avLst/>
            </a:prstGeom>
            <a:noFill/>
            <a:ln/>
          </p:spPr>
          <p:txBody>
            <a:bodyPr wrap="none" lIns="0" tIns="0" rIns="0" bIns="0" rtlCol="0" anchor="t"/>
            <a:lstStyle/>
            <a:p>
              <a:pPr marL="0" indent="0" algn="l">
                <a:lnSpc>
                  <a:spcPts val="2500"/>
                </a:lnSpc>
                <a:buNone/>
              </a:pPr>
              <a:r>
                <a:rPr lang="en-US" sz="3200" dirty="0">
                  <a:solidFill>
                    <a:srgbClr val="000000"/>
                  </a:solidFill>
                  <a:latin typeface="Roboto" pitchFamily="34" charset="0"/>
                  <a:ea typeface="Roboto" pitchFamily="34" charset="-122"/>
                  <a:cs typeface="Roboto" pitchFamily="34" charset="-120"/>
                </a:rPr>
                <a:t>Not just topic, but desired outcome</a:t>
              </a:r>
              <a:endParaRPr lang="en-US" sz="320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85243" y="791075"/>
            <a:ext cx="4978360" cy="620078"/>
          </a:xfrm>
          <a:prstGeom prst="rect">
            <a:avLst/>
          </a:prstGeom>
          <a:noFill/>
          <a:ln/>
        </p:spPr>
        <p:txBody>
          <a:bodyPr wrap="none" lIns="0" tIns="0" rIns="0" bIns="0" rtlCol="0" anchor="t"/>
          <a:lstStyle/>
          <a:p>
            <a:pPr marL="0" indent="0" algn="l">
              <a:lnSpc>
                <a:spcPts val="4850"/>
              </a:lnSpc>
              <a:buNone/>
            </a:pPr>
            <a:r>
              <a:rPr lang="en-US" sz="5400" dirty="0">
                <a:solidFill>
                  <a:srgbClr val="3257B8"/>
                </a:solidFill>
                <a:latin typeface="Roboto Slab" pitchFamily="34" charset="0"/>
                <a:ea typeface="Roboto Slab" pitchFamily="34" charset="-122"/>
                <a:cs typeface="Roboto Slab" pitchFamily="34" charset="-120"/>
              </a:rPr>
              <a:t>S - Style and T - Tone</a:t>
            </a:r>
            <a:endParaRPr lang="en-US" sz="5400" dirty="0"/>
          </a:p>
        </p:txBody>
      </p:sp>
      <p:grpSp>
        <p:nvGrpSpPr>
          <p:cNvPr id="9" name="Group 8">
            <a:extLst>
              <a:ext uri="{FF2B5EF4-FFF2-40B4-BE49-F238E27FC236}">
                <a16:creationId xmlns:a16="http://schemas.microsoft.com/office/drawing/2014/main" id="{48347E66-C674-CAB1-B7A3-523A906C31A9}"/>
              </a:ext>
            </a:extLst>
          </p:cNvPr>
          <p:cNvGrpSpPr/>
          <p:nvPr/>
        </p:nvGrpSpPr>
        <p:grpSpPr>
          <a:xfrm>
            <a:off x="585243" y="1807988"/>
            <a:ext cx="13804525" cy="5630537"/>
            <a:chOff x="585243" y="1807988"/>
            <a:chExt cx="13042821" cy="2867621"/>
          </a:xfrm>
        </p:grpSpPr>
        <p:sp>
          <p:nvSpPr>
            <p:cNvPr id="3" name="Text 1"/>
            <p:cNvSpPr/>
            <p:nvPr/>
          </p:nvSpPr>
          <p:spPr>
            <a:xfrm>
              <a:off x="585243" y="1807988"/>
              <a:ext cx="13042821" cy="317540"/>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Style</a:t>
              </a:r>
              <a:r>
                <a:rPr lang="en-US" sz="2400" dirty="0">
                  <a:solidFill>
                    <a:srgbClr val="15213F"/>
                  </a:solidFill>
                  <a:latin typeface="Roboto" pitchFamily="34" charset="0"/>
                  <a:ea typeface="Roboto" pitchFamily="34" charset="-122"/>
                  <a:cs typeface="Roboto" pitchFamily="34" charset="-120"/>
                </a:rPr>
                <a:t> defines your writing approach, such as:</a:t>
              </a:r>
            </a:p>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	 </a:t>
              </a:r>
              <a:r>
                <a:rPr lang="en-US" sz="2400" i="1" dirty="0">
                  <a:solidFill>
                    <a:srgbClr val="15213F"/>
                  </a:solidFill>
                  <a:latin typeface="Roboto" pitchFamily="34" charset="0"/>
                  <a:ea typeface="Roboto" pitchFamily="34" charset="-122"/>
                  <a:cs typeface="Roboto" pitchFamily="34" charset="-120"/>
                </a:rPr>
                <a:t>Academic, Journalistic, Technical, Executive, or Conversational </a:t>
              </a:r>
              <a:endParaRPr lang="en-US" sz="2400" i="1" dirty="0"/>
            </a:p>
          </p:txBody>
        </p:sp>
        <p:sp>
          <p:nvSpPr>
            <p:cNvPr id="4" name="Text 2"/>
            <p:cNvSpPr/>
            <p:nvPr/>
          </p:nvSpPr>
          <p:spPr>
            <a:xfrm>
              <a:off x="585243" y="2348770"/>
              <a:ext cx="13042821" cy="317540"/>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Tone</a:t>
              </a:r>
              <a:r>
                <a:rPr lang="en-US" sz="2400" dirty="0">
                  <a:solidFill>
                    <a:srgbClr val="15213F"/>
                  </a:solidFill>
                  <a:latin typeface="Roboto" pitchFamily="34" charset="0"/>
                  <a:ea typeface="Roboto" pitchFamily="34" charset="-122"/>
                  <a:cs typeface="Roboto" pitchFamily="34" charset="-120"/>
                </a:rPr>
                <a:t> conveys the emotional quality of your message: </a:t>
              </a:r>
            </a:p>
            <a:p>
              <a:pPr lvl="1">
                <a:lnSpc>
                  <a:spcPts val="2500"/>
                </a:lnSpc>
              </a:pPr>
              <a:r>
                <a:rPr lang="en-US" sz="2400" i="1" dirty="0">
                  <a:solidFill>
                    <a:srgbClr val="15213F"/>
                  </a:solidFill>
                  <a:latin typeface="Roboto" pitchFamily="34" charset="0"/>
                  <a:ea typeface="Roboto" pitchFamily="34" charset="-122"/>
                  <a:cs typeface="Roboto" pitchFamily="34" charset="-120"/>
                </a:rPr>
                <a:t>Confident, Cautious, Inspirational, Objective, or Urgent</a:t>
              </a:r>
              <a:endParaRPr lang="en-US" sz="2400" i="1" dirty="0"/>
            </a:p>
          </p:txBody>
        </p:sp>
        <p:sp>
          <p:nvSpPr>
            <p:cNvPr id="5" name="Text 3"/>
            <p:cNvSpPr/>
            <p:nvPr/>
          </p:nvSpPr>
          <p:spPr>
            <a:xfrm>
              <a:off x="585243" y="2889552"/>
              <a:ext cx="13042821"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Together, Style and Tone create your unique </a:t>
              </a:r>
              <a:r>
                <a:rPr lang="en-US" sz="2400" b="1" dirty="0">
                  <a:solidFill>
                    <a:srgbClr val="15213F"/>
                  </a:solidFill>
                  <a:latin typeface="Roboto" pitchFamily="34" charset="0"/>
                  <a:ea typeface="Roboto" pitchFamily="34" charset="-122"/>
                  <a:cs typeface="Roboto" pitchFamily="34" charset="-120"/>
                </a:rPr>
                <a:t>Voice</a:t>
              </a:r>
              <a:r>
                <a:rPr lang="en-US" sz="2400" dirty="0">
                  <a:solidFill>
                    <a:srgbClr val="15213F"/>
                  </a:solidFill>
                  <a:latin typeface="Roboto" pitchFamily="34" charset="0"/>
                  <a:ea typeface="Roboto" pitchFamily="34" charset="-122"/>
                  <a:cs typeface="Roboto" pitchFamily="34" charset="-120"/>
                </a:rPr>
                <a:t>. </a:t>
              </a:r>
            </a:p>
            <a:p>
              <a:pPr marL="0" indent="0" algn="l">
                <a:lnSpc>
                  <a:spcPts val="2500"/>
                </a:lnSpc>
                <a:buNone/>
              </a:pPr>
              <a:endParaRPr lang="en-US" sz="2400" dirty="0">
                <a:solidFill>
                  <a:srgbClr val="15213F"/>
                </a:solidFill>
                <a:latin typeface="Roboto" pitchFamily="34" charset="0"/>
                <a:ea typeface="Roboto" pitchFamily="34" charset="-122"/>
                <a:cs typeface="Roboto" pitchFamily="34" charset="-120"/>
              </a:endParaRPr>
            </a:p>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This is a strategic choice, not an arbitrary one. For example:</a:t>
              </a:r>
            </a:p>
            <a:p>
              <a:pPr marL="0" indent="0" algn="l">
                <a:lnSpc>
                  <a:spcPts val="2500"/>
                </a:lnSpc>
                <a:buNone/>
              </a:pPr>
              <a:endParaRPr lang="en-US" sz="2400" dirty="0"/>
            </a:p>
          </p:txBody>
        </p:sp>
        <p:sp>
          <p:nvSpPr>
            <p:cNvPr id="6" name="Text 4"/>
            <p:cNvSpPr/>
            <p:nvPr/>
          </p:nvSpPr>
          <p:spPr>
            <a:xfrm>
              <a:off x="585243" y="3430334"/>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An investor pitch might blend a journalistic style with a confident tone to inspire trust </a:t>
              </a:r>
            </a:p>
            <a:p>
              <a:pPr algn="l">
                <a:lnSpc>
                  <a:spcPts val="2500"/>
                </a:lnSpc>
                <a:buSzPct val="100000"/>
              </a:pPr>
              <a:r>
                <a:rPr lang="en-US" sz="2400" dirty="0">
                  <a:solidFill>
                    <a:srgbClr val="15213F"/>
                  </a:solidFill>
                  <a:latin typeface="Roboto" pitchFamily="34" charset="0"/>
                  <a:ea typeface="Roboto" pitchFamily="34" charset="-122"/>
                  <a:cs typeface="Roboto" pitchFamily="34" charset="-120"/>
                </a:rPr>
                <a:t>and demonstrate potential.</a:t>
              </a:r>
              <a:endParaRPr lang="en-US" sz="2400" dirty="0"/>
            </a:p>
          </p:txBody>
        </p:sp>
        <p:sp>
          <p:nvSpPr>
            <p:cNvPr id="7" name="Text 5"/>
            <p:cNvSpPr/>
            <p:nvPr/>
          </p:nvSpPr>
          <p:spPr>
            <a:xfrm>
              <a:off x="585243" y="3817287"/>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Safety protocols, conversely, demand a technical style with a cautious tone </a:t>
              </a:r>
            </a:p>
            <a:p>
              <a:pPr algn="l">
                <a:lnSpc>
                  <a:spcPts val="2500"/>
                </a:lnSpc>
                <a:buSzPct val="100000"/>
              </a:pPr>
              <a:r>
                <a:rPr lang="en-US" sz="2400" dirty="0">
                  <a:solidFill>
                    <a:srgbClr val="15213F"/>
                  </a:solidFill>
                  <a:latin typeface="Roboto" pitchFamily="34" charset="0"/>
                  <a:ea typeface="Roboto" pitchFamily="34" charset="-122"/>
                  <a:cs typeface="Roboto" pitchFamily="34" charset="-120"/>
                </a:rPr>
                <a:t>to ensure clarity and precision.</a:t>
              </a:r>
              <a:endParaRPr lang="en-US" sz="2400" dirty="0"/>
            </a:p>
          </p:txBody>
        </p:sp>
        <p:sp>
          <p:nvSpPr>
            <p:cNvPr id="8" name="Text 6"/>
            <p:cNvSpPr/>
            <p:nvPr/>
          </p:nvSpPr>
          <p:spPr>
            <a:xfrm>
              <a:off x="585243" y="4358069"/>
              <a:ext cx="13042821"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Align </a:t>
              </a:r>
              <a:r>
                <a:rPr lang="en-US" sz="2400" b="1" dirty="0">
                  <a:solidFill>
                    <a:srgbClr val="15213F"/>
                  </a:solidFill>
                  <a:latin typeface="Roboto" pitchFamily="34" charset="0"/>
                  <a:ea typeface="Roboto" pitchFamily="34" charset="-122"/>
                  <a:cs typeface="Roboto" pitchFamily="34" charset="-120"/>
                </a:rPr>
                <a:t>Style</a:t>
              </a:r>
              <a:r>
                <a:rPr lang="en-US" sz="2400" dirty="0">
                  <a:solidFill>
                    <a:srgbClr val="15213F"/>
                  </a:solidFill>
                  <a:latin typeface="Roboto" pitchFamily="34" charset="0"/>
                  <a:ea typeface="Roboto" pitchFamily="34" charset="-122"/>
                  <a:cs typeface="Roboto" pitchFamily="34" charset="-120"/>
                </a:rPr>
                <a:t> and </a:t>
              </a:r>
              <a:r>
                <a:rPr lang="en-US" sz="2400" b="1" dirty="0">
                  <a:solidFill>
                    <a:srgbClr val="15213F"/>
                  </a:solidFill>
                  <a:latin typeface="Roboto" pitchFamily="34" charset="0"/>
                  <a:ea typeface="Roboto" pitchFamily="34" charset="-122"/>
                  <a:cs typeface="Roboto" pitchFamily="34" charset="-120"/>
                </a:rPr>
                <a:t>Tone</a:t>
              </a:r>
              <a:r>
                <a:rPr lang="en-US" sz="2400" dirty="0">
                  <a:solidFill>
                    <a:srgbClr val="15213F"/>
                  </a:solidFill>
                  <a:latin typeface="Roboto" pitchFamily="34" charset="0"/>
                  <a:ea typeface="Roboto" pitchFamily="34" charset="-122"/>
                  <a:cs typeface="Roboto" pitchFamily="34" charset="-120"/>
                </a:rPr>
                <a:t>, craft a </a:t>
              </a:r>
              <a:r>
                <a:rPr lang="en-US" sz="2400" b="1" dirty="0">
                  <a:solidFill>
                    <a:srgbClr val="15213F"/>
                  </a:solidFill>
                  <a:latin typeface="Roboto" pitchFamily="34" charset="0"/>
                  <a:ea typeface="Roboto" pitchFamily="34" charset="-122"/>
                  <a:cs typeface="Roboto" pitchFamily="34" charset="-120"/>
                </a:rPr>
                <a:t>Voice</a:t>
              </a:r>
              <a:r>
                <a:rPr lang="en-US" sz="2400" dirty="0">
                  <a:solidFill>
                    <a:srgbClr val="15213F"/>
                  </a:solidFill>
                  <a:latin typeface="Roboto" pitchFamily="34" charset="0"/>
                  <a:ea typeface="Roboto" pitchFamily="34" charset="-122"/>
                  <a:cs typeface="Roboto" pitchFamily="34" charset="-120"/>
                </a:rPr>
                <a:t> that effectively resonates with your </a:t>
              </a:r>
              <a:r>
                <a:rPr lang="en-US" sz="2400" b="1" dirty="0">
                  <a:solidFill>
                    <a:srgbClr val="15213F"/>
                  </a:solidFill>
                  <a:latin typeface="Roboto" pitchFamily="34" charset="0"/>
                  <a:ea typeface="Roboto" pitchFamily="34" charset="-122"/>
                  <a:cs typeface="Roboto" pitchFamily="34" charset="-120"/>
                </a:rPr>
                <a:t>audience and purpose</a:t>
              </a:r>
              <a:r>
                <a:rPr lang="en-US" sz="2400" dirty="0">
                  <a:solidFill>
                    <a:srgbClr val="15213F"/>
                  </a:solidFill>
                  <a:latin typeface="Roboto" pitchFamily="34" charset="0"/>
                  <a:ea typeface="Roboto" pitchFamily="34" charset="-122"/>
                  <a:cs typeface="Roboto" pitchFamily="34" charset="-120"/>
                </a:rPr>
                <a:t>.</a:t>
              </a:r>
              <a:endParaRPr lang="en-US" sz="2400" dirty="0"/>
            </a:p>
          </p:txBody>
        </p:sp>
      </p:grpSp>
    </p:spTree>
    <p:extLst>
      <p:ext uri="{BB962C8B-B14F-4D97-AF65-F5344CB8AC3E}">
        <p14:creationId xmlns:p14="http://schemas.microsoft.com/office/powerpoint/2010/main" val="982581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38351" y="436107"/>
            <a:ext cx="7176849" cy="620078"/>
          </a:xfrm>
          <a:prstGeom prst="rect">
            <a:avLst/>
          </a:prstGeom>
          <a:noFill/>
          <a:ln/>
        </p:spPr>
        <p:txBody>
          <a:bodyPr wrap="none" lIns="0" tIns="0" rIns="0" bIns="0" rtlCol="0" anchor="t"/>
          <a:lstStyle/>
          <a:p>
            <a:pPr marL="0" indent="0" algn="l">
              <a:lnSpc>
                <a:spcPts val="4850"/>
              </a:lnSpc>
              <a:buNone/>
            </a:pPr>
            <a:r>
              <a:rPr lang="en-US" sz="5400" dirty="0">
                <a:solidFill>
                  <a:srgbClr val="3257B8"/>
                </a:solidFill>
                <a:latin typeface="Roboto Slab" pitchFamily="34" charset="0"/>
                <a:ea typeface="Roboto Slab" pitchFamily="34" charset="-122"/>
                <a:cs typeface="Roboto Slab" pitchFamily="34" charset="-120"/>
              </a:rPr>
              <a:t>A - Audience and R - Response</a:t>
            </a:r>
            <a:endParaRPr lang="en-US" sz="5400" dirty="0"/>
          </a:p>
        </p:txBody>
      </p:sp>
      <p:sp>
        <p:nvSpPr>
          <p:cNvPr id="3" name="Text 1"/>
          <p:cNvSpPr/>
          <p:nvPr/>
        </p:nvSpPr>
        <p:spPr>
          <a:xfrm>
            <a:off x="280442" y="1691104"/>
            <a:ext cx="4374237" cy="372070"/>
          </a:xfrm>
          <a:prstGeom prst="rect">
            <a:avLst/>
          </a:prstGeom>
          <a:noFill/>
          <a:ln/>
        </p:spPr>
        <p:txBody>
          <a:bodyPr wrap="none" lIns="0" tIns="0" rIns="0" bIns="0" rtlCol="0" anchor="t"/>
          <a:lstStyle/>
          <a:p>
            <a:pPr marL="0" indent="0" algn="l">
              <a:lnSpc>
                <a:spcPts val="2900"/>
              </a:lnSpc>
              <a:buNone/>
            </a:pPr>
            <a:r>
              <a:rPr lang="en-US" sz="3600" dirty="0">
                <a:solidFill>
                  <a:srgbClr val="3257B8"/>
                </a:solidFill>
                <a:latin typeface="Roboto Slab" pitchFamily="34" charset="0"/>
                <a:ea typeface="Roboto Slab" pitchFamily="34" charset="-122"/>
                <a:cs typeface="Roboto Slab" pitchFamily="34" charset="-120"/>
              </a:rPr>
              <a:t>A - Audience (Who Reads This)</a:t>
            </a:r>
            <a:endParaRPr lang="en-US" sz="3600" dirty="0"/>
          </a:p>
        </p:txBody>
      </p:sp>
      <p:grpSp>
        <p:nvGrpSpPr>
          <p:cNvPr id="18" name="Group 17">
            <a:extLst>
              <a:ext uri="{FF2B5EF4-FFF2-40B4-BE49-F238E27FC236}">
                <a16:creationId xmlns:a16="http://schemas.microsoft.com/office/drawing/2014/main" id="{0678F897-8C9E-7101-53DA-CB2F6E84C55F}"/>
              </a:ext>
            </a:extLst>
          </p:cNvPr>
          <p:cNvGrpSpPr/>
          <p:nvPr/>
        </p:nvGrpSpPr>
        <p:grpSpPr>
          <a:xfrm>
            <a:off x="380404" y="2460295"/>
            <a:ext cx="6486049" cy="2005815"/>
            <a:chOff x="587097" y="2696678"/>
            <a:chExt cx="6486049" cy="2005815"/>
          </a:xfrm>
        </p:grpSpPr>
        <p:sp>
          <p:nvSpPr>
            <p:cNvPr id="4" name="Text 2"/>
            <p:cNvSpPr/>
            <p:nvPr/>
          </p:nvSpPr>
          <p:spPr>
            <a:xfrm>
              <a:off x="587097" y="2696678"/>
              <a:ext cx="6279356"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Define:</a:t>
              </a:r>
              <a:endParaRPr lang="en-US" sz="2400" dirty="0"/>
            </a:p>
          </p:txBody>
        </p:sp>
        <p:sp>
          <p:nvSpPr>
            <p:cNvPr id="5" name="Text 3"/>
            <p:cNvSpPr/>
            <p:nvPr/>
          </p:nvSpPr>
          <p:spPr>
            <a:xfrm>
              <a:off x="793790" y="322409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Technical background</a:t>
              </a:r>
              <a:endParaRPr lang="en-US" sz="2400" dirty="0"/>
            </a:p>
          </p:txBody>
        </p:sp>
        <p:sp>
          <p:nvSpPr>
            <p:cNvPr id="6" name="Text 4"/>
            <p:cNvSpPr/>
            <p:nvPr/>
          </p:nvSpPr>
          <p:spPr>
            <a:xfrm>
              <a:off x="793790" y="361104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Priorities/concerns</a:t>
              </a:r>
              <a:endParaRPr lang="en-US" sz="2400" dirty="0"/>
            </a:p>
          </p:txBody>
        </p:sp>
        <p:sp>
          <p:nvSpPr>
            <p:cNvPr id="7" name="Text 5"/>
            <p:cNvSpPr/>
            <p:nvPr/>
          </p:nvSpPr>
          <p:spPr>
            <a:xfrm>
              <a:off x="793790" y="399800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Existing knowledge</a:t>
              </a:r>
              <a:endParaRPr lang="en-US" sz="2400" dirty="0"/>
            </a:p>
          </p:txBody>
        </p:sp>
        <p:sp>
          <p:nvSpPr>
            <p:cNvPr id="8" name="Text 6"/>
            <p:cNvSpPr/>
            <p:nvPr/>
          </p:nvSpPr>
          <p:spPr>
            <a:xfrm>
              <a:off x="793790" y="438495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Decision criteria</a:t>
              </a:r>
              <a:endParaRPr lang="en-US" sz="2400" dirty="0"/>
            </a:p>
          </p:txBody>
        </p:sp>
      </p:grpSp>
      <p:sp>
        <p:nvSpPr>
          <p:cNvPr id="9" name="Text 7"/>
          <p:cNvSpPr/>
          <p:nvPr/>
        </p:nvSpPr>
        <p:spPr>
          <a:xfrm>
            <a:off x="587097" y="5592737"/>
            <a:ext cx="6279356" cy="952619"/>
          </a:xfrm>
          <a:prstGeom prst="rect">
            <a:avLst/>
          </a:prstGeom>
          <a:noFill/>
          <a:ln/>
        </p:spPr>
        <p:txBody>
          <a:bodyPr wrap="squar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Example: Audience: "VC partners at deep-tech firms. Understand business fundamentals but not materials science. Sceptical of greenwashing - want hard data."</a:t>
            </a:r>
            <a:endParaRPr lang="en-US" sz="2000" dirty="0"/>
          </a:p>
        </p:txBody>
      </p:sp>
      <p:sp>
        <p:nvSpPr>
          <p:cNvPr id="10" name="Text 8"/>
          <p:cNvSpPr/>
          <p:nvPr/>
        </p:nvSpPr>
        <p:spPr>
          <a:xfrm>
            <a:off x="7315200" y="1691104"/>
            <a:ext cx="4727615" cy="372070"/>
          </a:xfrm>
          <a:prstGeom prst="rect">
            <a:avLst/>
          </a:prstGeom>
          <a:noFill/>
          <a:ln/>
        </p:spPr>
        <p:txBody>
          <a:bodyPr wrap="none" lIns="0" tIns="0" rIns="0" bIns="0" rtlCol="0" anchor="t"/>
          <a:lstStyle/>
          <a:p>
            <a:pPr marL="0" indent="0" algn="l">
              <a:lnSpc>
                <a:spcPts val="2900"/>
              </a:lnSpc>
              <a:buNone/>
            </a:pPr>
            <a:r>
              <a:rPr lang="en-US" sz="3600" dirty="0">
                <a:solidFill>
                  <a:srgbClr val="3257B8"/>
                </a:solidFill>
                <a:latin typeface="Roboto Slab" pitchFamily="34" charset="0"/>
                <a:ea typeface="Roboto Slab" pitchFamily="34" charset="-122"/>
                <a:cs typeface="Roboto Slab" pitchFamily="34" charset="-120"/>
              </a:rPr>
              <a:t>R - Response (Format &amp; Structure)</a:t>
            </a:r>
            <a:endParaRPr lang="en-US" sz="3600" dirty="0"/>
          </a:p>
        </p:txBody>
      </p:sp>
      <p:grpSp>
        <p:nvGrpSpPr>
          <p:cNvPr id="19" name="Group 18">
            <a:extLst>
              <a:ext uri="{FF2B5EF4-FFF2-40B4-BE49-F238E27FC236}">
                <a16:creationId xmlns:a16="http://schemas.microsoft.com/office/drawing/2014/main" id="{20FCFE3C-9580-CF90-03F0-2766F18E2E92}"/>
              </a:ext>
            </a:extLst>
          </p:cNvPr>
          <p:cNvGrpSpPr/>
          <p:nvPr/>
        </p:nvGrpSpPr>
        <p:grpSpPr>
          <a:xfrm>
            <a:off x="7459149" y="2460295"/>
            <a:ext cx="6279356" cy="1974533"/>
            <a:chOff x="7564874" y="2727960"/>
            <a:chExt cx="6279356" cy="1974533"/>
          </a:xfrm>
        </p:grpSpPr>
        <p:sp>
          <p:nvSpPr>
            <p:cNvPr id="11" name="Text 9"/>
            <p:cNvSpPr/>
            <p:nvPr/>
          </p:nvSpPr>
          <p:spPr>
            <a:xfrm>
              <a:off x="7564874" y="2727960"/>
              <a:ext cx="6279356" cy="317540"/>
            </a:xfrm>
            <a:prstGeom prst="rect">
              <a:avLst/>
            </a:prstGeom>
            <a:noFill/>
            <a:ln/>
          </p:spPr>
          <p:txBody>
            <a:bodyPr wrap="none" lIns="0" tIns="0" rIns="0" bIns="0" rtlCol="0" anchor="t"/>
            <a:lstStyle/>
            <a:p>
              <a:pPr marL="0" indent="0" algn="l">
                <a:lnSpc>
                  <a:spcPts val="2500"/>
                </a:lnSpc>
                <a:buNone/>
              </a:pPr>
              <a:r>
                <a:rPr lang="en-US" sz="2400" dirty="0">
                  <a:solidFill>
                    <a:srgbClr val="15213F"/>
                  </a:solidFill>
                  <a:latin typeface="Roboto" pitchFamily="34" charset="0"/>
                  <a:ea typeface="Roboto" pitchFamily="34" charset="-122"/>
                  <a:cs typeface="Roboto" pitchFamily="34" charset="-120"/>
                </a:rPr>
                <a:t>Specify:</a:t>
              </a:r>
              <a:endParaRPr lang="en-US" sz="2400" dirty="0"/>
            </a:p>
          </p:txBody>
        </p:sp>
        <p:sp>
          <p:nvSpPr>
            <p:cNvPr id="12" name="Text 10"/>
            <p:cNvSpPr/>
            <p:nvPr/>
          </p:nvSpPr>
          <p:spPr>
            <a:xfrm>
              <a:off x="7564874" y="322409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Length (pages/words)</a:t>
              </a:r>
              <a:endParaRPr lang="en-US" sz="2400" dirty="0"/>
            </a:p>
          </p:txBody>
        </p:sp>
        <p:sp>
          <p:nvSpPr>
            <p:cNvPr id="13" name="Text 11"/>
            <p:cNvSpPr/>
            <p:nvPr/>
          </p:nvSpPr>
          <p:spPr>
            <a:xfrm>
              <a:off x="7564874" y="361104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Sections and order</a:t>
              </a:r>
              <a:endParaRPr lang="en-US" sz="2400" dirty="0"/>
            </a:p>
          </p:txBody>
        </p:sp>
        <p:sp>
          <p:nvSpPr>
            <p:cNvPr id="14" name="Text 12"/>
            <p:cNvSpPr/>
            <p:nvPr/>
          </p:nvSpPr>
          <p:spPr>
            <a:xfrm>
              <a:off x="7564874" y="399800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Required elements</a:t>
              </a:r>
              <a:endParaRPr lang="en-US" sz="2400" dirty="0"/>
            </a:p>
          </p:txBody>
        </p:sp>
        <p:sp>
          <p:nvSpPr>
            <p:cNvPr id="15" name="Text 13"/>
            <p:cNvSpPr/>
            <p:nvPr/>
          </p:nvSpPr>
          <p:spPr>
            <a:xfrm>
              <a:off x="7564874" y="438495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Visual callouts</a:t>
              </a:r>
              <a:endParaRPr lang="en-US" sz="2400" dirty="0"/>
            </a:p>
          </p:txBody>
        </p:sp>
      </p:grpSp>
      <p:sp>
        <p:nvSpPr>
          <p:cNvPr id="16" name="Text 14"/>
          <p:cNvSpPr/>
          <p:nvPr/>
        </p:nvSpPr>
        <p:spPr>
          <a:xfrm>
            <a:off x="7459149" y="5585877"/>
            <a:ext cx="6279356" cy="952619"/>
          </a:xfrm>
          <a:prstGeom prst="rect">
            <a:avLst/>
          </a:prstGeom>
          <a:noFill/>
          <a:ln/>
        </p:spPr>
        <p:txBody>
          <a:bodyPr wrap="squar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Response: "2-page executive summary: Hook (1 para), Problem (2 paras), Solution (3 paras), Market (2 paras), Ask (1 para). Include data visualisation callouts."</a:t>
            </a:r>
            <a:endParaRPr lang="en-US" sz="2000" dirty="0"/>
          </a:p>
        </p:txBody>
      </p:sp>
    </p:spTree>
    <p:extLst>
      <p:ext uri="{BB962C8B-B14F-4D97-AF65-F5344CB8AC3E}">
        <p14:creationId xmlns:p14="http://schemas.microsoft.com/office/powerpoint/2010/main" val="2035520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3159" y="384571"/>
            <a:ext cx="7680008"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Live Demo 3 - CO-STAR in Action</a:t>
            </a:r>
            <a:endParaRPr lang="en-US" sz="3900" dirty="0"/>
          </a:p>
        </p:txBody>
      </p:sp>
      <p:sp>
        <p:nvSpPr>
          <p:cNvPr id="3" name="Text 1"/>
          <p:cNvSpPr/>
          <p:nvPr/>
        </p:nvSpPr>
        <p:spPr>
          <a:xfrm>
            <a:off x="553159" y="1159608"/>
            <a:ext cx="9923621" cy="1240393"/>
          </a:xfrm>
          <a:prstGeom prst="rect">
            <a:avLst/>
          </a:prstGeom>
          <a:noFill/>
          <a:ln/>
        </p:spPr>
        <p:txBody>
          <a:bodyPr wrap="none" lIns="0" tIns="0" rIns="0" bIns="0" rtlCol="0" anchor="t"/>
          <a:lstStyle/>
          <a:p>
            <a:pPr marL="0" indent="0" algn="l">
              <a:lnSpc>
                <a:spcPts val="9750"/>
              </a:lnSpc>
              <a:buNone/>
            </a:pPr>
            <a:r>
              <a:rPr lang="en-US" sz="7800" dirty="0">
                <a:solidFill>
                  <a:srgbClr val="3257B8"/>
                </a:solidFill>
                <a:latin typeface="Roboto Slab" pitchFamily="34" charset="0"/>
                <a:ea typeface="Roboto Slab" pitchFamily="34" charset="-122"/>
                <a:cs typeface="Roboto Slab" pitchFamily="34" charset="-120"/>
              </a:rPr>
              <a:t>LIVE DEMO #3</a:t>
            </a:r>
            <a:endParaRPr lang="en-US" sz="7800" dirty="0"/>
          </a:p>
        </p:txBody>
      </p:sp>
      <p:sp>
        <p:nvSpPr>
          <p:cNvPr id="4" name="Text 2"/>
          <p:cNvSpPr/>
          <p:nvPr/>
        </p:nvSpPr>
        <p:spPr>
          <a:xfrm>
            <a:off x="553159" y="2353478"/>
            <a:ext cx="528637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Complete CO-STAR Example</a:t>
            </a:r>
            <a:endParaRPr lang="en-US" sz="3100" dirty="0"/>
          </a:p>
        </p:txBody>
      </p:sp>
      <p:grpSp>
        <p:nvGrpSpPr>
          <p:cNvPr id="12" name="Group 11">
            <a:extLst>
              <a:ext uri="{FF2B5EF4-FFF2-40B4-BE49-F238E27FC236}">
                <a16:creationId xmlns:a16="http://schemas.microsoft.com/office/drawing/2014/main" id="{F72B08B5-4C01-1861-7D28-47FFC4C7C5AA}"/>
              </a:ext>
            </a:extLst>
          </p:cNvPr>
          <p:cNvGrpSpPr/>
          <p:nvPr/>
        </p:nvGrpSpPr>
        <p:grpSpPr>
          <a:xfrm>
            <a:off x="793790" y="3160295"/>
            <a:ext cx="13042821" cy="4991246"/>
            <a:chOff x="793790" y="3795355"/>
            <a:chExt cx="13042821" cy="3889653"/>
          </a:xfrm>
        </p:grpSpPr>
        <p:sp>
          <p:nvSpPr>
            <p:cNvPr id="5" name="Text 3"/>
            <p:cNvSpPr/>
            <p:nvPr/>
          </p:nvSpPr>
          <p:spPr>
            <a:xfrm>
              <a:off x="793790" y="3795355"/>
              <a:ext cx="13042821" cy="317540"/>
            </a:xfrm>
            <a:prstGeom prst="rect">
              <a:avLst/>
            </a:prstGeom>
            <a:noFill/>
            <a:ln/>
          </p:spPr>
          <p:txBody>
            <a:bodyPr wrap="none" lIns="0" tIns="0" rIns="0" bIns="0" rtlCol="0" anchor="t"/>
            <a:lstStyle/>
            <a:p>
              <a:pPr>
                <a:lnSpc>
                  <a:spcPts val="2500"/>
                </a:lnSpc>
              </a:pPr>
              <a:r>
                <a:rPr lang="en-US" sz="2800" b="1" dirty="0">
                  <a:solidFill>
                    <a:srgbClr val="15213F"/>
                  </a:solidFill>
                  <a:latin typeface="Roboto" pitchFamily="34" charset="0"/>
                  <a:ea typeface="Roboto" pitchFamily="34" charset="-122"/>
                  <a:cs typeface="Roboto" pitchFamily="34" charset="-120"/>
                </a:rPr>
                <a:t>Task:</a:t>
              </a:r>
              <a:r>
                <a:rPr lang="en-US" sz="2800" dirty="0">
                  <a:solidFill>
                    <a:srgbClr val="15213F"/>
                  </a:solidFill>
                  <a:latin typeface="Roboto" pitchFamily="34" charset="0"/>
                  <a:ea typeface="Roboto" pitchFamily="34" charset="-122"/>
                  <a:cs typeface="Roboto" pitchFamily="34" charset="-120"/>
                </a:rPr>
                <a:t> </a:t>
              </a:r>
              <a:r>
                <a:rPr lang="en-GB" sz="2400" dirty="0" err="1"/>
                <a:t>AmaDema's</a:t>
              </a:r>
              <a:r>
                <a:rPr lang="en-GB" sz="2400" dirty="0"/>
                <a:t> R&amp;D Director wants a 1-page memo on adopting AI tools, </a:t>
              </a:r>
            </a:p>
            <a:p>
              <a:pPr>
                <a:lnSpc>
                  <a:spcPts val="2500"/>
                </a:lnSpc>
              </a:pPr>
              <a:r>
                <a:rPr lang="en-GB" sz="2400" dirty="0"/>
                <a:t>addressing concerns about accuracy, IP security, training time, and cost vs benefit</a:t>
              </a:r>
              <a:r>
                <a:rPr lang="en-GB" dirty="0"/>
                <a:t>.</a:t>
              </a:r>
            </a:p>
            <a:p>
              <a:pPr marL="0" indent="0" algn="l">
                <a:lnSpc>
                  <a:spcPts val="2500"/>
                </a:lnSpc>
                <a:buNone/>
              </a:pPr>
              <a:endParaRPr lang="en-US" sz="2800" dirty="0"/>
            </a:p>
          </p:txBody>
        </p:sp>
        <p:sp>
          <p:nvSpPr>
            <p:cNvPr id="6" name="Text 4"/>
            <p:cNvSpPr/>
            <p:nvPr/>
          </p:nvSpPr>
          <p:spPr>
            <a:xfrm>
              <a:off x="793790" y="4483617"/>
              <a:ext cx="13042821"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Watch:</a:t>
              </a:r>
              <a:endParaRPr lang="en-US" sz="2800" dirty="0"/>
            </a:p>
          </p:txBody>
        </p:sp>
        <p:sp>
          <p:nvSpPr>
            <p:cNvPr id="7" name="Text 5"/>
            <p:cNvSpPr/>
            <p:nvPr/>
          </p:nvSpPr>
          <p:spPr>
            <a:xfrm>
              <a:off x="793790" y="4876919"/>
              <a:ext cx="13042821"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sz="2800" dirty="0">
                  <a:solidFill>
                    <a:srgbClr val="15213F"/>
                  </a:solidFill>
                  <a:latin typeface="Roboto" pitchFamily="34" charset="0"/>
                  <a:ea typeface="Roboto" pitchFamily="34" charset="-122"/>
                  <a:cs typeface="Roboto" pitchFamily="34" charset="-120"/>
                </a:rPr>
                <a:t>Building prompt with all 6 components</a:t>
              </a:r>
              <a:endParaRPr lang="en-US" sz="2800" dirty="0"/>
            </a:p>
          </p:txBody>
        </p:sp>
        <p:sp>
          <p:nvSpPr>
            <p:cNvPr id="8" name="Text 6"/>
            <p:cNvSpPr/>
            <p:nvPr/>
          </p:nvSpPr>
          <p:spPr>
            <a:xfrm>
              <a:off x="793790" y="5263872"/>
              <a:ext cx="13042821"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r>
                <a:rPr lang="en-US" sz="2800" dirty="0">
                  <a:solidFill>
                    <a:srgbClr val="15213F"/>
                  </a:solidFill>
                  <a:latin typeface="Roboto" pitchFamily="34" charset="0"/>
                  <a:ea typeface="Roboto" pitchFamily="34" charset="-122"/>
                  <a:cs typeface="Roboto" pitchFamily="34" charset="-120"/>
                </a:rPr>
                <a:t>First-shot result</a:t>
              </a:r>
              <a:endParaRPr lang="en-US" sz="2800" dirty="0"/>
            </a:p>
          </p:txBody>
        </p:sp>
        <p:sp>
          <p:nvSpPr>
            <p:cNvPr id="9" name="Text 7"/>
            <p:cNvSpPr/>
            <p:nvPr/>
          </p:nvSpPr>
          <p:spPr>
            <a:xfrm>
              <a:off x="793790" y="5650825"/>
              <a:ext cx="13042821"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sz="2800" dirty="0">
                  <a:solidFill>
                    <a:srgbClr val="15213F"/>
                  </a:solidFill>
                  <a:latin typeface="Roboto" pitchFamily="34" charset="0"/>
                  <a:ea typeface="Roboto" pitchFamily="34" charset="-122"/>
                  <a:cs typeface="Roboto" pitchFamily="34" charset="-120"/>
                </a:rPr>
                <a:t>Quality assessment</a:t>
              </a:r>
              <a:endParaRPr lang="en-US" sz="2800" dirty="0"/>
            </a:p>
          </p:txBody>
        </p:sp>
        <p:sp>
          <p:nvSpPr>
            <p:cNvPr id="10" name="Text 8"/>
            <p:cNvSpPr/>
            <p:nvPr/>
          </p:nvSpPr>
          <p:spPr>
            <a:xfrm>
              <a:off x="793790" y="6191607"/>
              <a:ext cx="13042821"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Real-world scenario, real-time demo</a:t>
              </a:r>
              <a:endParaRPr lang="en-US" sz="2800" dirty="0"/>
            </a:p>
          </p:txBody>
        </p:sp>
        <p:sp>
          <p:nvSpPr>
            <p:cNvPr id="11" name="Text 9"/>
            <p:cNvSpPr/>
            <p:nvPr/>
          </p:nvSpPr>
          <p:spPr>
            <a:xfrm>
              <a:off x="793790" y="6732389"/>
              <a:ext cx="13042821" cy="952619"/>
            </a:xfrm>
            <a:prstGeom prst="rect">
              <a:avLst/>
            </a:prstGeom>
            <a:noFill/>
            <a:ln/>
          </p:spPr>
          <p:txBody>
            <a:bodyPr wrap="squar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Live demo time! </a:t>
              </a:r>
              <a:endParaRPr lang="en-US" sz="2800" dirty="0"/>
            </a:p>
          </p:txBody>
        </p:sp>
      </p:grpSp>
    </p:spTree>
    <p:extLst>
      <p:ext uri="{BB962C8B-B14F-4D97-AF65-F5344CB8AC3E}">
        <p14:creationId xmlns:p14="http://schemas.microsoft.com/office/powerpoint/2010/main" val="3092781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3569" y="340027"/>
            <a:ext cx="9002316" cy="505778"/>
          </a:xfrm>
          <a:prstGeom prst="rect">
            <a:avLst/>
          </a:prstGeom>
          <a:noFill/>
          <a:ln/>
        </p:spPr>
        <p:txBody>
          <a:bodyPr wrap="none" lIns="0" tIns="0" rIns="0" bIns="0" rtlCol="0" anchor="t"/>
          <a:lstStyle/>
          <a:p>
            <a:pPr marL="0" indent="0" algn="l">
              <a:lnSpc>
                <a:spcPts val="3950"/>
              </a:lnSpc>
              <a:buNone/>
            </a:pPr>
            <a:r>
              <a:rPr lang="en-US" sz="3150" dirty="0">
                <a:solidFill>
                  <a:srgbClr val="3257B8"/>
                </a:solidFill>
                <a:latin typeface="Roboto Slab" pitchFamily="34" charset="0"/>
                <a:ea typeface="Roboto Slab" pitchFamily="34" charset="-122"/>
                <a:cs typeface="Roboto Slab" pitchFamily="34" charset="-120"/>
              </a:rPr>
              <a:t>Small Group Activity 2 - Build CO-STAR Prompt</a:t>
            </a:r>
            <a:endParaRPr lang="en-US" sz="3150" dirty="0"/>
          </a:p>
        </p:txBody>
      </p:sp>
      <p:sp>
        <p:nvSpPr>
          <p:cNvPr id="3" name="Text 1"/>
          <p:cNvSpPr/>
          <p:nvPr/>
        </p:nvSpPr>
        <p:spPr>
          <a:xfrm>
            <a:off x="463569" y="966075"/>
            <a:ext cx="7591663" cy="698063"/>
          </a:xfrm>
          <a:prstGeom prst="rect">
            <a:avLst/>
          </a:prstGeom>
          <a:noFill/>
          <a:ln/>
        </p:spPr>
        <p:txBody>
          <a:bodyPr wrap="none" lIns="0" tIns="0" rIns="0" bIns="0" rtlCol="0" anchor="t"/>
          <a:lstStyle/>
          <a:p>
            <a:pPr marL="0" indent="0" algn="l">
              <a:lnSpc>
                <a:spcPts val="5450"/>
              </a:lnSpc>
              <a:buNone/>
            </a:pPr>
            <a:r>
              <a:rPr lang="en-US" sz="4350" dirty="0">
                <a:solidFill>
                  <a:srgbClr val="3257B8"/>
                </a:solidFill>
                <a:latin typeface="Roboto Slab" pitchFamily="34" charset="0"/>
                <a:ea typeface="Roboto Slab" pitchFamily="34" charset="-122"/>
                <a:cs typeface="Roboto Slab" pitchFamily="34" charset="-120"/>
              </a:rPr>
              <a:t>SMALL GROUP ACTIVITY #2</a:t>
            </a:r>
            <a:endParaRPr lang="en-US" sz="4350" dirty="0"/>
          </a:p>
        </p:txBody>
      </p:sp>
      <p:sp>
        <p:nvSpPr>
          <p:cNvPr id="4" name="Text 2"/>
          <p:cNvSpPr/>
          <p:nvPr/>
        </p:nvSpPr>
        <p:spPr>
          <a:xfrm>
            <a:off x="463569" y="1769319"/>
            <a:ext cx="7001947" cy="404813"/>
          </a:xfrm>
          <a:prstGeom prst="rect">
            <a:avLst/>
          </a:prstGeom>
          <a:noFill/>
          <a:ln/>
        </p:spPr>
        <p:txBody>
          <a:bodyPr wrap="none" lIns="0" tIns="0" rIns="0" bIns="0" rtlCol="0" anchor="t"/>
          <a:lstStyle/>
          <a:p>
            <a:pPr marL="0" indent="0" algn="l">
              <a:lnSpc>
                <a:spcPts val="3150"/>
              </a:lnSpc>
              <a:buNone/>
            </a:pPr>
            <a:r>
              <a:rPr lang="en-US" sz="2500" dirty="0">
                <a:solidFill>
                  <a:srgbClr val="3257B8"/>
                </a:solidFill>
                <a:latin typeface="Roboto Slab" pitchFamily="34" charset="0"/>
                <a:ea typeface="Roboto Slab" pitchFamily="34" charset="-122"/>
                <a:cs typeface="Roboto Slab" pitchFamily="34" charset="-120"/>
              </a:rPr>
              <a:t>(15 minutes) Build Your Own CO-STAR Prompt</a:t>
            </a:r>
            <a:endParaRPr lang="en-US" sz="2500" dirty="0"/>
          </a:p>
        </p:txBody>
      </p:sp>
      <p:grpSp>
        <p:nvGrpSpPr>
          <p:cNvPr id="17" name="Group 16">
            <a:extLst>
              <a:ext uri="{FF2B5EF4-FFF2-40B4-BE49-F238E27FC236}">
                <a16:creationId xmlns:a16="http://schemas.microsoft.com/office/drawing/2014/main" id="{115A4241-9874-EEB6-0E90-DCE76C305626}"/>
              </a:ext>
            </a:extLst>
          </p:cNvPr>
          <p:cNvGrpSpPr/>
          <p:nvPr/>
        </p:nvGrpSpPr>
        <p:grpSpPr>
          <a:xfrm>
            <a:off x="609600" y="2470484"/>
            <a:ext cx="12556926" cy="5313821"/>
            <a:chOff x="1463754" y="2782133"/>
            <a:chExt cx="11702772" cy="4042887"/>
          </a:xfrm>
        </p:grpSpPr>
        <p:sp>
          <p:nvSpPr>
            <p:cNvPr id="5" name="Text 3"/>
            <p:cNvSpPr/>
            <p:nvPr/>
          </p:nvSpPr>
          <p:spPr>
            <a:xfrm>
              <a:off x="1463754" y="2782133"/>
              <a:ext cx="11702772" cy="259080"/>
            </a:xfrm>
            <a:prstGeom prst="rect">
              <a:avLst/>
            </a:prstGeom>
            <a:noFill/>
            <a:ln/>
          </p:spPr>
          <p:txBody>
            <a:bodyPr wrap="none" lIns="0" tIns="0" rIns="0" bIns="0" rtlCol="0" anchor="t"/>
            <a:lstStyle/>
            <a:p>
              <a:pPr marL="0" indent="0" algn="l">
                <a:lnSpc>
                  <a:spcPts val="2000"/>
                </a:lnSpc>
                <a:buNone/>
              </a:pPr>
              <a:r>
                <a:rPr lang="en-US" sz="2000" b="1" dirty="0">
                  <a:solidFill>
                    <a:srgbClr val="15213F"/>
                  </a:solidFill>
                  <a:latin typeface="Roboto" pitchFamily="34" charset="0"/>
                  <a:ea typeface="Roboto" pitchFamily="34" charset="-122"/>
                  <a:cs typeface="Roboto" pitchFamily="34" charset="-120"/>
                </a:rPr>
                <a:t>Groups of 3-4</a:t>
              </a:r>
              <a:endParaRPr lang="en-US" sz="2000" dirty="0"/>
            </a:p>
          </p:txBody>
        </p:sp>
        <p:sp>
          <p:nvSpPr>
            <p:cNvPr id="6" name="Text 4"/>
            <p:cNvSpPr/>
            <p:nvPr/>
          </p:nvSpPr>
          <p:spPr>
            <a:xfrm>
              <a:off x="1463754" y="3223260"/>
              <a:ext cx="11702772" cy="259080"/>
            </a:xfrm>
            <a:prstGeom prst="rect">
              <a:avLst/>
            </a:prstGeom>
            <a:noFill/>
            <a:ln/>
          </p:spPr>
          <p:txBody>
            <a:bodyPr wrap="none" lIns="0" tIns="0" rIns="0" bIns="0" rtlCol="0" anchor="t"/>
            <a:lstStyle/>
            <a:p>
              <a:pPr marL="0" indent="0" algn="l">
                <a:lnSpc>
                  <a:spcPts val="2000"/>
                </a:lnSpc>
                <a:buNone/>
              </a:pPr>
              <a:r>
                <a:rPr lang="en-US" sz="2000" dirty="0">
                  <a:solidFill>
                    <a:srgbClr val="15213F"/>
                  </a:solidFill>
                  <a:latin typeface="Roboto" pitchFamily="34" charset="0"/>
                  <a:ea typeface="Roboto" pitchFamily="34" charset="-122"/>
                  <a:cs typeface="Roboto" pitchFamily="34" charset="-120"/>
                </a:rPr>
                <a:t>Scenario: Write 1-page memo to AmaDema management about implementing green AI practices in R&amp;D team.</a:t>
              </a:r>
              <a:endParaRPr lang="en-US" sz="2000" dirty="0"/>
            </a:p>
          </p:txBody>
        </p:sp>
        <p:sp>
          <p:nvSpPr>
            <p:cNvPr id="7" name="Text 5"/>
            <p:cNvSpPr/>
            <p:nvPr/>
          </p:nvSpPr>
          <p:spPr>
            <a:xfrm>
              <a:off x="1463754" y="3664387"/>
              <a:ext cx="11702772" cy="259080"/>
            </a:xfrm>
            <a:prstGeom prst="rect">
              <a:avLst/>
            </a:prstGeom>
            <a:noFill/>
            <a:ln/>
          </p:spPr>
          <p:txBody>
            <a:bodyPr wrap="none" lIns="0" tIns="0" rIns="0" bIns="0" rtlCol="0" anchor="t"/>
            <a:lstStyle/>
            <a:p>
              <a:pPr marL="0" indent="0" algn="l">
                <a:lnSpc>
                  <a:spcPts val="2000"/>
                </a:lnSpc>
                <a:buNone/>
              </a:pPr>
              <a:r>
                <a:rPr lang="en-US" sz="2000" b="1" dirty="0">
                  <a:solidFill>
                    <a:srgbClr val="15213F"/>
                  </a:solidFill>
                  <a:latin typeface="Roboto" pitchFamily="34" charset="0"/>
                  <a:ea typeface="Roboto" pitchFamily="34" charset="-122"/>
                  <a:cs typeface="Roboto" pitchFamily="34" charset="-120"/>
                </a:rPr>
                <a:t>Your task:</a:t>
              </a:r>
              <a:endParaRPr lang="en-US" sz="2000" dirty="0"/>
            </a:p>
          </p:txBody>
        </p:sp>
        <p:sp>
          <p:nvSpPr>
            <p:cNvPr id="8" name="Text 6"/>
            <p:cNvSpPr/>
            <p:nvPr/>
          </p:nvSpPr>
          <p:spPr>
            <a:xfrm>
              <a:off x="1463754" y="4105513"/>
              <a:ext cx="11702772" cy="259080"/>
            </a:xfrm>
            <a:prstGeom prst="rect">
              <a:avLst/>
            </a:prstGeom>
            <a:noFill/>
            <a:ln/>
          </p:spPr>
          <p:txBody>
            <a:bodyPr wrap="none" lIns="0" tIns="0" rIns="0" bIns="0" rtlCol="0" anchor="t"/>
            <a:lstStyle/>
            <a:p>
              <a:pPr marL="342900" indent="-342900" algn="l">
                <a:lnSpc>
                  <a:spcPts val="2000"/>
                </a:lnSpc>
                <a:buSzPct val="100000"/>
                <a:buFont typeface="+mj-lt"/>
                <a:buAutoNum type="arabicPeriod"/>
              </a:pPr>
              <a:r>
                <a:rPr lang="en-US" sz="2000" dirty="0">
                  <a:solidFill>
                    <a:srgbClr val="15213F"/>
                  </a:solidFill>
                  <a:latin typeface="Roboto" pitchFamily="34" charset="0"/>
                  <a:ea typeface="Roboto" pitchFamily="34" charset="-122"/>
                  <a:cs typeface="Roboto" pitchFamily="34" charset="-120"/>
                </a:rPr>
                <a:t>Discuss what each component should contain (5 min)</a:t>
              </a:r>
              <a:endParaRPr lang="en-US" sz="2000" dirty="0"/>
            </a:p>
          </p:txBody>
        </p:sp>
        <p:sp>
          <p:nvSpPr>
            <p:cNvPr id="9" name="Text 7"/>
            <p:cNvSpPr/>
            <p:nvPr/>
          </p:nvSpPr>
          <p:spPr>
            <a:xfrm>
              <a:off x="1463754" y="4421148"/>
              <a:ext cx="11702772" cy="259080"/>
            </a:xfrm>
            <a:prstGeom prst="rect">
              <a:avLst/>
            </a:prstGeom>
            <a:noFill/>
            <a:ln/>
          </p:spPr>
          <p:txBody>
            <a:bodyPr wrap="none" lIns="0" tIns="0" rIns="0" bIns="0" rtlCol="0" anchor="t"/>
            <a:lstStyle/>
            <a:p>
              <a:pPr marL="342900" indent="-342900" algn="l">
                <a:lnSpc>
                  <a:spcPts val="2000"/>
                </a:lnSpc>
                <a:buSzPct val="100000"/>
                <a:buFont typeface="+mj-lt"/>
                <a:buAutoNum type="arabicPeriod" startAt="2"/>
              </a:pPr>
              <a:r>
                <a:rPr lang="en-US" sz="2000" dirty="0">
                  <a:solidFill>
                    <a:srgbClr val="15213F"/>
                  </a:solidFill>
                  <a:latin typeface="Roboto" pitchFamily="34" charset="0"/>
                  <a:ea typeface="Roboto" pitchFamily="34" charset="-122"/>
                  <a:cs typeface="Roboto" pitchFamily="34" charset="-120"/>
                </a:rPr>
                <a:t>Write complete CO-STAR prompt together (7 min)</a:t>
              </a:r>
              <a:endParaRPr lang="en-US" sz="2000" dirty="0"/>
            </a:p>
          </p:txBody>
        </p:sp>
        <p:sp>
          <p:nvSpPr>
            <p:cNvPr id="10" name="Text 8"/>
            <p:cNvSpPr/>
            <p:nvPr/>
          </p:nvSpPr>
          <p:spPr>
            <a:xfrm>
              <a:off x="1463754" y="4736783"/>
              <a:ext cx="11702772" cy="259080"/>
            </a:xfrm>
            <a:prstGeom prst="rect">
              <a:avLst/>
            </a:prstGeom>
            <a:noFill/>
            <a:ln/>
          </p:spPr>
          <p:txBody>
            <a:bodyPr wrap="none" lIns="0" tIns="0" rIns="0" bIns="0" rtlCol="0" anchor="t"/>
            <a:lstStyle/>
            <a:p>
              <a:pPr marL="342900" indent="-342900" algn="l">
                <a:lnSpc>
                  <a:spcPts val="2000"/>
                </a:lnSpc>
                <a:buSzPct val="100000"/>
                <a:buFont typeface="+mj-lt"/>
                <a:buAutoNum type="arabicPeriod" startAt="3"/>
              </a:pPr>
              <a:r>
                <a:rPr lang="en-US" sz="2000" dirty="0">
                  <a:solidFill>
                    <a:srgbClr val="15213F"/>
                  </a:solidFill>
                  <a:latin typeface="Roboto" pitchFamily="34" charset="0"/>
                  <a:ea typeface="Roboto" pitchFamily="34" charset="-122"/>
                  <a:cs typeface="Roboto" pitchFamily="34" charset="-120"/>
                </a:rPr>
                <a:t>One group will test in sandbox (3 min)</a:t>
              </a:r>
              <a:endParaRPr lang="en-US" sz="2000" dirty="0"/>
            </a:p>
          </p:txBody>
        </p:sp>
        <p:sp>
          <p:nvSpPr>
            <p:cNvPr id="11" name="Text 9"/>
            <p:cNvSpPr/>
            <p:nvPr/>
          </p:nvSpPr>
          <p:spPr>
            <a:xfrm>
              <a:off x="1463754" y="5177909"/>
              <a:ext cx="11702772" cy="259080"/>
            </a:xfrm>
            <a:prstGeom prst="rect">
              <a:avLst/>
            </a:prstGeom>
            <a:noFill/>
            <a:ln/>
          </p:spPr>
          <p:txBody>
            <a:bodyPr wrap="none" lIns="0" tIns="0" rIns="0" bIns="0" rtlCol="0" anchor="t"/>
            <a:lstStyle/>
            <a:p>
              <a:pPr marL="0" indent="0" algn="l">
                <a:lnSpc>
                  <a:spcPts val="2000"/>
                </a:lnSpc>
                <a:buNone/>
              </a:pPr>
              <a:r>
                <a:rPr lang="en-US" sz="2000" b="1" dirty="0">
                  <a:solidFill>
                    <a:srgbClr val="15213F"/>
                  </a:solidFill>
                  <a:latin typeface="Roboto" pitchFamily="34" charset="0"/>
                  <a:ea typeface="Roboto" pitchFamily="34" charset="-122"/>
                  <a:cs typeface="Roboto" pitchFamily="34" charset="-120"/>
                </a:rPr>
                <a:t>Assign roles:</a:t>
              </a:r>
              <a:endParaRPr lang="en-US" sz="2000" dirty="0"/>
            </a:p>
          </p:txBody>
        </p:sp>
        <p:sp>
          <p:nvSpPr>
            <p:cNvPr id="12" name="Text 10"/>
            <p:cNvSpPr/>
            <p:nvPr/>
          </p:nvSpPr>
          <p:spPr>
            <a:xfrm>
              <a:off x="1463754" y="5619036"/>
              <a:ext cx="11702772" cy="259080"/>
            </a:xfrm>
            <a:prstGeom prst="rect">
              <a:avLst/>
            </a:prstGeom>
            <a:noFill/>
            <a:ln/>
          </p:spPr>
          <p:txBody>
            <a:bodyPr wrap="none" lIns="0" tIns="0" rIns="0" bIns="0" rtlCol="0" anchor="t"/>
            <a:lstStyle/>
            <a:p>
              <a:pPr marL="342900" indent="-342900" algn="l">
                <a:lnSpc>
                  <a:spcPts val="2000"/>
                </a:lnSpc>
                <a:buSzPct val="100000"/>
                <a:buChar char="•"/>
              </a:pPr>
              <a:r>
                <a:rPr lang="en-US" sz="2000" dirty="0">
                  <a:solidFill>
                    <a:srgbClr val="15213F"/>
                  </a:solidFill>
                  <a:latin typeface="Roboto" pitchFamily="34" charset="0"/>
                  <a:ea typeface="Roboto" pitchFamily="34" charset="-122"/>
                  <a:cs typeface="Roboto" pitchFamily="34" charset="-120"/>
                </a:rPr>
                <a:t>Facilitator (keeps discussion on track)</a:t>
              </a:r>
              <a:endParaRPr lang="en-US" sz="2000" dirty="0"/>
            </a:p>
          </p:txBody>
        </p:sp>
        <p:sp>
          <p:nvSpPr>
            <p:cNvPr id="13" name="Text 11"/>
            <p:cNvSpPr/>
            <p:nvPr/>
          </p:nvSpPr>
          <p:spPr>
            <a:xfrm>
              <a:off x="1463754" y="5934670"/>
              <a:ext cx="11702772" cy="259080"/>
            </a:xfrm>
            <a:prstGeom prst="rect">
              <a:avLst/>
            </a:prstGeom>
            <a:noFill/>
            <a:ln/>
          </p:spPr>
          <p:txBody>
            <a:bodyPr wrap="none" lIns="0" tIns="0" rIns="0" bIns="0" rtlCol="0" anchor="t"/>
            <a:lstStyle/>
            <a:p>
              <a:pPr marL="342900" indent="-342900" algn="l">
                <a:lnSpc>
                  <a:spcPts val="2000"/>
                </a:lnSpc>
                <a:buSzPct val="100000"/>
                <a:buChar char="•"/>
              </a:pPr>
              <a:r>
                <a:rPr lang="en-US" sz="2000" dirty="0">
                  <a:solidFill>
                    <a:srgbClr val="15213F"/>
                  </a:solidFill>
                  <a:latin typeface="Roboto" pitchFamily="34" charset="0"/>
                  <a:ea typeface="Roboto" pitchFamily="34" charset="-122"/>
                  <a:cs typeface="Roboto" pitchFamily="34" charset="-120"/>
                </a:rPr>
                <a:t>Note-taker (writes the prompt)</a:t>
              </a:r>
              <a:endParaRPr lang="en-US" sz="2000" dirty="0"/>
            </a:p>
          </p:txBody>
        </p:sp>
        <p:sp>
          <p:nvSpPr>
            <p:cNvPr id="14" name="Text 12"/>
            <p:cNvSpPr/>
            <p:nvPr/>
          </p:nvSpPr>
          <p:spPr>
            <a:xfrm>
              <a:off x="1463754" y="6250305"/>
              <a:ext cx="11702772" cy="259080"/>
            </a:xfrm>
            <a:prstGeom prst="rect">
              <a:avLst/>
            </a:prstGeom>
            <a:noFill/>
            <a:ln/>
          </p:spPr>
          <p:txBody>
            <a:bodyPr wrap="none" lIns="0" tIns="0" rIns="0" bIns="0" rtlCol="0" anchor="t"/>
            <a:lstStyle/>
            <a:p>
              <a:pPr marL="342900" indent="-342900" algn="l">
                <a:lnSpc>
                  <a:spcPts val="2000"/>
                </a:lnSpc>
                <a:buSzPct val="100000"/>
                <a:buChar char="•"/>
              </a:pPr>
              <a:r>
                <a:rPr lang="en-US" sz="2000" dirty="0">
                  <a:solidFill>
                    <a:srgbClr val="15213F"/>
                  </a:solidFill>
                  <a:latin typeface="Roboto" pitchFamily="34" charset="0"/>
                  <a:ea typeface="Roboto" pitchFamily="34" charset="-122"/>
                  <a:cs typeface="Roboto" pitchFamily="34" charset="-120"/>
                </a:rPr>
                <a:t>Presenter (will share if selected)</a:t>
              </a:r>
              <a:endParaRPr lang="en-US" sz="2000" dirty="0"/>
            </a:p>
          </p:txBody>
        </p:sp>
        <p:sp>
          <p:nvSpPr>
            <p:cNvPr id="15" name="Text 13"/>
            <p:cNvSpPr/>
            <p:nvPr/>
          </p:nvSpPr>
          <p:spPr>
            <a:xfrm>
              <a:off x="1463754" y="6565940"/>
              <a:ext cx="11702772" cy="259080"/>
            </a:xfrm>
            <a:prstGeom prst="rect">
              <a:avLst/>
            </a:prstGeom>
            <a:noFill/>
            <a:ln/>
          </p:spPr>
          <p:txBody>
            <a:bodyPr wrap="none" lIns="0" tIns="0" rIns="0" bIns="0" rtlCol="0" anchor="t"/>
            <a:lstStyle/>
            <a:p>
              <a:pPr marL="342900" indent="-342900" algn="l">
                <a:lnSpc>
                  <a:spcPts val="2000"/>
                </a:lnSpc>
                <a:buSzPct val="100000"/>
                <a:buChar char="•"/>
              </a:pPr>
              <a:r>
                <a:rPr lang="en-US" sz="2000" dirty="0">
                  <a:solidFill>
                    <a:srgbClr val="15213F"/>
                  </a:solidFill>
                  <a:latin typeface="Roboto" pitchFamily="34" charset="0"/>
                  <a:ea typeface="Roboto" pitchFamily="34" charset="-122"/>
                  <a:cs typeface="Roboto" pitchFamily="34" charset="-120"/>
                </a:rPr>
                <a:t>Quality checker (ensures all 6 components covered)</a:t>
              </a:r>
              <a:endParaRPr lang="en-US" sz="2000" dirty="0"/>
            </a:p>
          </p:txBody>
        </p:sp>
      </p:grpSp>
      <p:sp>
        <p:nvSpPr>
          <p:cNvPr id="16" name="Text 14"/>
          <p:cNvSpPr/>
          <p:nvPr/>
        </p:nvSpPr>
        <p:spPr>
          <a:xfrm>
            <a:off x="1463754" y="7007066"/>
            <a:ext cx="11702772" cy="777240"/>
          </a:xfrm>
          <a:prstGeom prst="rect">
            <a:avLst/>
          </a:prstGeom>
          <a:noFill/>
          <a:ln/>
        </p:spPr>
        <p:txBody>
          <a:bodyPr wrap="square" lIns="0" tIns="0" rIns="0" bIns="0" rtlCol="0" anchor="t"/>
          <a:lstStyle/>
          <a:p>
            <a:pPr marL="0" indent="0" algn="l">
              <a:lnSpc>
                <a:spcPts val="2000"/>
              </a:lnSpc>
              <a:buNone/>
            </a:pPr>
            <a:endParaRPr lang="en-US" sz="1250" dirty="0"/>
          </a:p>
        </p:txBody>
      </p:sp>
    </p:spTree>
    <p:extLst>
      <p:ext uri="{BB962C8B-B14F-4D97-AF65-F5344CB8AC3E}">
        <p14:creationId xmlns:p14="http://schemas.microsoft.com/office/powerpoint/2010/main" val="2846765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A6E39F-D248-875A-E2B4-C7DD54824292}"/>
              </a:ext>
            </a:extLst>
          </p:cNvPr>
          <p:cNvSpPr txBox="1"/>
          <p:nvPr/>
        </p:nvSpPr>
        <p:spPr>
          <a:xfrm>
            <a:off x="479502" y="58005"/>
            <a:ext cx="13381463" cy="8340745"/>
          </a:xfrm>
          <a:prstGeom prst="rect">
            <a:avLst/>
          </a:prstGeom>
          <a:noFill/>
        </p:spPr>
        <p:txBody>
          <a:bodyPr wrap="square" rtlCol="0">
            <a:spAutoFit/>
          </a:bodyPr>
          <a:lstStyle/>
          <a:p>
            <a:r>
              <a:rPr lang="en-GB" sz="2400" dirty="0">
                <a:solidFill>
                  <a:srgbClr val="3257B8"/>
                </a:solidFill>
                <a:latin typeface="Roboto Slab" pitchFamily="34" charset="0"/>
                <a:ea typeface="Roboto Slab" pitchFamily="34" charset="-122"/>
                <a:cs typeface="Roboto Slab" pitchFamily="34" charset="-120"/>
              </a:rPr>
              <a:t>SCENARIO: Green AI Practices Memo</a:t>
            </a:r>
          </a:p>
          <a:p>
            <a:endParaRPr lang="en-GB" dirty="0"/>
          </a:p>
          <a:p>
            <a:r>
              <a:rPr lang="en-GB" sz="2000" b="1" dirty="0">
                <a:latin typeface="Roboto Slab" pitchFamily="2" charset="0"/>
                <a:ea typeface="Roboto Slab" pitchFamily="2" charset="0"/>
                <a:cs typeface="Roboto Slab" pitchFamily="2" charset="0"/>
              </a:rPr>
              <a:t>Background:</a:t>
            </a:r>
          </a:p>
          <a:p>
            <a:r>
              <a:rPr lang="en-GB" sz="2000" dirty="0">
                <a:latin typeface="Roboto Slab" pitchFamily="2" charset="0"/>
                <a:ea typeface="Roboto Slab" pitchFamily="2" charset="0"/>
                <a:cs typeface="Roboto Slab" pitchFamily="2" charset="0"/>
              </a:rPr>
              <a:t>- </a:t>
            </a:r>
            <a:r>
              <a:rPr lang="en-GB" sz="2000" dirty="0" err="1">
                <a:latin typeface="Roboto Slab" pitchFamily="2" charset="0"/>
                <a:ea typeface="Roboto Slab" pitchFamily="2" charset="0"/>
                <a:cs typeface="Roboto Slab" pitchFamily="2" charset="0"/>
              </a:rPr>
              <a:t>AmaDema</a:t>
            </a:r>
            <a:r>
              <a:rPr lang="en-GB" sz="2000" dirty="0">
                <a:latin typeface="Roboto Slab" pitchFamily="2" charset="0"/>
                <a:ea typeface="Roboto Slab" pitchFamily="2" charset="0"/>
                <a:cs typeface="Roboto Slab" pitchFamily="2" charset="0"/>
              </a:rPr>
              <a:t> management is evaluating company-wide sustainability initiatives</a:t>
            </a:r>
          </a:p>
          <a:p>
            <a:r>
              <a:rPr lang="en-GB" sz="2000" dirty="0">
                <a:latin typeface="Roboto Slab" pitchFamily="2" charset="0"/>
                <a:ea typeface="Roboto Slab" pitchFamily="2" charset="0"/>
                <a:cs typeface="Roboto Slab" pitchFamily="2" charset="0"/>
              </a:rPr>
              <a:t>- R&amp;D team uses AI tools extensively for literature review and data analysis</a:t>
            </a:r>
          </a:p>
          <a:p>
            <a:r>
              <a:rPr lang="en-GB" sz="2000" dirty="0">
                <a:latin typeface="Roboto Slab" pitchFamily="2" charset="0"/>
                <a:ea typeface="Roboto Slab" pitchFamily="2" charset="0"/>
                <a:cs typeface="Roboto Slab" pitchFamily="2" charset="0"/>
              </a:rPr>
              <a:t>- Current usage: Untracked, no guidelines on efficiency</a:t>
            </a:r>
          </a:p>
          <a:p>
            <a:r>
              <a:rPr lang="en-GB" sz="2000" dirty="0">
                <a:latin typeface="Roboto Slab" pitchFamily="2" charset="0"/>
                <a:ea typeface="Roboto Slab" pitchFamily="2" charset="0"/>
                <a:cs typeface="Roboto Slab" pitchFamily="2" charset="0"/>
              </a:rPr>
              <a:t>- Management wants to understand: costs, environmental impact, </a:t>
            </a:r>
          </a:p>
          <a:p>
            <a:r>
              <a:rPr lang="en-GB" sz="2000" dirty="0">
                <a:latin typeface="Roboto Slab" pitchFamily="2" charset="0"/>
                <a:ea typeface="Roboto Slab" pitchFamily="2" charset="0"/>
                <a:cs typeface="Roboto Slab" pitchFamily="2" charset="0"/>
              </a:rPr>
              <a:t>  optimisation opportunities</a:t>
            </a:r>
          </a:p>
          <a:p>
            <a:endParaRPr lang="en-GB" sz="2000" dirty="0">
              <a:latin typeface="Roboto Slab" pitchFamily="2" charset="0"/>
              <a:ea typeface="Roboto Slab" pitchFamily="2" charset="0"/>
              <a:cs typeface="Roboto Slab" pitchFamily="2" charset="0"/>
            </a:endParaRPr>
          </a:p>
          <a:p>
            <a:r>
              <a:rPr lang="en-GB" sz="2000" b="1" dirty="0">
                <a:latin typeface="Roboto Slab" pitchFamily="2" charset="0"/>
                <a:ea typeface="Roboto Slab" pitchFamily="2" charset="0"/>
                <a:cs typeface="Roboto Slab" pitchFamily="2" charset="0"/>
              </a:rPr>
              <a:t>Your task:</a:t>
            </a:r>
          </a:p>
          <a:p>
            <a:r>
              <a:rPr lang="en-GB" sz="2000" dirty="0">
                <a:latin typeface="Roboto Slab" pitchFamily="2" charset="0"/>
                <a:ea typeface="Roboto Slab" pitchFamily="2" charset="0"/>
                <a:cs typeface="Roboto Slab" pitchFamily="2" charset="0"/>
              </a:rPr>
              <a:t>Write a 1-page internal memo to </a:t>
            </a:r>
            <a:r>
              <a:rPr lang="en-GB" sz="2000" dirty="0" err="1">
                <a:latin typeface="Roboto Slab" pitchFamily="2" charset="0"/>
                <a:ea typeface="Roboto Slab" pitchFamily="2" charset="0"/>
                <a:cs typeface="Roboto Slab" pitchFamily="2" charset="0"/>
              </a:rPr>
              <a:t>AmaDema</a:t>
            </a:r>
            <a:r>
              <a:rPr lang="en-GB" sz="2000" dirty="0">
                <a:latin typeface="Roboto Slab" pitchFamily="2" charset="0"/>
                <a:ea typeface="Roboto Slab" pitchFamily="2" charset="0"/>
                <a:cs typeface="Roboto Slab" pitchFamily="2" charset="0"/>
              </a:rPr>
              <a:t> management recommending </a:t>
            </a:r>
          </a:p>
          <a:p>
            <a:r>
              <a:rPr lang="en-GB" sz="2000" dirty="0">
                <a:latin typeface="Roboto Slab" pitchFamily="2" charset="0"/>
                <a:ea typeface="Roboto Slab" pitchFamily="2" charset="0"/>
                <a:cs typeface="Roboto Slab" pitchFamily="2" charset="0"/>
              </a:rPr>
              <a:t>implementation of "green AI" practices in the R&amp;D team.</a:t>
            </a:r>
          </a:p>
          <a:p>
            <a:endParaRPr lang="en-GB" sz="2000" dirty="0">
              <a:latin typeface="Roboto Slab" pitchFamily="2" charset="0"/>
              <a:ea typeface="Roboto Slab" pitchFamily="2" charset="0"/>
              <a:cs typeface="Roboto Slab" pitchFamily="2" charset="0"/>
            </a:endParaRPr>
          </a:p>
          <a:p>
            <a:r>
              <a:rPr lang="en-GB" sz="2000" b="1" dirty="0">
                <a:latin typeface="Roboto Slab" pitchFamily="2" charset="0"/>
                <a:ea typeface="Roboto Slab" pitchFamily="2" charset="0"/>
                <a:cs typeface="Roboto Slab" pitchFamily="2" charset="0"/>
              </a:rPr>
              <a:t>Considerations:</a:t>
            </a:r>
          </a:p>
          <a:p>
            <a:r>
              <a:rPr lang="en-GB" sz="2000" dirty="0">
                <a:latin typeface="Roboto Slab" pitchFamily="2" charset="0"/>
                <a:ea typeface="Roboto Slab" pitchFamily="2" charset="0"/>
                <a:cs typeface="Roboto Slab" pitchFamily="2" charset="0"/>
              </a:rPr>
              <a:t>- Management includes CEO (business focus), CTO (technical focus), </a:t>
            </a:r>
          </a:p>
          <a:p>
            <a:r>
              <a:rPr lang="en-GB" sz="2000" dirty="0">
                <a:latin typeface="Roboto Slab" pitchFamily="2" charset="0"/>
                <a:ea typeface="Roboto Slab" pitchFamily="2" charset="0"/>
                <a:cs typeface="Roboto Slab" pitchFamily="2" charset="0"/>
              </a:rPr>
              <a:t>  CFO (cost focus)</a:t>
            </a:r>
          </a:p>
          <a:p>
            <a:r>
              <a:rPr lang="en-GB" sz="2000" dirty="0">
                <a:latin typeface="Roboto Slab" pitchFamily="2" charset="0"/>
                <a:ea typeface="Roboto Slab" pitchFamily="2" charset="0"/>
                <a:cs typeface="Roboto Slab" pitchFamily="2" charset="0"/>
              </a:rPr>
              <a:t>- They care about: Environmental responsibility, cost efficiency, </a:t>
            </a:r>
          </a:p>
          <a:p>
            <a:r>
              <a:rPr lang="en-GB" sz="2000" dirty="0">
                <a:latin typeface="Roboto Slab" pitchFamily="2" charset="0"/>
                <a:ea typeface="Roboto Slab" pitchFamily="2" charset="0"/>
                <a:cs typeface="Roboto Slab" pitchFamily="2" charset="0"/>
              </a:rPr>
              <a:t>  competitive advantage</a:t>
            </a:r>
          </a:p>
          <a:p>
            <a:r>
              <a:rPr lang="en-GB" sz="2000" dirty="0">
                <a:latin typeface="Roboto Slab" pitchFamily="2" charset="0"/>
                <a:ea typeface="Roboto Slab" pitchFamily="2" charset="0"/>
                <a:cs typeface="Roboto Slab" pitchFamily="2" charset="0"/>
              </a:rPr>
              <a:t>- Must balance: Productivity vs environmental impact</a:t>
            </a:r>
          </a:p>
          <a:p>
            <a:r>
              <a:rPr lang="en-GB" sz="2000" dirty="0">
                <a:latin typeface="Roboto Slab" pitchFamily="2" charset="0"/>
                <a:ea typeface="Roboto Slab" pitchFamily="2" charset="0"/>
                <a:cs typeface="Roboto Slab" pitchFamily="2" charset="0"/>
              </a:rPr>
              <a:t>- Company has public ESG commitments</a:t>
            </a:r>
          </a:p>
          <a:p>
            <a:endParaRPr lang="en-GB" sz="2000" dirty="0">
              <a:latin typeface="Roboto Slab" pitchFamily="2" charset="0"/>
              <a:ea typeface="Roboto Slab" pitchFamily="2" charset="0"/>
              <a:cs typeface="Roboto Slab" pitchFamily="2" charset="0"/>
            </a:endParaRPr>
          </a:p>
          <a:p>
            <a:r>
              <a:rPr lang="en-GB" sz="2000" b="1" dirty="0">
                <a:latin typeface="Roboto Slab" pitchFamily="2" charset="0"/>
                <a:ea typeface="Roboto Slab" pitchFamily="2" charset="0"/>
                <a:cs typeface="Roboto Slab" pitchFamily="2" charset="0"/>
              </a:rPr>
              <a:t>Required in memo:</a:t>
            </a:r>
          </a:p>
          <a:p>
            <a:r>
              <a:rPr lang="en-GB" sz="2000" dirty="0">
                <a:latin typeface="Roboto Slab" pitchFamily="2" charset="0"/>
                <a:ea typeface="Roboto Slab" pitchFamily="2" charset="0"/>
                <a:cs typeface="Roboto Slab" pitchFamily="2" charset="0"/>
              </a:rPr>
              <a:t>- What green AI practices mean</a:t>
            </a:r>
          </a:p>
          <a:p>
            <a:r>
              <a:rPr lang="en-GB" sz="2000" dirty="0">
                <a:latin typeface="Roboto Slab" pitchFamily="2" charset="0"/>
                <a:ea typeface="Roboto Slab" pitchFamily="2" charset="0"/>
                <a:cs typeface="Roboto Slab" pitchFamily="2" charset="0"/>
              </a:rPr>
              <a:t>- Why </a:t>
            </a:r>
            <a:r>
              <a:rPr lang="en-GB" sz="2000" dirty="0" err="1">
                <a:latin typeface="Roboto Slab" pitchFamily="2" charset="0"/>
                <a:ea typeface="Roboto Slab" pitchFamily="2" charset="0"/>
                <a:cs typeface="Roboto Slab" pitchFamily="2" charset="0"/>
              </a:rPr>
              <a:t>AmaDema</a:t>
            </a:r>
            <a:r>
              <a:rPr lang="en-GB" sz="2000" dirty="0">
                <a:latin typeface="Roboto Slab" pitchFamily="2" charset="0"/>
                <a:ea typeface="Roboto Slab" pitchFamily="2" charset="0"/>
                <a:cs typeface="Roboto Slab" pitchFamily="2" charset="0"/>
              </a:rPr>
              <a:t> should implement them</a:t>
            </a:r>
          </a:p>
          <a:p>
            <a:r>
              <a:rPr lang="en-GB" sz="2000" dirty="0">
                <a:latin typeface="Roboto Slab" pitchFamily="2" charset="0"/>
                <a:ea typeface="Roboto Slab" pitchFamily="2" charset="0"/>
                <a:cs typeface="Roboto Slab" pitchFamily="2" charset="0"/>
              </a:rPr>
              <a:t>- Estimated impact (environmental and cost)</a:t>
            </a:r>
          </a:p>
          <a:p>
            <a:r>
              <a:rPr lang="en-GB" sz="2000" dirty="0">
                <a:latin typeface="Roboto Slab" pitchFamily="2" charset="0"/>
                <a:ea typeface="Roboto Slab" pitchFamily="2" charset="0"/>
                <a:cs typeface="Roboto Slab" pitchFamily="2" charset="0"/>
              </a:rPr>
              <a:t>- Proposed action plan</a:t>
            </a:r>
          </a:p>
          <a:p>
            <a:endParaRPr lang="en-US" dirty="0"/>
          </a:p>
        </p:txBody>
      </p:sp>
    </p:spTree>
    <p:extLst>
      <p:ext uri="{BB962C8B-B14F-4D97-AF65-F5344CB8AC3E}">
        <p14:creationId xmlns:p14="http://schemas.microsoft.com/office/powerpoint/2010/main" val="3838870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3606" y="250375"/>
            <a:ext cx="7041594"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Activity 2 - Live Test &amp; Debrief</a:t>
            </a:r>
            <a:endParaRPr lang="en-US" sz="3900" dirty="0"/>
          </a:p>
        </p:txBody>
      </p:sp>
      <p:sp>
        <p:nvSpPr>
          <p:cNvPr id="3" name="Text 1"/>
          <p:cNvSpPr/>
          <p:nvPr/>
        </p:nvSpPr>
        <p:spPr>
          <a:xfrm>
            <a:off x="273606" y="1096960"/>
            <a:ext cx="5127546"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Let's Test a Group's Prompt!</a:t>
            </a:r>
            <a:endParaRPr lang="en-US" sz="3100" dirty="0"/>
          </a:p>
        </p:txBody>
      </p:sp>
      <p:grpSp>
        <p:nvGrpSpPr>
          <p:cNvPr id="13" name="Group 12">
            <a:extLst>
              <a:ext uri="{FF2B5EF4-FFF2-40B4-BE49-F238E27FC236}">
                <a16:creationId xmlns:a16="http://schemas.microsoft.com/office/drawing/2014/main" id="{77475614-2ABF-CD10-5A0B-D8F057FBD2F1}"/>
              </a:ext>
            </a:extLst>
          </p:cNvPr>
          <p:cNvGrpSpPr/>
          <p:nvPr/>
        </p:nvGrpSpPr>
        <p:grpSpPr>
          <a:xfrm>
            <a:off x="793790" y="2005263"/>
            <a:ext cx="13042821" cy="5694947"/>
            <a:chOff x="793790" y="2529602"/>
            <a:chExt cx="13042821" cy="3487698"/>
          </a:xfrm>
        </p:grpSpPr>
        <p:sp>
          <p:nvSpPr>
            <p:cNvPr id="4" name="Text 2"/>
            <p:cNvSpPr/>
            <p:nvPr/>
          </p:nvSpPr>
          <p:spPr>
            <a:xfrm>
              <a:off x="793790" y="2529602"/>
              <a:ext cx="13042821"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[Selected Group]: Present your CO-STAR prompt</a:t>
              </a:r>
              <a:endParaRPr lang="en-US" sz="2800" dirty="0"/>
            </a:p>
          </p:txBody>
        </p:sp>
        <p:sp>
          <p:nvSpPr>
            <p:cNvPr id="5" name="Text 3"/>
            <p:cNvSpPr/>
            <p:nvPr/>
          </p:nvSpPr>
          <p:spPr>
            <a:xfrm>
              <a:off x="793790" y="3070384"/>
              <a:ext cx="13042821" cy="317540"/>
            </a:xfrm>
            <a:prstGeom prst="rect">
              <a:avLst/>
            </a:prstGeom>
            <a:noFill/>
            <a:ln/>
          </p:spPr>
          <p:txBody>
            <a:bodyPr wrap="none" lIns="0" tIns="0" rIns="0" bIns="0" rtlCol="0" anchor="t"/>
            <a:lstStyle/>
            <a:p>
              <a:pPr marL="0" indent="0" algn="l">
                <a:lnSpc>
                  <a:spcPts val="2500"/>
                </a:lnSpc>
                <a:buNone/>
              </a:pPr>
              <a:r>
                <a:rPr lang="en-US" sz="2800" dirty="0">
                  <a:solidFill>
                    <a:srgbClr val="15213F"/>
                  </a:solidFill>
                  <a:latin typeface="Roboto" pitchFamily="34" charset="0"/>
                  <a:ea typeface="Roboto" pitchFamily="34" charset="-122"/>
                  <a:cs typeface="Roboto" pitchFamily="34" charset="-120"/>
                </a:rPr>
                <a:t>We'll test it live in sandbox and assess:</a:t>
              </a:r>
              <a:endParaRPr lang="en-US" sz="2800" dirty="0"/>
            </a:p>
          </p:txBody>
        </p:sp>
        <p:sp>
          <p:nvSpPr>
            <p:cNvPr id="6" name="Text 4"/>
            <p:cNvSpPr/>
            <p:nvPr/>
          </p:nvSpPr>
          <p:spPr>
            <a:xfrm>
              <a:off x="793790" y="361116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Did all 6 components work together?</a:t>
              </a:r>
              <a:endParaRPr lang="en-US" sz="2800" dirty="0"/>
            </a:p>
          </p:txBody>
        </p:sp>
        <p:sp>
          <p:nvSpPr>
            <p:cNvPr id="7" name="Text 5"/>
            <p:cNvSpPr/>
            <p:nvPr/>
          </p:nvSpPr>
          <p:spPr>
            <a:xfrm>
              <a:off x="793790" y="3998119"/>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Is output appropriate for audience?</a:t>
              </a:r>
              <a:endParaRPr lang="en-US" sz="2800" dirty="0"/>
            </a:p>
          </p:txBody>
        </p:sp>
        <p:sp>
          <p:nvSpPr>
            <p:cNvPr id="8" name="Text 6"/>
            <p:cNvSpPr/>
            <p:nvPr/>
          </p:nvSpPr>
          <p:spPr>
            <a:xfrm>
              <a:off x="793790" y="4385072"/>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Does style and tone match specification?</a:t>
              </a:r>
              <a:endParaRPr lang="en-US" sz="2800" dirty="0"/>
            </a:p>
          </p:txBody>
        </p:sp>
        <p:sp>
          <p:nvSpPr>
            <p:cNvPr id="9" name="Text 7"/>
            <p:cNvSpPr/>
            <p:nvPr/>
          </p:nvSpPr>
          <p:spPr>
            <a:xfrm>
              <a:off x="793790" y="4772025"/>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Is structure as requested?</a:t>
              </a:r>
              <a:endParaRPr lang="en-US" sz="2800" dirty="0"/>
            </a:p>
          </p:txBody>
        </p:sp>
        <p:sp>
          <p:nvSpPr>
            <p:cNvPr id="10" name="Text 8"/>
            <p:cNvSpPr/>
            <p:nvPr/>
          </p:nvSpPr>
          <p:spPr>
            <a:xfrm>
              <a:off x="793790" y="5158978"/>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Would this persuade management?</a:t>
              </a:r>
              <a:endParaRPr lang="en-US" sz="2800" dirty="0"/>
            </a:p>
          </p:txBody>
        </p:sp>
        <p:sp>
          <p:nvSpPr>
            <p:cNvPr id="11" name="Text 9"/>
            <p:cNvSpPr/>
            <p:nvPr/>
          </p:nvSpPr>
          <p:spPr>
            <a:xfrm>
              <a:off x="793790" y="5699760"/>
              <a:ext cx="13042821" cy="317540"/>
            </a:xfrm>
            <a:prstGeom prst="rect">
              <a:avLst/>
            </a:prstGeom>
            <a:noFill/>
            <a:ln/>
          </p:spPr>
          <p:txBody>
            <a:bodyPr wrap="none" lIns="0" tIns="0" rIns="0" bIns="0" rtlCol="0" anchor="t"/>
            <a:lstStyle/>
            <a:p>
              <a:pPr marL="0" indent="0" algn="l">
                <a:lnSpc>
                  <a:spcPts val="2500"/>
                </a:lnSpc>
                <a:buNone/>
              </a:pPr>
              <a:r>
                <a:rPr lang="en-US" sz="2800" b="1" dirty="0">
                  <a:solidFill>
                    <a:srgbClr val="15213F"/>
                  </a:solidFill>
                  <a:latin typeface="Roboto" pitchFamily="34" charset="0"/>
                  <a:ea typeface="Roboto" pitchFamily="34" charset="-122"/>
                  <a:cs typeface="Roboto" pitchFamily="34" charset="-120"/>
                </a:rPr>
                <a:t>Then:</a:t>
              </a:r>
              <a:r>
                <a:rPr lang="en-US" sz="2800" dirty="0">
                  <a:solidFill>
                    <a:srgbClr val="15213F"/>
                  </a:solidFill>
                  <a:latin typeface="Roboto" pitchFamily="34" charset="0"/>
                  <a:ea typeface="Roboto" pitchFamily="34" charset="-122"/>
                  <a:cs typeface="Roboto" pitchFamily="34" charset="-120"/>
                </a:rPr>
                <a:t> Other groups share their approaches</a:t>
              </a:r>
              <a:endParaRPr lang="en-US" sz="2800" dirty="0"/>
            </a:p>
          </p:txBody>
        </p:sp>
      </p:grpSp>
      <p:sp>
        <p:nvSpPr>
          <p:cNvPr id="12" name="Text 10"/>
          <p:cNvSpPr/>
          <p:nvPr/>
        </p:nvSpPr>
        <p:spPr>
          <a:xfrm>
            <a:off x="793790" y="6240542"/>
            <a:ext cx="13042821" cy="95261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11585920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31244" y="375284"/>
            <a:ext cx="8251269" cy="532924"/>
          </a:xfrm>
          <a:prstGeom prst="rect">
            <a:avLst/>
          </a:prstGeom>
          <a:noFill/>
          <a:ln/>
        </p:spPr>
        <p:txBody>
          <a:bodyPr wrap="none" lIns="0" tIns="0" rIns="0" bIns="0" rtlCol="0" anchor="t"/>
          <a:lstStyle/>
          <a:p>
            <a:pPr marL="0" indent="0" algn="l">
              <a:lnSpc>
                <a:spcPts val="4150"/>
              </a:lnSpc>
              <a:buNone/>
            </a:pPr>
            <a:r>
              <a:rPr lang="en-US" sz="3350" dirty="0">
                <a:solidFill>
                  <a:srgbClr val="3257B8"/>
                </a:solidFill>
                <a:latin typeface="Roboto Slab" pitchFamily="34" charset="0"/>
                <a:ea typeface="Roboto Slab" pitchFamily="34" charset="-122"/>
                <a:cs typeface="Roboto Slab" pitchFamily="34" charset="-120"/>
              </a:rPr>
              <a:t>CO-STAR Examples for Materials Science</a:t>
            </a:r>
            <a:endParaRPr lang="en-US" sz="3350" dirty="0"/>
          </a:p>
        </p:txBody>
      </p:sp>
      <p:sp>
        <p:nvSpPr>
          <p:cNvPr id="3" name="Text 1"/>
          <p:cNvSpPr/>
          <p:nvPr/>
        </p:nvSpPr>
        <p:spPr>
          <a:xfrm>
            <a:off x="431244" y="1144913"/>
            <a:ext cx="5827752" cy="426244"/>
          </a:xfrm>
          <a:prstGeom prst="rect">
            <a:avLst/>
          </a:prstGeom>
          <a:noFill/>
          <a:ln/>
        </p:spPr>
        <p:txBody>
          <a:bodyPr wrap="none" lIns="0" tIns="0" rIns="0" bIns="0" rtlCol="0" anchor="t"/>
          <a:lstStyle/>
          <a:p>
            <a:pPr marL="0" indent="0" algn="l">
              <a:lnSpc>
                <a:spcPts val="3350"/>
              </a:lnSpc>
              <a:buNone/>
            </a:pPr>
            <a:r>
              <a:rPr lang="en-US" sz="2650" dirty="0">
                <a:solidFill>
                  <a:srgbClr val="3257B8"/>
                </a:solidFill>
                <a:latin typeface="Roboto Slab" pitchFamily="34" charset="0"/>
                <a:ea typeface="Roboto Slab" pitchFamily="34" charset="-122"/>
                <a:cs typeface="Roboto Slab" pitchFamily="34" charset="-120"/>
              </a:rPr>
              <a:t>CO-STAR Quick Reference Examples</a:t>
            </a:r>
            <a:endParaRPr lang="en-US" sz="2650" dirty="0"/>
          </a:p>
        </p:txBody>
      </p:sp>
      <p:grpSp>
        <p:nvGrpSpPr>
          <p:cNvPr id="20" name="Group 19">
            <a:extLst>
              <a:ext uri="{FF2B5EF4-FFF2-40B4-BE49-F238E27FC236}">
                <a16:creationId xmlns:a16="http://schemas.microsoft.com/office/drawing/2014/main" id="{7A5582BB-2713-E756-9039-5DD2492DF765}"/>
              </a:ext>
            </a:extLst>
          </p:cNvPr>
          <p:cNvGrpSpPr/>
          <p:nvPr/>
        </p:nvGrpSpPr>
        <p:grpSpPr>
          <a:xfrm>
            <a:off x="431244" y="1807862"/>
            <a:ext cx="13766019" cy="6046454"/>
            <a:chOff x="1151811" y="2294453"/>
            <a:chExt cx="12326660" cy="4923592"/>
          </a:xfrm>
        </p:grpSpPr>
        <p:sp>
          <p:nvSpPr>
            <p:cNvPr id="4" name="Shape 2"/>
            <p:cNvSpPr/>
            <p:nvPr/>
          </p:nvSpPr>
          <p:spPr>
            <a:xfrm>
              <a:off x="1151811" y="2294453"/>
              <a:ext cx="3995142" cy="4194021"/>
            </a:xfrm>
            <a:prstGeom prst="roundRect">
              <a:avLst>
                <a:gd name="adj" fmla="val 742"/>
              </a:avLst>
            </a:prstGeom>
            <a:solidFill>
              <a:srgbClr val="FBFCFE"/>
            </a:solidFill>
            <a:ln w="22860">
              <a:solidFill>
                <a:srgbClr val="CFD2D8"/>
              </a:solidFill>
              <a:prstDash val="solid"/>
            </a:ln>
          </p:spPr>
          <p:txBody>
            <a:bodyPr/>
            <a:lstStyle/>
            <a:p>
              <a:endParaRPr lang="en-US" sz="2400"/>
            </a:p>
          </p:txBody>
        </p:sp>
        <p:sp>
          <p:nvSpPr>
            <p:cNvPr id="5" name="Text 3"/>
            <p:cNvSpPr/>
            <p:nvPr/>
          </p:nvSpPr>
          <p:spPr>
            <a:xfrm>
              <a:off x="1345168" y="2487811"/>
              <a:ext cx="3211711" cy="266343"/>
            </a:xfrm>
            <a:prstGeom prst="rect">
              <a:avLst/>
            </a:prstGeom>
            <a:noFill/>
            <a:ln/>
          </p:spPr>
          <p:txBody>
            <a:bodyPr wrap="non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Scenario 1: Journal Introduction</a:t>
              </a:r>
              <a:endParaRPr lang="en-US" sz="2000" dirty="0"/>
            </a:p>
          </p:txBody>
        </p:sp>
        <p:sp>
          <p:nvSpPr>
            <p:cNvPr id="6" name="Text 4"/>
            <p:cNvSpPr/>
            <p:nvPr/>
          </p:nvSpPr>
          <p:spPr>
            <a:xfrm>
              <a:off x="1345168" y="2856428"/>
              <a:ext cx="3608427" cy="545544"/>
            </a:xfrm>
            <a:prstGeom prst="rect">
              <a:avLst/>
            </a:prstGeom>
            <a:noFill/>
            <a:ln/>
          </p:spPr>
          <p:txBody>
            <a:bodyPr wrap="squar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C:</a:t>
              </a:r>
              <a:r>
                <a:rPr lang="en-US" sz="1600" dirty="0">
                  <a:solidFill>
                    <a:srgbClr val="15213F"/>
                  </a:solidFill>
                  <a:latin typeface="Roboto" pitchFamily="34" charset="0"/>
                  <a:ea typeface="Roboto" pitchFamily="34" charset="-122"/>
                  <a:cs typeface="Roboto" pitchFamily="34" charset="-120"/>
                </a:rPr>
                <a:t> Manuscript on PLA/graphene for Polymer journal</a:t>
              </a:r>
              <a:endParaRPr lang="en-US" sz="1600" dirty="0"/>
            </a:p>
          </p:txBody>
        </p:sp>
        <p:sp>
          <p:nvSpPr>
            <p:cNvPr id="7" name="Text 5"/>
            <p:cNvSpPr/>
            <p:nvPr/>
          </p:nvSpPr>
          <p:spPr>
            <a:xfrm>
              <a:off x="1345168" y="3504248"/>
              <a:ext cx="3608427" cy="272772"/>
            </a:xfrm>
            <a:prstGeom prst="rect">
              <a:avLst/>
            </a:prstGeom>
            <a:noFill/>
            <a:ln/>
          </p:spPr>
          <p:txBody>
            <a:bodyPr wrap="non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O:</a:t>
              </a:r>
              <a:r>
                <a:rPr lang="en-US" sz="1600" dirty="0">
                  <a:solidFill>
                    <a:srgbClr val="15213F"/>
                  </a:solidFill>
                  <a:latin typeface="Roboto" pitchFamily="34" charset="0"/>
                  <a:ea typeface="Roboto" pitchFamily="34" charset="-122"/>
                  <a:cs typeface="Roboto" pitchFamily="34" charset="-120"/>
                </a:rPr>
                <a:t> Establish research gap justifying our study</a:t>
              </a:r>
              <a:endParaRPr lang="en-US" sz="1600" dirty="0"/>
            </a:p>
          </p:txBody>
        </p:sp>
        <p:sp>
          <p:nvSpPr>
            <p:cNvPr id="8" name="Text 6"/>
            <p:cNvSpPr/>
            <p:nvPr/>
          </p:nvSpPr>
          <p:spPr>
            <a:xfrm>
              <a:off x="1345168" y="3879294"/>
              <a:ext cx="3608427" cy="272772"/>
            </a:xfrm>
            <a:prstGeom prst="rect">
              <a:avLst/>
            </a:prstGeom>
            <a:noFill/>
            <a:ln/>
          </p:spPr>
          <p:txBody>
            <a:bodyPr wrap="non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S:</a:t>
              </a:r>
              <a:r>
                <a:rPr lang="en-US" sz="1600" dirty="0">
                  <a:solidFill>
                    <a:srgbClr val="15213F"/>
                  </a:solidFill>
                  <a:latin typeface="Roboto" pitchFamily="34" charset="0"/>
                  <a:ea typeface="Roboto" pitchFamily="34" charset="-122"/>
                  <a:cs typeface="Roboto" pitchFamily="34" charset="-120"/>
                </a:rPr>
                <a:t> Academic synthesis (not exhaustive listing)</a:t>
              </a:r>
              <a:endParaRPr lang="en-US" sz="1600" dirty="0"/>
            </a:p>
          </p:txBody>
        </p:sp>
        <p:sp>
          <p:nvSpPr>
            <p:cNvPr id="9" name="Text 7"/>
            <p:cNvSpPr/>
            <p:nvPr/>
          </p:nvSpPr>
          <p:spPr>
            <a:xfrm>
              <a:off x="1345168" y="4254341"/>
              <a:ext cx="3608427" cy="272772"/>
            </a:xfrm>
            <a:prstGeom prst="rect">
              <a:avLst/>
            </a:prstGeom>
            <a:noFill/>
            <a:ln/>
          </p:spPr>
          <p:txBody>
            <a:bodyPr wrap="non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T:</a:t>
              </a:r>
              <a:r>
                <a:rPr lang="en-US" sz="1600" dirty="0">
                  <a:solidFill>
                    <a:srgbClr val="15213F"/>
                  </a:solidFill>
                  <a:latin typeface="Roboto" pitchFamily="34" charset="0"/>
                  <a:ea typeface="Roboto" pitchFamily="34" charset="-122"/>
                  <a:cs typeface="Roboto" pitchFamily="34" charset="-120"/>
                </a:rPr>
                <a:t> Authoritative but respectful of prior work</a:t>
              </a:r>
              <a:endParaRPr lang="en-US" sz="1600" dirty="0"/>
            </a:p>
          </p:txBody>
        </p:sp>
        <p:sp>
          <p:nvSpPr>
            <p:cNvPr id="10" name="Text 8"/>
            <p:cNvSpPr/>
            <p:nvPr/>
          </p:nvSpPr>
          <p:spPr>
            <a:xfrm>
              <a:off x="1345168" y="4629388"/>
              <a:ext cx="3608427" cy="272772"/>
            </a:xfrm>
            <a:prstGeom prst="rect">
              <a:avLst/>
            </a:prstGeom>
            <a:noFill/>
            <a:ln/>
          </p:spPr>
          <p:txBody>
            <a:bodyPr wrap="non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A:</a:t>
              </a:r>
              <a:r>
                <a:rPr lang="en-US" sz="1600" dirty="0">
                  <a:solidFill>
                    <a:srgbClr val="15213F"/>
                  </a:solidFill>
                  <a:latin typeface="Roboto" pitchFamily="34" charset="0"/>
                  <a:ea typeface="Roboto" pitchFamily="34" charset="-122"/>
                  <a:cs typeface="Roboto" pitchFamily="34" charset="-120"/>
                </a:rPr>
                <a:t> Polymer scientists reviewing for publication</a:t>
              </a:r>
              <a:endParaRPr lang="en-US" sz="1600" dirty="0"/>
            </a:p>
          </p:txBody>
        </p:sp>
        <p:sp>
          <p:nvSpPr>
            <p:cNvPr id="11" name="Text 9"/>
            <p:cNvSpPr/>
            <p:nvPr/>
          </p:nvSpPr>
          <p:spPr>
            <a:xfrm>
              <a:off x="1345168" y="5004435"/>
              <a:ext cx="3608427" cy="545544"/>
            </a:xfrm>
            <a:prstGeom prst="rect">
              <a:avLst/>
            </a:prstGeom>
            <a:noFill/>
            <a:ln/>
          </p:spPr>
          <p:txBody>
            <a:bodyPr wrap="squar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R:</a:t>
              </a:r>
              <a:r>
                <a:rPr lang="en-US" sz="1600" dirty="0">
                  <a:solidFill>
                    <a:srgbClr val="15213F"/>
                  </a:solidFill>
                  <a:latin typeface="Roboto" pitchFamily="34" charset="0"/>
                  <a:ea typeface="Roboto" pitchFamily="34" charset="-122"/>
                  <a:cs typeface="Roboto" pitchFamily="34" charset="-120"/>
                </a:rPr>
                <a:t> 4 paragraphs (~1000 words), specific structure</a:t>
              </a:r>
              <a:endParaRPr lang="en-US" sz="1600" dirty="0"/>
            </a:p>
          </p:txBody>
        </p:sp>
        <p:sp>
          <p:nvSpPr>
            <p:cNvPr id="12" name="Shape 10"/>
            <p:cNvSpPr/>
            <p:nvPr/>
          </p:nvSpPr>
          <p:spPr>
            <a:xfrm>
              <a:off x="5317450" y="2294453"/>
              <a:ext cx="3995261" cy="4194021"/>
            </a:xfrm>
            <a:prstGeom prst="roundRect">
              <a:avLst>
                <a:gd name="adj" fmla="val 742"/>
              </a:avLst>
            </a:prstGeom>
            <a:solidFill>
              <a:srgbClr val="FBFCFE"/>
            </a:solidFill>
            <a:ln w="22860">
              <a:solidFill>
                <a:srgbClr val="CFD2D8"/>
              </a:solidFill>
              <a:prstDash val="solid"/>
            </a:ln>
          </p:spPr>
          <p:txBody>
            <a:bodyPr/>
            <a:lstStyle/>
            <a:p>
              <a:endParaRPr lang="en-US" sz="2400"/>
            </a:p>
          </p:txBody>
        </p:sp>
        <p:sp>
          <p:nvSpPr>
            <p:cNvPr id="13" name="Text 11"/>
            <p:cNvSpPr/>
            <p:nvPr/>
          </p:nvSpPr>
          <p:spPr>
            <a:xfrm>
              <a:off x="5510808" y="2487811"/>
              <a:ext cx="2734628" cy="266343"/>
            </a:xfrm>
            <a:prstGeom prst="rect">
              <a:avLst/>
            </a:prstGeom>
            <a:noFill/>
            <a:ln/>
          </p:spPr>
          <p:txBody>
            <a:bodyPr wrap="non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Scenario 2: Patent Analysis</a:t>
              </a:r>
              <a:endParaRPr lang="en-US" sz="2000" dirty="0"/>
            </a:p>
          </p:txBody>
        </p:sp>
        <p:sp>
          <p:nvSpPr>
            <p:cNvPr id="14" name="Text 12"/>
            <p:cNvSpPr/>
            <p:nvPr/>
          </p:nvSpPr>
          <p:spPr>
            <a:xfrm>
              <a:off x="5510809" y="2856428"/>
              <a:ext cx="3522646" cy="2735376"/>
            </a:xfrm>
            <a:prstGeom prst="rect">
              <a:avLst/>
            </a:prstGeom>
            <a:noFill/>
            <a:ln/>
          </p:spPr>
          <p:txBody>
            <a:bodyPr wrap="none" lIns="0" tIns="0" rIns="0" bIns="0" rtlCol="0" anchor="t"/>
            <a:lstStyle/>
            <a:p>
              <a:pPr>
                <a:lnSpc>
                  <a:spcPts val="2100"/>
                </a:lnSpc>
              </a:pPr>
              <a:r>
                <a:rPr lang="en-US" sz="1600" b="1" dirty="0">
                  <a:solidFill>
                    <a:srgbClr val="15213F"/>
                  </a:solidFill>
                  <a:latin typeface="Roboto" pitchFamily="34" charset="0"/>
                  <a:ea typeface="Roboto" pitchFamily="34" charset="-122"/>
                  <a:cs typeface="Roboto" pitchFamily="34" charset="-120"/>
                </a:rPr>
                <a:t>C: </a:t>
              </a:r>
              <a:r>
                <a:rPr lang="en-US" sz="1600" dirty="0" err="1">
                  <a:solidFill>
                    <a:srgbClr val="15213F"/>
                  </a:solidFill>
                  <a:latin typeface="Roboto" pitchFamily="34" charset="0"/>
                  <a:ea typeface="Roboto" pitchFamily="34" charset="-122"/>
                  <a:cs typeface="Roboto" pitchFamily="34" charset="-120"/>
                </a:rPr>
                <a:t>AmaDema's</a:t>
              </a:r>
              <a:r>
                <a:rPr lang="en-US" sz="1600" dirty="0">
                  <a:solidFill>
                    <a:srgbClr val="15213F"/>
                  </a:solidFill>
                  <a:latin typeface="Roboto" pitchFamily="34" charset="0"/>
                  <a:ea typeface="Roboto" pitchFamily="34" charset="-122"/>
                  <a:cs typeface="Roboto" pitchFamily="34" charset="-120"/>
                </a:rPr>
                <a:t> in-situ reduction method </a:t>
              </a:r>
            </a:p>
            <a:p>
              <a:pPr>
                <a:lnSpc>
                  <a:spcPts val="2100"/>
                </a:lnSpc>
              </a:pPr>
              <a:r>
                <a:rPr lang="en-US" sz="1600" dirty="0">
                  <a:solidFill>
                    <a:srgbClr val="15213F"/>
                  </a:solidFill>
                  <a:latin typeface="Roboto" pitchFamily="34" charset="0"/>
                  <a:ea typeface="Roboto" pitchFamily="34" charset="-122"/>
                  <a:cs typeface="Roboto" pitchFamily="34" charset="-120"/>
                </a:rPr>
                <a:t>for patent filing</a:t>
              </a:r>
            </a:p>
            <a:p>
              <a:pPr>
                <a:lnSpc>
                  <a:spcPts val="2100"/>
                </a:lnSpc>
              </a:pPr>
              <a:endParaRPr lang="en-US" sz="1600" dirty="0">
                <a:solidFill>
                  <a:srgbClr val="15213F"/>
                </a:solidFill>
                <a:latin typeface="Roboto" pitchFamily="34" charset="0"/>
                <a:ea typeface="Roboto" pitchFamily="34" charset="-122"/>
                <a:cs typeface="Roboto" pitchFamily="34" charset="-120"/>
              </a:endParaRPr>
            </a:p>
            <a:p>
              <a:pPr>
                <a:lnSpc>
                  <a:spcPts val="2100"/>
                </a:lnSpc>
              </a:pPr>
              <a:r>
                <a:rPr lang="en-US" sz="1600" b="1" dirty="0">
                  <a:solidFill>
                    <a:srgbClr val="15213F"/>
                  </a:solidFill>
                  <a:latin typeface="Roboto" pitchFamily="34" charset="0"/>
                  <a:ea typeface="Roboto" pitchFamily="34" charset="-122"/>
                  <a:cs typeface="Roboto" pitchFamily="34" charset="-120"/>
                </a:rPr>
                <a:t>O: </a:t>
              </a:r>
              <a:r>
                <a:rPr lang="en-US" sz="1600" dirty="0">
                  <a:solidFill>
                    <a:srgbClr val="15213F"/>
                  </a:solidFill>
                  <a:latin typeface="Roboto" pitchFamily="34" charset="0"/>
                  <a:ea typeface="Roboto" pitchFamily="34" charset="-122"/>
                  <a:cs typeface="Roboto" pitchFamily="34" charset="-120"/>
                </a:rPr>
                <a:t>Identify prior art that could challenge </a:t>
              </a:r>
            </a:p>
            <a:p>
              <a:pPr>
                <a:lnSpc>
                  <a:spcPts val="2100"/>
                </a:lnSpc>
              </a:pPr>
              <a:r>
                <a:rPr lang="en-US" sz="1600" dirty="0">
                  <a:solidFill>
                    <a:srgbClr val="15213F"/>
                  </a:solidFill>
                  <a:latin typeface="Roboto" pitchFamily="34" charset="0"/>
                  <a:ea typeface="Roboto" pitchFamily="34" charset="-122"/>
                  <a:cs typeface="Roboto" pitchFamily="34" charset="-120"/>
                </a:rPr>
                <a:t>Patentability</a:t>
              </a:r>
            </a:p>
            <a:p>
              <a:pPr>
                <a:lnSpc>
                  <a:spcPts val="2100"/>
                </a:lnSpc>
              </a:pPr>
              <a:endParaRPr lang="en-US" sz="1600" dirty="0">
                <a:solidFill>
                  <a:srgbClr val="15213F"/>
                </a:solidFill>
                <a:latin typeface="Roboto" pitchFamily="34" charset="0"/>
                <a:ea typeface="Roboto" pitchFamily="34" charset="-122"/>
                <a:cs typeface="Roboto" pitchFamily="34" charset="-120"/>
              </a:endParaRPr>
            </a:p>
            <a:p>
              <a:pPr>
                <a:lnSpc>
                  <a:spcPts val="2100"/>
                </a:lnSpc>
              </a:pPr>
              <a:r>
                <a:rPr lang="en-US" sz="1600" b="1" dirty="0">
                  <a:solidFill>
                    <a:srgbClr val="15213F"/>
                  </a:solidFill>
                  <a:latin typeface="Roboto" pitchFamily="34" charset="0"/>
                  <a:ea typeface="Roboto" pitchFamily="34" charset="-122"/>
                  <a:cs typeface="Roboto" pitchFamily="34" charset="-120"/>
                </a:rPr>
                <a:t>S: </a:t>
              </a:r>
              <a:r>
                <a:rPr lang="en-US" sz="1600" dirty="0">
                  <a:solidFill>
                    <a:srgbClr val="15213F"/>
                  </a:solidFill>
                  <a:latin typeface="Roboto" pitchFamily="34" charset="0"/>
                  <a:ea typeface="Roboto" pitchFamily="34" charset="-122"/>
                  <a:cs typeface="Roboto" pitchFamily="34" charset="-120"/>
                </a:rPr>
                <a:t>Technical legal analysis with materials </a:t>
              </a:r>
            </a:p>
            <a:p>
              <a:pPr>
                <a:lnSpc>
                  <a:spcPts val="2100"/>
                </a:lnSpc>
              </a:pPr>
              <a:r>
                <a:rPr lang="en-US" sz="1600" dirty="0">
                  <a:solidFill>
                    <a:srgbClr val="15213F"/>
                  </a:solidFill>
                  <a:latin typeface="Roboto" pitchFamily="34" charset="0"/>
                  <a:ea typeface="Roboto" pitchFamily="34" charset="-122"/>
                  <a:cs typeface="Roboto" pitchFamily="34" charset="-120"/>
                </a:rPr>
                <a:t>Focus</a:t>
              </a:r>
            </a:p>
            <a:p>
              <a:pPr>
                <a:lnSpc>
                  <a:spcPts val="2100"/>
                </a:lnSpc>
              </a:pPr>
              <a:endParaRPr lang="en-US" sz="1600" dirty="0">
                <a:solidFill>
                  <a:srgbClr val="15213F"/>
                </a:solidFill>
                <a:latin typeface="Roboto" pitchFamily="34" charset="0"/>
                <a:ea typeface="Roboto" pitchFamily="34" charset="-122"/>
                <a:cs typeface="Roboto" pitchFamily="34" charset="-120"/>
              </a:endParaRPr>
            </a:p>
            <a:p>
              <a:pPr>
                <a:lnSpc>
                  <a:spcPts val="2100"/>
                </a:lnSpc>
              </a:pPr>
              <a:r>
                <a:rPr lang="en-US" sz="1600" b="1" dirty="0">
                  <a:solidFill>
                    <a:srgbClr val="15213F"/>
                  </a:solidFill>
                  <a:latin typeface="Roboto" pitchFamily="34" charset="0"/>
                  <a:ea typeface="Roboto" pitchFamily="34" charset="-122"/>
                  <a:cs typeface="Roboto" pitchFamily="34" charset="-120"/>
                </a:rPr>
                <a:t>T: </a:t>
              </a:r>
              <a:r>
                <a:rPr lang="en-US" sz="1600" dirty="0">
                  <a:solidFill>
                    <a:srgbClr val="15213F"/>
                  </a:solidFill>
                  <a:latin typeface="Roboto" pitchFamily="34" charset="0"/>
                  <a:ea typeface="Roboto" pitchFamily="34" charset="-122"/>
                  <a:cs typeface="Roboto" pitchFamily="34" charset="-120"/>
                </a:rPr>
                <a:t>Cautious - flag risks, don't miss overlaps</a:t>
              </a:r>
            </a:p>
            <a:p>
              <a:pPr>
                <a:lnSpc>
                  <a:spcPts val="2100"/>
                </a:lnSpc>
              </a:pPr>
              <a:endParaRPr lang="en-US" sz="1600" dirty="0">
                <a:solidFill>
                  <a:srgbClr val="15213F"/>
                </a:solidFill>
                <a:latin typeface="Roboto" pitchFamily="34" charset="0"/>
                <a:ea typeface="Roboto" pitchFamily="34" charset="-122"/>
                <a:cs typeface="Roboto" pitchFamily="34" charset="-120"/>
              </a:endParaRPr>
            </a:p>
            <a:p>
              <a:pPr>
                <a:lnSpc>
                  <a:spcPts val="2100"/>
                </a:lnSpc>
              </a:pPr>
              <a:r>
                <a:rPr lang="en-US" sz="1600" b="1" dirty="0">
                  <a:solidFill>
                    <a:srgbClr val="15213F"/>
                  </a:solidFill>
                  <a:latin typeface="Roboto" pitchFamily="34" charset="0"/>
                  <a:ea typeface="Roboto" pitchFamily="34" charset="-122"/>
                  <a:cs typeface="Roboto" pitchFamily="34" charset="-120"/>
                </a:rPr>
                <a:t>A: </a:t>
              </a:r>
              <a:r>
                <a:rPr lang="en-US" sz="1600" dirty="0">
                  <a:solidFill>
                    <a:srgbClr val="15213F"/>
                  </a:solidFill>
                  <a:latin typeface="Roboto" pitchFamily="34" charset="0"/>
                  <a:ea typeface="Roboto" pitchFamily="34" charset="-122"/>
                  <a:cs typeface="Roboto" pitchFamily="34" charset="-120"/>
                </a:rPr>
                <a:t>Patent attorney (not materials scientist)</a:t>
              </a:r>
            </a:p>
            <a:p>
              <a:pPr>
                <a:lnSpc>
                  <a:spcPts val="2100"/>
                </a:lnSpc>
              </a:pPr>
              <a:endParaRPr lang="en-US" sz="1600" dirty="0">
                <a:solidFill>
                  <a:srgbClr val="15213F"/>
                </a:solidFill>
                <a:latin typeface="Roboto" pitchFamily="34" charset="0"/>
                <a:ea typeface="Roboto" pitchFamily="34" charset="-122"/>
                <a:cs typeface="Roboto" pitchFamily="34" charset="-120"/>
              </a:endParaRPr>
            </a:p>
            <a:p>
              <a:pPr>
                <a:lnSpc>
                  <a:spcPts val="2100"/>
                </a:lnSpc>
              </a:pPr>
              <a:r>
                <a:rPr lang="en-US" sz="1600" b="1" dirty="0">
                  <a:solidFill>
                    <a:srgbClr val="15213F"/>
                  </a:solidFill>
                  <a:latin typeface="Roboto" pitchFamily="34" charset="0"/>
                  <a:ea typeface="Roboto" pitchFamily="34" charset="-122"/>
                  <a:cs typeface="Roboto" pitchFamily="34" charset="-120"/>
                </a:rPr>
                <a:t>R: </a:t>
              </a:r>
              <a:r>
                <a:rPr lang="en-US" sz="1600" dirty="0">
                  <a:solidFill>
                    <a:srgbClr val="15213F"/>
                  </a:solidFill>
                  <a:latin typeface="Roboto" pitchFamily="34" charset="0"/>
                  <a:ea typeface="Roboto" pitchFamily="34" charset="-122"/>
                  <a:cs typeface="Roboto" pitchFamily="34" charset="-120"/>
                </a:rPr>
                <a:t>Risk assessment table with DOI, </a:t>
              </a:r>
            </a:p>
            <a:p>
              <a:pPr>
                <a:lnSpc>
                  <a:spcPts val="2100"/>
                </a:lnSpc>
              </a:pPr>
              <a:r>
                <a:rPr lang="en-US" sz="1600" dirty="0">
                  <a:solidFill>
                    <a:srgbClr val="15213F"/>
                  </a:solidFill>
                  <a:latin typeface="Roboto" pitchFamily="34" charset="0"/>
                  <a:ea typeface="Roboto" pitchFamily="34" charset="-122"/>
                  <a:cs typeface="Roboto" pitchFamily="34" charset="-120"/>
                </a:rPr>
                <a:t>method, overlap level</a:t>
              </a:r>
            </a:p>
            <a:p>
              <a:pPr marL="0" indent="0" algn="l">
                <a:lnSpc>
                  <a:spcPts val="2100"/>
                </a:lnSpc>
                <a:buNone/>
              </a:pPr>
              <a:endParaRPr lang="en-US" sz="1600" dirty="0"/>
            </a:p>
          </p:txBody>
        </p:sp>
        <p:sp>
          <p:nvSpPr>
            <p:cNvPr id="15" name="Shape 13"/>
            <p:cNvSpPr/>
            <p:nvPr/>
          </p:nvSpPr>
          <p:spPr>
            <a:xfrm>
              <a:off x="9483209" y="2294453"/>
              <a:ext cx="3995261" cy="4194021"/>
            </a:xfrm>
            <a:prstGeom prst="roundRect">
              <a:avLst>
                <a:gd name="adj" fmla="val 742"/>
              </a:avLst>
            </a:prstGeom>
            <a:solidFill>
              <a:srgbClr val="FBFCFE"/>
            </a:solidFill>
            <a:ln w="22860">
              <a:solidFill>
                <a:srgbClr val="CFD2D8"/>
              </a:solidFill>
              <a:prstDash val="solid"/>
            </a:ln>
          </p:spPr>
          <p:txBody>
            <a:bodyPr/>
            <a:lstStyle/>
            <a:p>
              <a:endParaRPr lang="en-US" sz="2400"/>
            </a:p>
          </p:txBody>
        </p:sp>
        <p:sp>
          <p:nvSpPr>
            <p:cNvPr id="16" name="Text 14"/>
            <p:cNvSpPr/>
            <p:nvPr/>
          </p:nvSpPr>
          <p:spPr>
            <a:xfrm>
              <a:off x="9676567" y="2487811"/>
              <a:ext cx="2542699" cy="266343"/>
            </a:xfrm>
            <a:prstGeom prst="rect">
              <a:avLst/>
            </a:prstGeom>
            <a:noFill/>
            <a:ln/>
          </p:spPr>
          <p:txBody>
            <a:bodyPr wrap="non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Scenario 3: Investor Pitch</a:t>
              </a:r>
              <a:endParaRPr lang="en-US" sz="2000" dirty="0"/>
            </a:p>
          </p:txBody>
        </p:sp>
        <p:sp>
          <p:nvSpPr>
            <p:cNvPr id="17" name="Text 15"/>
            <p:cNvSpPr/>
            <p:nvPr/>
          </p:nvSpPr>
          <p:spPr>
            <a:xfrm>
              <a:off x="9676567" y="2856428"/>
              <a:ext cx="3608546" cy="3632046"/>
            </a:xfrm>
            <a:prstGeom prst="rect">
              <a:avLst/>
            </a:prstGeom>
            <a:noFill/>
            <a:ln/>
          </p:spPr>
          <p:txBody>
            <a:bodyPr wrap="none" lIns="0" tIns="0" rIns="0" bIns="0" rtlCol="0" anchor="t"/>
            <a:lstStyle/>
            <a:p>
              <a:r>
                <a:rPr lang="en-US" sz="1600" b="1" dirty="0">
                  <a:latin typeface="Roboto Slab" pitchFamily="2" charset="0"/>
                  <a:ea typeface="Roboto Slab" pitchFamily="2" charset="0"/>
                  <a:cs typeface="Roboto Slab" pitchFamily="2" charset="0"/>
                </a:rPr>
                <a:t>C: </a:t>
              </a:r>
              <a:r>
                <a:rPr lang="en-US" sz="1600" dirty="0">
                  <a:latin typeface="Roboto Slab" pitchFamily="2" charset="0"/>
                  <a:ea typeface="Roboto Slab" pitchFamily="2" charset="0"/>
                  <a:cs typeface="Roboto Slab" pitchFamily="2" charset="0"/>
                </a:rPr>
                <a:t>Series A funding round (5M target), </a:t>
              </a:r>
            </a:p>
            <a:p>
              <a:r>
                <a:rPr lang="en-US" sz="1600" dirty="0">
                  <a:latin typeface="Roboto Slab" pitchFamily="2" charset="0"/>
                  <a:ea typeface="Roboto Slab" pitchFamily="2" charset="0"/>
                  <a:cs typeface="Roboto Slab" pitchFamily="2" charset="0"/>
                </a:rPr>
                <a:t>ESG-focused VCs</a:t>
              </a:r>
            </a:p>
            <a:p>
              <a:endParaRPr lang="en-US" sz="1600" dirty="0">
                <a:latin typeface="Roboto Slab" pitchFamily="2" charset="0"/>
                <a:ea typeface="Roboto Slab" pitchFamily="2" charset="0"/>
                <a:cs typeface="Roboto Slab" pitchFamily="2" charset="0"/>
              </a:endParaRPr>
            </a:p>
            <a:p>
              <a:r>
                <a:rPr lang="en-US" sz="1600" b="1" dirty="0">
                  <a:latin typeface="Roboto Slab" pitchFamily="2" charset="0"/>
                  <a:ea typeface="Roboto Slab" pitchFamily="2" charset="0"/>
                  <a:cs typeface="Roboto Slab" pitchFamily="2" charset="0"/>
                </a:rPr>
                <a:t>O: </a:t>
              </a:r>
              <a:r>
                <a:rPr lang="en-US" sz="1600" dirty="0">
                  <a:latin typeface="Roboto Slab" pitchFamily="2" charset="0"/>
                  <a:ea typeface="Roboto Slab" pitchFamily="2" charset="0"/>
                  <a:cs typeface="Roboto Slab" pitchFamily="2" charset="0"/>
                </a:rPr>
                <a:t>Position ceramics as sustainable </a:t>
              </a:r>
            </a:p>
            <a:p>
              <a:r>
                <a:rPr lang="en-US" sz="1600" dirty="0">
                  <a:latin typeface="Roboto Slab" pitchFamily="2" charset="0"/>
                  <a:ea typeface="Roboto Slab" pitchFamily="2" charset="0"/>
                  <a:cs typeface="Roboto Slab" pitchFamily="2" charset="0"/>
                </a:rPr>
                <a:t>PLA alternative</a:t>
              </a:r>
            </a:p>
            <a:p>
              <a:endParaRPr lang="en-US" sz="1600" dirty="0">
                <a:latin typeface="Roboto Slab" pitchFamily="2" charset="0"/>
                <a:ea typeface="Roboto Slab" pitchFamily="2" charset="0"/>
                <a:cs typeface="Roboto Slab" pitchFamily="2" charset="0"/>
              </a:endParaRPr>
            </a:p>
            <a:p>
              <a:r>
                <a:rPr lang="en-US" sz="1600" b="1" dirty="0">
                  <a:latin typeface="Roboto Slab" pitchFamily="2" charset="0"/>
                  <a:ea typeface="Roboto Slab" pitchFamily="2" charset="0"/>
                  <a:cs typeface="Roboto Slab" pitchFamily="2" charset="0"/>
                </a:rPr>
                <a:t>S: </a:t>
              </a:r>
              <a:r>
                <a:rPr lang="en-US" sz="1600" dirty="0">
                  <a:latin typeface="Roboto Slab" pitchFamily="2" charset="0"/>
                  <a:ea typeface="Roboto Slab" pitchFamily="2" charset="0"/>
                  <a:cs typeface="Roboto Slab" pitchFamily="2" charset="0"/>
                </a:rPr>
                <a:t>Journalistic meets executive </a:t>
              </a:r>
            </a:p>
            <a:p>
              <a:r>
                <a:rPr lang="en-US" sz="1600" dirty="0">
                  <a:latin typeface="Roboto Slab" pitchFamily="2" charset="0"/>
                  <a:ea typeface="Roboto Slab" pitchFamily="2" charset="0"/>
                  <a:cs typeface="Roboto Slab" pitchFamily="2" charset="0"/>
                </a:rPr>
                <a:t>(engaging + data-backed)</a:t>
              </a:r>
            </a:p>
            <a:p>
              <a:endParaRPr lang="en-US" sz="1600" dirty="0">
                <a:latin typeface="Roboto Slab" pitchFamily="2" charset="0"/>
                <a:ea typeface="Roboto Slab" pitchFamily="2" charset="0"/>
                <a:cs typeface="Roboto Slab" pitchFamily="2" charset="0"/>
              </a:endParaRPr>
            </a:p>
            <a:p>
              <a:r>
                <a:rPr lang="en-US" sz="1600" b="1" dirty="0">
                  <a:latin typeface="Roboto Slab" pitchFamily="2" charset="0"/>
                  <a:ea typeface="Roboto Slab" pitchFamily="2" charset="0"/>
                  <a:cs typeface="Roboto Slab" pitchFamily="2" charset="0"/>
                </a:rPr>
                <a:t>T: </a:t>
              </a:r>
              <a:r>
                <a:rPr lang="en-US" sz="1600" dirty="0">
                  <a:latin typeface="Roboto Slab" pitchFamily="2" charset="0"/>
                  <a:ea typeface="Roboto Slab" pitchFamily="2" charset="0"/>
                  <a:cs typeface="Roboto Slab" pitchFamily="2" charset="0"/>
                </a:rPr>
                <a:t>Confident, visionary, evidence-based </a:t>
              </a:r>
            </a:p>
            <a:p>
              <a:r>
                <a:rPr lang="en-US" sz="1600" dirty="0">
                  <a:latin typeface="Roboto Slab" pitchFamily="2" charset="0"/>
                  <a:ea typeface="Roboto Slab" pitchFamily="2" charset="0"/>
                  <a:cs typeface="Roboto Slab" pitchFamily="2" charset="0"/>
                </a:rPr>
                <a:t>(no hype)</a:t>
              </a:r>
            </a:p>
            <a:p>
              <a:endParaRPr lang="en-US" sz="1600" dirty="0">
                <a:latin typeface="Roboto Slab" pitchFamily="2" charset="0"/>
                <a:ea typeface="Roboto Slab" pitchFamily="2" charset="0"/>
                <a:cs typeface="Roboto Slab" pitchFamily="2" charset="0"/>
              </a:endParaRPr>
            </a:p>
            <a:p>
              <a:r>
                <a:rPr lang="en-US" sz="1600" b="1" dirty="0">
                  <a:latin typeface="Roboto Slab" pitchFamily="2" charset="0"/>
                  <a:ea typeface="Roboto Slab" pitchFamily="2" charset="0"/>
                  <a:cs typeface="Roboto Slab" pitchFamily="2" charset="0"/>
                </a:rPr>
                <a:t>A: </a:t>
              </a:r>
              <a:r>
                <a:rPr lang="en-US" sz="1600" dirty="0">
                  <a:latin typeface="Roboto Slab" pitchFamily="2" charset="0"/>
                  <a:ea typeface="Roboto Slab" pitchFamily="2" charset="0"/>
                  <a:cs typeface="Roboto Slab" pitchFamily="2" charset="0"/>
                </a:rPr>
                <a:t>VC partners - business savvy, </a:t>
              </a:r>
            </a:p>
            <a:p>
              <a:r>
                <a:rPr lang="en-US" sz="1600" dirty="0">
                  <a:latin typeface="Roboto Slab" pitchFamily="2" charset="0"/>
                  <a:ea typeface="Roboto Slab" pitchFamily="2" charset="0"/>
                  <a:cs typeface="Roboto Slab" pitchFamily="2" charset="0"/>
                </a:rPr>
                <a:t>not materials experts</a:t>
              </a:r>
            </a:p>
            <a:p>
              <a:endParaRPr lang="en-US" sz="1600" dirty="0">
                <a:latin typeface="Roboto Slab" pitchFamily="2" charset="0"/>
                <a:ea typeface="Roboto Slab" pitchFamily="2" charset="0"/>
                <a:cs typeface="Roboto Slab" pitchFamily="2" charset="0"/>
              </a:endParaRPr>
            </a:p>
            <a:p>
              <a:r>
                <a:rPr lang="en-US" sz="1600" b="1" dirty="0">
                  <a:latin typeface="Roboto Slab" pitchFamily="2" charset="0"/>
                  <a:ea typeface="Roboto Slab" pitchFamily="2" charset="0"/>
                  <a:cs typeface="Roboto Slab" pitchFamily="2" charset="0"/>
                </a:rPr>
                <a:t>R: </a:t>
              </a:r>
              <a:r>
                <a:rPr lang="en-US" sz="1600" dirty="0">
                  <a:latin typeface="Roboto Slab" pitchFamily="2" charset="0"/>
                  <a:ea typeface="Roboto Slab" pitchFamily="2" charset="0"/>
                  <a:cs typeface="Roboto Slab" pitchFamily="2" charset="0"/>
                </a:rPr>
                <a:t>2-page executive summary </a:t>
              </a:r>
            </a:p>
            <a:p>
              <a:r>
                <a:rPr lang="en-US" sz="1600" dirty="0">
                  <a:latin typeface="Roboto Slab" pitchFamily="2" charset="0"/>
                  <a:ea typeface="Roboto Slab" pitchFamily="2" charset="0"/>
                  <a:cs typeface="Roboto Slab" pitchFamily="2" charset="0"/>
                </a:rPr>
                <a:t>with clear section structure</a:t>
              </a:r>
            </a:p>
            <a:p>
              <a:pPr marL="0" indent="0" algn="l">
                <a:lnSpc>
                  <a:spcPts val="2100"/>
                </a:lnSpc>
                <a:buNone/>
              </a:pPr>
              <a:endParaRPr lang="en-US" sz="1600" dirty="0">
                <a:latin typeface="Roboto Slab" pitchFamily="2" charset="0"/>
                <a:ea typeface="Roboto Slab" pitchFamily="2" charset="0"/>
                <a:cs typeface="Roboto Slab" pitchFamily="2" charset="0"/>
              </a:endParaRPr>
            </a:p>
          </p:txBody>
        </p:sp>
        <p:sp>
          <p:nvSpPr>
            <p:cNvPr id="18" name="Text 16"/>
            <p:cNvSpPr/>
            <p:nvPr/>
          </p:nvSpPr>
          <p:spPr>
            <a:xfrm>
              <a:off x="1151811" y="6911160"/>
              <a:ext cx="12326660" cy="272772"/>
            </a:xfrm>
            <a:prstGeom prst="rect">
              <a:avLst/>
            </a:prstGeom>
            <a:noFill/>
            <a:ln/>
          </p:spPr>
          <p:txBody>
            <a:bodyPr wrap="none" lIns="0" tIns="0" rIns="0" bIns="0" rtlCol="0" anchor="t"/>
            <a:lstStyle/>
            <a:p>
              <a:pPr marL="0" indent="0" algn="l">
                <a:lnSpc>
                  <a:spcPts val="2100"/>
                </a:lnSpc>
                <a:buNone/>
              </a:pPr>
              <a:r>
                <a:rPr lang="en-US" sz="1600" b="1" dirty="0">
                  <a:solidFill>
                    <a:srgbClr val="15213F"/>
                  </a:solidFill>
                  <a:latin typeface="Roboto" pitchFamily="34" charset="0"/>
                  <a:ea typeface="Roboto" pitchFamily="34" charset="-122"/>
                  <a:cs typeface="Roboto" pitchFamily="34" charset="-120"/>
                </a:rPr>
                <a:t>Save these as templates!</a:t>
              </a:r>
              <a:endParaRPr lang="en-US" sz="1600" dirty="0"/>
            </a:p>
          </p:txBody>
        </p:sp>
        <p:sp>
          <p:nvSpPr>
            <p:cNvPr id="19" name="Text 17"/>
            <p:cNvSpPr/>
            <p:nvPr/>
          </p:nvSpPr>
          <p:spPr>
            <a:xfrm>
              <a:off x="1151811" y="6399728"/>
              <a:ext cx="12326660" cy="818317"/>
            </a:xfrm>
            <a:prstGeom prst="rect">
              <a:avLst/>
            </a:prstGeom>
            <a:noFill/>
            <a:ln/>
          </p:spPr>
          <p:txBody>
            <a:bodyPr wrap="square" lIns="0" tIns="0" rIns="0" bIns="0" rtlCol="0" anchor="t"/>
            <a:lstStyle/>
            <a:p>
              <a:pPr marL="0" indent="0" algn="l">
                <a:lnSpc>
                  <a:spcPts val="2100"/>
                </a:lnSpc>
                <a:buNone/>
              </a:pPr>
              <a:endParaRPr lang="en-US" sz="1600" dirty="0"/>
            </a:p>
          </p:txBody>
        </p:sp>
      </p:grpSp>
    </p:spTree>
    <p:extLst>
      <p:ext uri="{BB962C8B-B14F-4D97-AF65-F5344CB8AC3E}">
        <p14:creationId xmlns:p14="http://schemas.microsoft.com/office/powerpoint/2010/main" val="3373828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793790" y="3211949"/>
            <a:ext cx="13042821" cy="1860590"/>
          </a:xfrm>
          <a:prstGeom prst="rect">
            <a:avLst/>
          </a:prstGeom>
          <a:noFill/>
          <a:ln/>
        </p:spPr>
        <p:txBody>
          <a:bodyPr wrap="none" lIns="0" tIns="0" rIns="0" bIns="0" rtlCol="0" anchor="t"/>
          <a:lstStyle/>
          <a:p>
            <a:pPr marL="0" indent="0" algn="l">
              <a:lnSpc>
                <a:spcPts val="14650"/>
              </a:lnSpc>
              <a:buNone/>
            </a:pPr>
            <a:r>
              <a:rPr lang="en-US" sz="11700" dirty="0">
                <a:solidFill>
                  <a:srgbClr val="3257B8"/>
                </a:solidFill>
                <a:latin typeface="Roboto Slab" pitchFamily="34" charset="0"/>
                <a:ea typeface="Roboto Slab" pitchFamily="34" charset="-122"/>
                <a:cs typeface="Roboto Slab" pitchFamily="34" charset="-120"/>
              </a:rPr>
              <a:t>PART 3</a:t>
            </a:r>
            <a:endParaRPr lang="en-US" sz="11700" dirty="0"/>
          </a:p>
        </p:txBody>
      </p:sp>
      <p:sp>
        <p:nvSpPr>
          <p:cNvPr id="4" name="Text 1"/>
          <p:cNvSpPr/>
          <p:nvPr/>
        </p:nvSpPr>
        <p:spPr>
          <a:xfrm>
            <a:off x="793790" y="5370195"/>
            <a:ext cx="8043624"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Advanced Hallucination Detection</a:t>
            </a:r>
            <a:endParaRPr lang="en-US" sz="3900" dirty="0"/>
          </a:p>
        </p:txBody>
      </p:sp>
      <p:sp>
        <p:nvSpPr>
          <p:cNvPr id="5" name="Text 2"/>
          <p:cNvSpPr/>
          <p:nvPr/>
        </p:nvSpPr>
        <p:spPr>
          <a:xfrm>
            <a:off x="793790" y="6069568"/>
            <a:ext cx="6959203"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Making verification fun &amp; systematic</a:t>
            </a:r>
            <a:endParaRPr lang="en-US" sz="3100" dirty="0"/>
          </a:p>
        </p:txBody>
      </p:sp>
      <p:sp>
        <p:nvSpPr>
          <p:cNvPr id="6" name="Text 3"/>
          <p:cNvSpPr/>
          <p:nvPr/>
        </p:nvSpPr>
        <p:spPr>
          <a:xfrm>
            <a:off x="793790" y="6863358"/>
            <a:ext cx="13042821" cy="63507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636901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48213" y="341177"/>
            <a:ext cx="10612874" cy="784979"/>
          </a:xfrm>
          <a:prstGeom prst="rect">
            <a:avLst/>
          </a:prstGeom>
          <a:noFill/>
          <a:ln/>
        </p:spPr>
        <p:txBody>
          <a:bodyPr wrap="none" lIns="0" tIns="0" rIns="0" bIns="0" rtlCol="0" anchor="t"/>
          <a:lstStyle/>
          <a:p>
            <a:pPr marL="0" indent="0" algn="l">
              <a:lnSpc>
                <a:spcPts val="4800"/>
              </a:lnSpc>
              <a:buNone/>
            </a:pPr>
            <a:r>
              <a:rPr lang="en-US" sz="5400" dirty="0">
                <a:solidFill>
                  <a:srgbClr val="3257B8"/>
                </a:solidFill>
                <a:latin typeface="Roboto Slab" pitchFamily="34" charset="0"/>
                <a:ea typeface="Roboto Slab" pitchFamily="34" charset="-122"/>
                <a:cs typeface="Roboto Slab" pitchFamily="34" charset="-120"/>
              </a:rPr>
              <a:t>The Hallucination Hunt Tournament</a:t>
            </a:r>
            <a:endParaRPr lang="en-US" sz="5400" dirty="0"/>
          </a:p>
        </p:txBody>
      </p:sp>
      <p:sp>
        <p:nvSpPr>
          <p:cNvPr id="4" name="Text 2"/>
          <p:cNvSpPr/>
          <p:nvPr/>
        </p:nvSpPr>
        <p:spPr>
          <a:xfrm>
            <a:off x="656761" y="1269177"/>
            <a:ext cx="5793224" cy="490657"/>
          </a:xfrm>
          <a:prstGeom prst="rect">
            <a:avLst/>
          </a:prstGeom>
          <a:noFill/>
          <a:ln/>
        </p:spPr>
        <p:txBody>
          <a:bodyPr wrap="none" lIns="0" tIns="0" rIns="0" bIns="0" rtlCol="0" anchor="t"/>
          <a:lstStyle/>
          <a:p>
            <a:pPr marL="0" indent="0" algn="l">
              <a:lnSpc>
                <a:spcPts val="3850"/>
              </a:lnSpc>
              <a:buNone/>
            </a:pPr>
            <a:r>
              <a:rPr lang="en-US" sz="3050" dirty="0">
                <a:solidFill>
                  <a:srgbClr val="3257B8"/>
                </a:solidFill>
                <a:latin typeface="Roboto Slab" pitchFamily="34" charset="0"/>
                <a:ea typeface="Roboto Slab" pitchFamily="34" charset="-122"/>
                <a:cs typeface="Roboto Slab" pitchFamily="34" charset="-120"/>
              </a:rPr>
              <a:t>3 </a:t>
            </a:r>
            <a:r>
              <a:rPr lang="en-US" sz="3600" dirty="0">
                <a:solidFill>
                  <a:srgbClr val="3257B8"/>
                </a:solidFill>
                <a:latin typeface="Roboto Slab" pitchFamily="34" charset="0"/>
                <a:ea typeface="Roboto Slab" pitchFamily="34" charset="-122"/>
                <a:cs typeface="Roboto Slab" pitchFamily="34" charset="-120"/>
              </a:rPr>
              <a:t>Rounds</a:t>
            </a:r>
            <a:r>
              <a:rPr lang="en-US" sz="3050" dirty="0">
                <a:solidFill>
                  <a:srgbClr val="3257B8"/>
                </a:solidFill>
                <a:latin typeface="Roboto Slab" pitchFamily="34" charset="0"/>
                <a:ea typeface="Roboto Slab" pitchFamily="34" charset="-122"/>
                <a:cs typeface="Roboto Slab" pitchFamily="34" charset="-120"/>
              </a:rPr>
              <a:t>, Teams of 3-4</a:t>
            </a:r>
            <a:endParaRPr lang="en-US" sz="3050" dirty="0"/>
          </a:p>
        </p:txBody>
      </p:sp>
      <p:grpSp>
        <p:nvGrpSpPr>
          <p:cNvPr id="21" name="Group 20">
            <a:extLst>
              <a:ext uri="{FF2B5EF4-FFF2-40B4-BE49-F238E27FC236}">
                <a16:creationId xmlns:a16="http://schemas.microsoft.com/office/drawing/2014/main" id="{B9E6394B-9062-D7B0-6225-50E02412073D}"/>
              </a:ext>
            </a:extLst>
          </p:cNvPr>
          <p:cNvGrpSpPr/>
          <p:nvPr/>
        </p:nvGrpSpPr>
        <p:grpSpPr>
          <a:xfrm>
            <a:off x="448213" y="2432803"/>
            <a:ext cx="13060204" cy="4527619"/>
            <a:chOff x="785098" y="3374946"/>
            <a:chExt cx="13060204" cy="2615446"/>
          </a:xfrm>
        </p:grpSpPr>
        <p:sp>
          <p:nvSpPr>
            <p:cNvPr id="5" name="Shape 3"/>
            <p:cNvSpPr/>
            <p:nvPr/>
          </p:nvSpPr>
          <p:spPr>
            <a:xfrm>
              <a:off x="785098" y="3374946"/>
              <a:ext cx="4222552" cy="2615446"/>
            </a:xfrm>
            <a:prstGeom prst="roundRect">
              <a:avLst>
                <a:gd name="adj" fmla="val 1126"/>
              </a:avLst>
            </a:prstGeom>
            <a:solidFill>
              <a:srgbClr val="E9ECF2"/>
            </a:solidFill>
            <a:ln/>
          </p:spPr>
          <p:txBody>
            <a:bodyPr/>
            <a:lstStyle/>
            <a:p>
              <a:endParaRPr lang="en-US" sz="2000"/>
            </a:p>
          </p:txBody>
        </p:sp>
        <p:sp>
          <p:nvSpPr>
            <p:cNvPr id="6" name="Text 4"/>
            <p:cNvSpPr/>
            <p:nvPr/>
          </p:nvSpPr>
          <p:spPr>
            <a:xfrm>
              <a:off x="981313" y="3571161"/>
              <a:ext cx="3830122" cy="613410"/>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Round 1: The Warm-Up </a:t>
              </a:r>
            </a:p>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(5 minutes)</a:t>
              </a:r>
              <a:endParaRPr lang="en-US" sz="2400" dirty="0"/>
            </a:p>
          </p:txBody>
        </p:sp>
        <p:sp>
          <p:nvSpPr>
            <p:cNvPr id="7" name="Text 5"/>
            <p:cNvSpPr/>
            <p:nvPr/>
          </p:nvSpPr>
          <p:spPr>
            <a:xfrm>
              <a:off x="981313" y="4302322"/>
              <a:ext cx="3830122" cy="839098"/>
            </a:xfrm>
            <a:prstGeom prst="rect">
              <a:avLst/>
            </a:prstGeom>
            <a:noFill/>
            <a:ln/>
          </p:spPr>
          <p:txBody>
            <a:bodyPr wrap="none" lIns="0" tIns="0" rIns="0" bIns="0" rtlCol="0" anchor="t"/>
            <a:lstStyle/>
            <a:p>
              <a:pPr marL="0" indent="0" algn="l">
                <a:lnSpc>
                  <a:spcPts val="2450"/>
                </a:lnSpc>
                <a:buNone/>
              </a:pPr>
              <a:r>
                <a:rPr lang="en-US" sz="2000" dirty="0">
                  <a:solidFill>
                    <a:srgbClr val="15213F"/>
                  </a:solidFill>
                  <a:latin typeface="Roboto" pitchFamily="34" charset="0"/>
                  <a:ea typeface="Roboto" pitchFamily="34" charset="-122"/>
                  <a:cs typeface="Roboto" pitchFamily="34" charset="-120"/>
                </a:rPr>
                <a:t>Find 3 obvious errors </a:t>
              </a:r>
            </a:p>
            <a:p>
              <a:pPr marL="0" indent="0" algn="l">
                <a:lnSpc>
                  <a:spcPts val="2450"/>
                </a:lnSpc>
                <a:buNone/>
              </a:pPr>
              <a:r>
                <a:rPr lang="en-US" sz="2000" dirty="0">
                  <a:solidFill>
                    <a:srgbClr val="15213F"/>
                  </a:solidFill>
                  <a:latin typeface="Roboto" pitchFamily="34" charset="0"/>
                  <a:ea typeface="Roboto" pitchFamily="34" charset="-122"/>
                  <a:cs typeface="Roboto" pitchFamily="34" charset="-120"/>
                </a:rPr>
                <a:t>in synthesis report</a:t>
              </a:r>
              <a:endParaRPr lang="en-US" sz="2000" dirty="0"/>
            </a:p>
          </p:txBody>
        </p:sp>
        <p:sp>
          <p:nvSpPr>
            <p:cNvPr id="8" name="Text 6"/>
            <p:cNvSpPr/>
            <p:nvPr/>
          </p:nvSpPr>
          <p:spPr>
            <a:xfrm>
              <a:off x="993646" y="5316678"/>
              <a:ext cx="3830122" cy="314087"/>
            </a:xfrm>
            <a:prstGeom prst="rect">
              <a:avLst/>
            </a:prstGeom>
            <a:noFill/>
            <a:ln/>
          </p:spPr>
          <p:txBody>
            <a:bodyPr wrap="none" lIns="0" tIns="0" rIns="0" bIns="0" rtlCol="0" anchor="t"/>
            <a:lstStyle/>
            <a:p>
              <a:pPr marL="0" indent="0" algn="l">
                <a:lnSpc>
                  <a:spcPts val="2450"/>
                </a:lnSpc>
                <a:buNone/>
              </a:pPr>
              <a:r>
                <a:rPr lang="en-US" sz="1600" i="1" dirty="0">
                  <a:solidFill>
                    <a:srgbClr val="15213F"/>
                  </a:solidFill>
                  <a:latin typeface="Roboto" pitchFamily="34" charset="0"/>
                  <a:ea typeface="Roboto" pitchFamily="34" charset="-122"/>
                  <a:cs typeface="Roboto" pitchFamily="34" charset="-120"/>
                </a:rPr>
                <a:t>10 points per correct identification</a:t>
              </a:r>
              <a:endParaRPr lang="en-US" sz="1600" i="1" dirty="0"/>
            </a:p>
          </p:txBody>
        </p:sp>
        <p:sp>
          <p:nvSpPr>
            <p:cNvPr id="9" name="Shape 7"/>
            <p:cNvSpPr/>
            <p:nvPr/>
          </p:nvSpPr>
          <p:spPr>
            <a:xfrm>
              <a:off x="5203865" y="3374946"/>
              <a:ext cx="4222552" cy="2615446"/>
            </a:xfrm>
            <a:prstGeom prst="roundRect">
              <a:avLst>
                <a:gd name="adj" fmla="val 1126"/>
              </a:avLst>
            </a:prstGeom>
            <a:solidFill>
              <a:srgbClr val="E9ECF2"/>
            </a:solidFill>
            <a:ln/>
          </p:spPr>
          <p:txBody>
            <a:bodyPr/>
            <a:lstStyle/>
            <a:p>
              <a:endParaRPr lang="en-US" sz="2000"/>
            </a:p>
          </p:txBody>
        </p:sp>
        <p:sp>
          <p:nvSpPr>
            <p:cNvPr id="10" name="Text 8"/>
            <p:cNvSpPr/>
            <p:nvPr/>
          </p:nvSpPr>
          <p:spPr>
            <a:xfrm>
              <a:off x="5400080" y="3571161"/>
              <a:ext cx="3830122" cy="613410"/>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Round 2: The Challenge</a:t>
              </a:r>
            </a:p>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(8 minutes)</a:t>
              </a:r>
              <a:endParaRPr lang="en-US" sz="2400" dirty="0"/>
            </a:p>
          </p:txBody>
        </p:sp>
        <p:sp>
          <p:nvSpPr>
            <p:cNvPr id="11" name="Text 9"/>
            <p:cNvSpPr/>
            <p:nvPr/>
          </p:nvSpPr>
          <p:spPr>
            <a:xfrm>
              <a:off x="5400080" y="4302323"/>
              <a:ext cx="3830122" cy="628174"/>
            </a:xfrm>
            <a:prstGeom prst="rect">
              <a:avLst/>
            </a:prstGeom>
            <a:noFill/>
            <a:ln/>
          </p:spPr>
          <p:txBody>
            <a:bodyPr wrap="square" lIns="0" tIns="0" rIns="0" bIns="0" rtlCol="0" anchor="t"/>
            <a:lstStyle/>
            <a:p>
              <a:pPr marL="0" indent="0" algn="l">
                <a:lnSpc>
                  <a:spcPts val="2450"/>
                </a:lnSpc>
                <a:buNone/>
              </a:pPr>
              <a:r>
                <a:rPr lang="en-US" sz="2000" dirty="0">
                  <a:solidFill>
                    <a:srgbClr val="15213F"/>
                  </a:solidFill>
                  <a:latin typeface="Roboto" pitchFamily="34" charset="0"/>
                  <a:ea typeface="Roboto" pitchFamily="34" charset="-122"/>
                  <a:cs typeface="Roboto" pitchFamily="34" charset="-120"/>
                </a:rPr>
                <a:t>Find 5 subtle errors in </a:t>
              </a:r>
            </a:p>
            <a:p>
              <a:pPr marL="0" indent="0" algn="l">
                <a:lnSpc>
                  <a:spcPts val="2450"/>
                </a:lnSpc>
                <a:buNone/>
              </a:pPr>
              <a:r>
                <a:rPr lang="en-US" sz="2000" dirty="0" err="1">
                  <a:solidFill>
                    <a:srgbClr val="15213F"/>
                  </a:solidFill>
                  <a:latin typeface="Roboto" pitchFamily="34" charset="0"/>
                  <a:ea typeface="Roboto" pitchFamily="34" charset="-122"/>
                  <a:cs typeface="Roboto" pitchFamily="34" charset="-120"/>
                </a:rPr>
                <a:t>characterisation</a:t>
              </a:r>
              <a:r>
                <a:rPr lang="en-US" sz="2000" dirty="0">
                  <a:solidFill>
                    <a:srgbClr val="15213F"/>
                  </a:solidFill>
                  <a:latin typeface="Roboto" pitchFamily="34" charset="0"/>
                  <a:ea typeface="Roboto" pitchFamily="34" charset="-122"/>
                  <a:cs typeface="Roboto" pitchFamily="34" charset="-120"/>
                </a:rPr>
                <a:t> report</a:t>
              </a:r>
              <a:endParaRPr lang="en-US" sz="2000" dirty="0"/>
            </a:p>
          </p:txBody>
        </p:sp>
        <p:sp>
          <p:nvSpPr>
            <p:cNvPr id="12" name="Text 10"/>
            <p:cNvSpPr/>
            <p:nvPr/>
          </p:nvSpPr>
          <p:spPr>
            <a:xfrm>
              <a:off x="5400080" y="5135595"/>
              <a:ext cx="3830122" cy="314087"/>
            </a:xfrm>
            <a:prstGeom prst="rect">
              <a:avLst/>
            </a:prstGeom>
            <a:noFill/>
            <a:ln/>
          </p:spPr>
          <p:txBody>
            <a:bodyPr wrap="none" lIns="0" tIns="0" rIns="0" bIns="0" rtlCol="0" anchor="t"/>
            <a:lstStyle/>
            <a:p>
              <a:pPr marL="0" indent="0" algn="l">
                <a:lnSpc>
                  <a:spcPts val="2450"/>
                </a:lnSpc>
                <a:buNone/>
              </a:pPr>
              <a:r>
                <a:rPr lang="en-US" sz="1600" i="1" dirty="0">
                  <a:solidFill>
                    <a:srgbClr val="15213F"/>
                  </a:solidFill>
                  <a:latin typeface="Roboto" pitchFamily="34" charset="0"/>
                  <a:ea typeface="Roboto" pitchFamily="34" charset="-122"/>
                  <a:cs typeface="Roboto" pitchFamily="34" charset="-120"/>
                </a:rPr>
                <a:t>20 points per correct identification</a:t>
              </a:r>
              <a:endParaRPr lang="en-US" sz="1600" i="1" dirty="0"/>
            </a:p>
          </p:txBody>
        </p:sp>
        <p:sp>
          <p:nvSpPr>
            <p:cNvPr id="13" name="Text 11"/>
            <p:cNvSpPr/>
            <p:nvPr/>
          </p:nvSpPr>
          <p:spPr>
            <a:xfrm>
              <a:off x="5400080" y="5480090"/>
              <a:ext cx="3830122" cy="314087"/>
            </a:xfrm>
            <a:prstGeom prst="rect">
              <a:avLst/>
            </a:prstGeom>
            <a:noFill/>
            <a:ln/>
          </p:spPr>
          <p:txBody>
            <a:bodyPr wrap="none" lIns="0" tIns="0" rIns="0" bIns="0" rtlCol="0" anchor="t"/>
            <a:lstStyle/>
            <a:p>
              <a:pPr marL="0" indent="0" algn="l">
                <a:lnSpc>
                  <a:spcPts val="2450"/>
                </a:lnSpc>
                <a:buNone/>
              </a:pPr>
              <a:r>
                <a:rPr lang="en-US" sz="1600" i="1" dirty="0">
                  <a:solidFill>
                    <a:srgbClr val="15213F"/>
                  </a:solidFill>
                  <a:latin typeface="Roboto" pitchFamily="34" charset="0"/>
                  <a:ea typeface="Roboto" pitchFamily="34" charset="-122"/>
                  <a:cs typeface="Roboto" pitchFamily="34" charset="-120"/>
                </a:rPr>
                <a:t>Bonus: +10 for best explanation</a:t>
              </a:r>
              <a:endParaRPr lang="en-US" sz="1600" i="1" dirty="0"/>
            </a:p>
          </p:txBody>
        </p:sp>
        <p:sp>
          <p:nvSpPr>
            <p:cNvPr id="14" name="Shape 12"/>
            <p:cNvSpPr/>
            <p:nvPr/>
          </p:nvSpPr>
          <p:spPr>
            <a:xfrm>
              <a:off x="9622631" y="3374946"/>
              <a:ext cx="4222671" cy="2615446"/>
            </a:xfrm>
            <a:prstGeom prst="roundRect">
              <a:avLst>
                <a:gd name="adj" fmla="val 1126"/>
              </a:avLst>
            </a:prstGeom>
            <a:solidFill>
              <a:srgbClr val="E9ECF2"/>
            </a:solidFill>
            <a:ln/>
          </p:spPr>
          <p:txBody>
            <a:bodyPr/>
            <a:lstStyle/>
            <a:p>
              <a:endParaRPr lang="en-US" sz="2000"/>
            </a:p>
          </p:txBody>
        </p:sp>
        <p:sp>
          <p:nvSpPr>
            <p:cNvPr id="15" name="Text 13"/>
            <p:cNvSpPr/>
            <p:nvPr/>
          </p:nvSpPr>
          <p:spPr>
            <a:xfrm>
              <a:off x="9818846" y="3571161"/>
              <a:ext cx="3830241" cy="613410"/>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Round 3: Speed Round</a:t>
              </a:r>
            </a:p>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(5 minutes)</a:t>
              </a:r>
              <a:endParaRPr lang="en-US" sz="2400" dirty="0"/>
            </a:p>
          </p:txBody>
        </p:sp>
        <p:sp>
          <p:nvSpPr>
            <p:cNvPr id="16" name="Text 14"/>
            <p:cNvSpPr/>
            <p:nvPr/>
          </p:nvSpPr>
          <p:spPr>
            <a:xfrm>
              <a:off x="9818846" y="4302323"/>
              <a:ext cx="3830241" cy="314087"/>
            </a:xfrm>
            <a:prstGeom prst="rect">
              <a:avLst/>
            </a:prstGeom>
            <a:noFill/>
            <a:ln/>
          </p:spPr>
          <p:txBody>
            <a:bodyPr wrap="none" lIns="0" tIns="0" rIns="0" bIns="0" rtlCol="0" anchor="t"/>
            <a:lstStyle/>
            <a:p>
              <a:pPr marL="0" indent="0" algn="l">
                <a:lnSpc>
                  <a:spcPts val="2450"/>
                </a:lnSpc>
                <a:buNone/>
              </a:pPr>
              <a:r>
                <a:rPr lang="en-US" sz="2000" dirty="0">
                  <a:solidFill>
                    <a:srgbClr val="15213F"/>
                  </a:solidFill>
                  <a:latin typeface="Roboto" pitchFamily="34" charset="0"/>
                  <a:ea typeface="Roboto" pitchFamily="34" charset="-122"/>
                  <a:cs typeface="Roboto" pitchFamily="34" charset="-120"/>
                </a:rPr>
                <a:t>Multiple short texts, </a:t>
              </a:r>
            </a:p>
            <a:p>
              <a:pPr marL="0" indent="0" algn="l">
                <a:lnSpc>
                  <a:spcPts val="2450"/>
                </a:lnSpc>
                <a:buNone/>
              </a:pPr>
              <a:r>
                <a:rPr lang="en-US" sz="2000" dirty="0">
                  <a:solidFill>
                    <a:srgbClr val="15213F"/>
                  </a:solidFill>
                  <a:latin typeface="Roboto" pitchFamily="34" charset="0"/>
                  <a:ea typeface="Roboto" pitchFamily="34" charset="-122"/>
                  <a:cs typeface="Roboto" pitchFamily="34" charset="-120"/>
                </a:rPr>
                <a:t>rapid-fire error spotting</a:t>
              </a:r>
              <a:endParaRPr lang="en-US" sz="2000" dirty="0"/>
            </a:p>
          </p:txBody>
        </p:sp>
        <p:sp>
          <p:nvSpPr>
            <p:cNvPr id="17" name="Text 15"/>
            <p:cNvSpPr/>
            <p:nvPr/>
          </p:nvSpPr>
          <p:spPr>
            <a:xfrm>
              <a:off x="9818845" y="5135228"/>
              <a:ext cx="3830241" cy="314087"/>
            </a:xfrm>
            <a:prstGeom prst="rect">
              <a:avLst/>
            </a:prstGeom>
            <a:noFill/>
            <a:ln/>
          </p:spPr>
          <p:txBody>
            <a:bodyPr wrap="none" lIns="0" tIns="0" rIns="0" bIns="0" rtlCol="0" anchor="t"/>
            <a:lstStyle/>
            <a:p>
              <a:pPr marL="0" indent="0" algn="l">
                <a:lnSpc>
                  <a:spcPts val="2450"/>
                </a:lnSpc>
                <a:buNone/>
              </a:pPr>
              <a:r>
                <a:rPr lang="en-US" sz="1600" i="1" dirty="0">
                  <a:solidFill>
                    <a:srgbClr val="15213F"/>
                  </a:solidFill>
                  <a:latin typeface="Roboto" pitchFamily="34" charset="0"/>
                  <a:ea typeface="Roboto" pitchFamily="34" charset="-122"/>
                  <a:cs typeface="Roboto" pitchFamily="34" charset="-120"/>
                </a:rPr>
                <a:t>15 points per correct identification</a:t>
              </a:r>
              <a:endParaRPr lang="en-US" sz="1600" i="1" dirty="0"/>
            </a:p>
          </p:txBody>
        </p:sp>
        <p:sp>
          <p:nvSpPr>
            <p:cNvPr id="18" name="Text 16"/>
            <p:cNvSpPr/>
            <p:nvPr/>
          </p:nvSpPr>
          <p:spPr>
            <a:xfrm>
              <a:off x="9818846" y="5426964"/>
              <a:ext cx="3830241" cy="314087"/>
            </a:xfrm>
            <a:prstGeom prst="rect">
              <a:avLst/>
            </a:prstGeom>
            <a:noFill/>
            <a:ln/>
          </p:spPr>
          <p:txBody>
            <a:bodyPr wrap="none" lIns="0" tIns="0" rIns="0" bIns="0" rtlCol="0" anchor="t"/>
            <a:lstStyle/>
            <a:p>
              <a:pPr marL="0" indent="0" algn="l">
                <a:lnSpc>
                  <a:spcPts val="2450"/>
                </a:lnSpc>
                <a:buNone/>
              </a:pPr>
              <a:r>
                <a:rPr lang="en-US" sz="1600" i="1" dirty="0">
                  <a:solidFill>
                    <a:srgbClr val="15213F"/>
                  </a:solidFill>
                  <a:latin typeface="Roboto" pitchFamily="34" charset="0"/>
                  <a:ea typeface="Roboto" pitchFamily="34" charset="-122"/>
                  <a:cs typeface="Roboto" pitchFamily="34" charset="-120"/>
                </a:rPr>
                <a:t> Speed bonus: +20 for first team finished</a:t>
              </a:r>
              <a:endParaRPr lang="en-US" sz="1600" i="1" dirty="0"/>
            </a:p>
          </p:txBody>
        </p:sp>
      </p:grpSp>
      <p:sp>
        <p:nvSpPr>
          <p:cNvPr id="20" name="Text 18"/>
          <p:cNvSpPr/>
          <p:nvPr/>
        </p:nvSpPr>
        <p:spPr>
          <a:xfrm>
            <a:off x="785098" y="6745962"/>
            <a:ext cx="13060204" cy="942261"/>
          </a:xfrm>
          <a:prstGeom prst="rect">
            <a:avLst/>
          </a:prstGeom>
          <a:noFill/>
          <a:ln/>
        </p:spPr>
        <p:txBody>
          <a:bodyPr wrap="square" lIns="0" tIns="0" rIns="0" bIns="0" rtlCol="0" anchor="t"/>
          <a:lstStyle/>
          <a:p>
            <a:pPr marL="0" indent="0" algn="l">
              <a:lnSpc>
                <a:spcPts val="2450"/>
              </a:lnSpc>
              <a:buNone/>
            </a:pPr>
            <a:endParaRPr lang="en-US" sz="1500" dirty="0"/>
          </a:p>
        </p:txBody>
      </p:sp>
    </p:spTree>
    <p:extLst>
      <p:ext uri="{BB962C8B-B14F-4D97-AF65-F5344CB8AC3E}">
        <p14:creationId xmlns:p14="http://schemas.microsoft.com/office/powerpoint/2010/main" val="1884811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225943" y="165964"/>
            <a:ext cx="9932432" cy="1028938"/>
          </a:xfrm>
          <a:prstGeom prst="rect">
            <a:avLst/>
          </a:prstGeom>
          <a:noFill/>
          <a:ln/>
        </p:spPr>
        <p:txBody>
          <a:bodyPr wrap="none" lIns="0" tIns="0" rIns="0" bIns="0" rtlCol="0" anchor="t"/>
          <a:lstStyle/>
          <a:p>
            <a:pPr marL="0" indent="0" algn="l">
              <a:lnSpc>
                <a:spcPts val="8100"/>
              </a:lnSpc>
              <a:buNone/>
            </a:pPr>
            <a:r>
              <a:rPr lang="en-US" sz="6450" dirty="0">
                <a:solidFill>
                  <a:srgbClr val="3257B8"/>
                </a:solidFill>
                <a:latin typeface="Roboto Slab" pitchFamily="34" charset="0"/>
                <a:ea typeface="Roboto Slab" pitchFamily="34" charset="-122"/>
                <a:cs typeface="Roboto Slab" pitchFamily="34" charset="-120"/>
              </a:rPr>
              <a:t>ROUND 1: THE WARM-UP</a:t>
            </a:r>
            <a:endParaRPr lang="en-US" sz="6450" dirty="0"/>
          </a:p>
        </p:txBody>
      </p:sp>
      <p:sp>
        <p:nvSpPr>
          <p:cNvPr id="4" name="Text 2"/>
          <p:cNvSpPr/>
          <p:nvPr/>
        </p:nvSpPr>
        <p:spPr>
          <a:xfrm>
            <a:off x="225943" y="1255837"/>
            <a:ext cx="3292554" cy="411480"/>
          </a:xfrm>
          <a:prstGeom prst="rect">
            <a:avLst/>
          </a:prstGeom>
          <a:noFill/>
          <a:ln/>
        </p:spPr>
        <p:txBody>
          <a:bodyPr wrap="none" lIns="0" tIns="0" rIns="0" bIns="0" rtlCol="0" anchor="t"/>
          <a:lstStyle/>
          <a:p>
            <a:pPr marL="0" indent="0" algn="l">
              <a:lnSpc>
                <a:spcPts val="3200"/>
              </a:lnSpc>
              <a:buNone/>
            </a:pPr>
            <a:r>
              <a:rPr lang="en-US" sz="2550" dirty="0">
                <a:solidFill>
                  <a:srgbClr val="3257B8"/>
                </a:solidFill>
                <a:latin typeface="Roboto Slab" pitchFamily="34" charset="0"/>
                <a:ea typeface="Roboto Slab" pitchFamily="34" charset="-122"/>
                <a:cs typeface="Roboto Slab" pitchFamily="34" charset="-120"/>
              </a:rPr>
              <a:t>(5 minutes)</a:t>
            </a:r>
            <a:endParaRPr lang="en-US" sz="2550" dirty="0"/>
          </a:p>
        </p:txBody>
      </p:sp>
      <p:grpSp>
        <p:nvGrpSpPr>
          <p:cNvPr id="16" name="Group 15">
            <a:extLst>
              <a:ext uri="{FF2B5EF4-FFF2-40B4-BE49-F238E27FC236}">
                <a16:creationId xmlns:a16="http://schemas.microsoft.com/office/drawing/2014/main" id="{38A4CD8C-D131-D309-3C23-AFA83D41A950}"/>
              </a:ext>
            </a:extLst>
          </p:cNvPr>
          <p:cNvGrpSpPr/>
          <p:nvPr/>
        </p:nvGrpSpPr>
        <p:grpSpPr>
          <a:xfrm>
            <a:off x="625642" y="1860884"/>
            <a:ext cx="13459325" cy="5566611"/>
            <a:chOff x="1364933" y="3148370"/>
            <a:chExt cx="11900535" cy="3917037"/>
          </a:xfrm>
        </p:grpSpPr>
        <p:sp>
          <p:nvSpPr>
            <p:cNvPr id="5" name="Text 3"/>
            <p:cNvSpPr/>
            <p:nvPr/>
          </p:nvSpPr>
          <p:spPr>
            <a:xfrm>
              <a:off x="1364933" y="3148370"/>
              <a:ext cx="11900535" cy="263366"/>
            </a:xfrm>
            <a:prstGeom prst="rect">
              <a:avLst/>
            </a:prstGeom>
            <a:noFill/>
            <a:ln/>
          </p:spPr>
          <p:txBody>
            <a:bodyPr wrap="none" lIns="0" tIns="0" rIns="0" bIns="0" rtlCol="0" anchor="t"/>
            <a:lstStyle/>
            <a:p>
              <a:pPr marL="0" indent="0" algn="l">
                <a:lnSpc>
                  <a:spcPts val="2050"/>
                </a:lnSpc>
                <a:buNone/>
              </a:pPr>
              <a:r>
                <a:rPr lang="en-US" sz="2800" b="1" dirty="0">
                  <a:solidFill>
                    <a:srgbClr val="15213F"/>
                  </a:solidFill>
                  <a:latin typeface="Roboto" pitchFamily="34" charset="0"/>
                  <a:ea typeface="Roboto" pitchFamily="34" charset="-122"/>
                  <a:cs typeface="Roboto" pitchFamily="34" charset="-120"/>
                </a:rPr>
                <a:t>Find 3 errors in this synthesis report:</a:t>
              </a:r>
              <a:endParaRPr lang="en-US" sz="2800" dirty="0"/>
            </a:p>
          </p:txBody>
        </p:sp>
        <p:sp>
          <p:nvSpPr>
            <p:cNvPr id="10" name="Text 8"/>
            <p:cNvSpPr/>
            <p:nvPr/>
          </p:nvSpPr>
          <p:spPr>
            <a:xfrm>
              <a:off x="1364933" y="5135642"/>
              <a:ext cx="11900535" cy="263366"/>
            </a:xfrm>
            <a:prstGeom prst="rect">
              <a:avLst/>
            </a:prstGeom>
            <a:noFill/>
            <a:ln/>
          </p:spPr>
          <p:txBody>
            <a:bodyPr wrap="none" lIns="0" tIns="0" rIns="0" bIns="0" rtlCol="0" anchor="t"/>
            <a:lstStyle/>
            <a:p>
              <a:pPr marL="0" indent="0" algn="l">
                <a:lnSpc>
                  <a:spcPts val="2050"/>
                </a:lnSpc>
                <a:buNone/>
              </a:pPr>
              <a:r>
                <a:rPr lang="en-US" sz="2800" b="1" dirty="0">
                  <a:solidFill>
                    <a:srgbClr val="15213F"/>
                  </a:solidFill>
                  <a:latin typeface="Roboto" pitchFamily="34" charset="0"/>
                  <a:ea typeface="Roboto" pitchFamily="34" charset="-122"/>
                  <a:cs typeface="Roboto" pitchFamily="34" charset="-120"/>
                </a:rPr>
                <a:t>Teams:</a:t>
              </a:r>
              <a:endParaRPr lang="en-US" sz="2800" dirty="0"/>
            </a:p>
          </p:txBody>
        </p:sp>
        <p:sp>
          <p:nvSpPr>
            <p:cNvPr id="11" name="Text 9"/>
            <p:cNvSpPr/>
            <p:nvPr/>
          </p:nvSpPr>
          <p:spPr>
            <a:xfrm>
              <a:off x="1364933" y="5584150"/>
              <a:ext cx="11900535" cy="263366"/>
            </a:xfrm>
            <a:prstGeom prst="rect">
              <a:avLst/>
            </a:prstGeom>
            <a:noFill/>
            <a:ln/>
          </p:spPr>
          <p:txBody>
            <a:bodyPr wrap="none" lIns="0" tIns="0" rIns="0" bIns="0" rtlCol="0" anchor="t"/>
            <a:lstStyle/>
            <a:p>
              <a:pPr marL="342900" indent="-342900" algn="l">
                <a:lnSpc>
                  <a:spcPts val="2050"/>
                </a:lnSpc>
                <a:buSzPct val="100000"/>
                <a:buChar char="•"/>
              </a:pPr>
              <a:r>
                <a:rPr lang="en-US" sz="2800" dirty="0">
                  <a:solidFill>
                    <a:srgbClr val="15213F"/>
                  </a:solidFill>
                  <a:latin typeface="Roboto" pitchFamily="34" charset="0"/>
                  <a:ea typeface="Roboto" pitchFamily="34" charset="-122"/>
                  <a:cs typeface="Roboto" pitchFamily="34" charset="-120"/>
                </a:rPr>
                <a:t>Mark errors in your notes</a:t>
              </a:r>
              <a:endParaRPr lang="en-US" sz="2800" dirty="0"/>
            </a:p>
          </p:txBody>
        </p:sp>
        <p:sp>
          <p:nvSpPr>
            <p:cNvPr id="12" name="Text 10"/>
            <p:cNvSpPr/>
            <p:nvPr/>
          </p:nvSpPr>
          <p:spPr>
            <a:xfrm>
              <a:off x="1364933" y="5905024"/>
              <a:ext cx="11900535" cy="263366"/>
            </a:xfrm>
            <a:prstGeom prst="rect">
              <a:avLst/>
            </a:prstGeom>
            <a:noFill/>
            <a:ln/>
          </p:spPr>
          <p:txBody>
            <a:bodyPr wrap="none" lIns="0" tIns="0" rIns="0" bIns="0" rtlCol="0" anchor="t"/>
            <a:lstStyle/>
            <a:p>
              <a:pPr marL="342900" indent="-342900" algn="l">
                <a:lnSpc>
                  <a:spcPts val="2050"/>
                </a:lnSpc>
                <a:buSzPct val="100000"/>
                <a:buChar char="•"/>
              </a:pPr>
              <a:r>
                <a:rPr lang="en-US" sz="2800" dirty="0">
                  <a:solidFill>
                    <a:srgbClr val="15213F"/>
                  </a:solidFill>
                  <a:latin typeface="Roboto" pitchFamily="34" charset="0"/>
                  <a:ea typeface="Roboto" pitchFamily="34" charset="-122"/>
                  <a:cs typeface="Roboto" pitchFamily="34" charset="-120"/>
                </a:rPr>
                <a:t>Write brief explanation for each</a:t>
              </a:r>
              <a:endParaRPr lang="en-US" sz="2800" dirty="0"/>
            </a:p>
          </p:txBody>
        </p:sp>
        <p:sp>
          <p:nvSpPr>
            <p:cNvPr id="13" name="Text 11"/>
            <p:cNvSpPr/>
            <p:nvPr/>
          </p:nvSpPr>
          <p:spPr>
            <a:xfrm>
              <a:off x="1364933" y="6353532"/>
              <a:ext cx="11900535" cy="263366"/>
            </a:xfrm>
            <a:prstGeom prst="rect">
              <a:avLst/>
            </a:prstGeom>
            <a:noFill/>
            <a:ln/>
          </p:spPr>
          <p:txBody>
            <a:bodyPr wrap="none" lIns="0" tIns="0" rIns="0" bIns="0" rtlCol="0" anchor="t"/>
            <a:lstStyle/>
            <a:p>
              <a:pPr marL="0" indent="0" algn="l">
                <a:lnSpc>
                  <a:spcPts val="2050"/>
                </a:lnSpc>
                <a:buNone/>
              </a:pPr>
              <a:r>
                <a:rPr lang="en-US" sz="2800" b="1" dirty="0">
                  <a:solidFill>
                    <a:srgbClr val="15213F"/>
                  </a:solidFill>
                  <a:latin typeface="Roboto" pitchFamily="34" charset="0"/>
                  <a:ea typeface="Roboto" pitchFamily="34" charset="-122"/>
                  <a:cs typeface="Roboto" pitchFamily="34" charset="-120"/>
                </a:rPr>
                <a:t>Points:</a:t>
              </a:r>
              <a:r>
                <a:rPr lang="en-US" sz="2800" dirty="0">
                  <a:solidFill>
                    <a:srgbClr val="15213F"/>
                  </a:solidFill>
                  <a:latin typeface="Roboto" pitchFamily="34" charset="0"/>
                  <a:ea typeface="Roboto" pitchFamily="34" charset="-122"/>
                  <a:cs typeface="Roboto" pitchFamily="34" charset="-120"/>
                </a:rPr>
                <a:t> 10 per correct identification</a:t>
              </a:r>
              <a:endParaRPr lang="en-US" sz="2800" dirty="0"/>
            </a:p>
          </p:txBody>
        </p:sp>
        <p:sp>
          <p:nvSpPr>
            <p:cNvPr id="14" name="Text 12"/>
            <p:cNvSpPr/>
            <p:nvPr/>
          </p:nvSpPr>
          <p:spPr>
            <a:xfrm>
              <a:off x="1364933" y="6802041"/>
              <a:ext cx="11900535" cy="263366"/>
            </a:xfrm>
            <a:prstGeom prst="rect">
              <a:avLst/>
            </a:prstGeom>
            <a:noFill/>
            <a:ln/>
          </p:spPr>
          <p:txBody>
            <a:bodyPr wrap="none" lIns="0" tIns="0" rIns="0" bIns="0" rtlCol="0" anchor="t"/>
            <a:lstStyle/>
            <a:p>
              <a:pPr marL="0" indent="0" algn="l">
                <a:lnSpc>
                  <a:spcPts val="2050"/>
                </a:lnSpc>
                <a:buNone/>
              </a:pPr>
              <a:r>
                <a:rPr lang="en-US" sz="2800" b="1" dirty="0">
                  <a:solidFill>
                    <a:srgbClr val="15213F"/>
                  </a:solidFill>
                  <a:latin typeface="Roboto" pitchFamily="34" charset="0"/>
                  <a:ea typeface="Roboto" pitchFamily="34" charset="-122"/>
                  <a:cs typeface="Roboto" pitchFamily="34" charset="-120"/>
                </a:rPr>
                <a:t>Timer starts... NOW!</a:t>
              </a:r>
              <a:endParaRPr lang="en-US" sz="2800" dirty="0"/>
            </a:p>
          </p:txBody>
        </p:sp>
      </p:grpSp>
    </p:spTree>
    <p:extLst>
      <p:ext uri="{BB962C8B-B14F-4D97-AF65-F5344CB8AC3E}">
        <p14:creationId xmlns:p14="http://schemas.microsoft.com/office/powerpoint/2010/main" val="2586803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8C162-9154-B6D1-B87E-EF060D06DABE}"/>
              </a:ext>
            </a:extLst>
          </p:cNvPr>
          <p:cNvSpPr txBox="1"/>
          <p:nvPr/>
        </p:nvSpPr>
        <p:spPr>
          <a:xfrm>
            <a:off x="769435" y="790813"/>
            <a:ext cx="12255190" cy="6647974"/>
          </a:xfrm>
          <a:prstGeom prst="rect">
            <a:avLst/>
          </a:prstGeom>
          <a:noFill/>
        </p:spPr>
        <p:txBody>
          <a:bodyPr wrap="square" rtlCol="0">
            <a:spAutoFit/>
          </a:bodyPr>
          <a:lstStyle/>
          <a:p>
            <a:r>
              <a:rPr lang="en-US" sz="2400" dirty="0">
                <a:latin typeface="Roboto Slab" pitchFamily="2" charset="0"/>
                <a:ea typeface="Roboto Slab" pitchFamily="2" charset="0"/>
                <a:cs typeface="Roboto Slab" pitchFamily="2" charset="0"/>
              </a:rPr>
              <a:t>PLA/graphene nanocomposite </a:t>
            </a:r>
            <a:r>
              <a:rPr lang="en-US" sz="2400" dirty="0" err="1">
                <a:latin typeface="Roboto Slab" pitchFamily="2" charset="0"/>
                <a:ea typeface="Roboto Slab" pitchFamily="2" charset="0"/>
                <a:cs typeface="Roboto Slab" pitchFamily="2" charset="0"/>
              </a:rPr>
              <a:t>fibres</a:t>
            </a:r>
            <a:r>
              <a:rPr lang="en-US" sz="2400" dirty="0">
                <a:latin typeface="Roboto Slab" pitchFamily="2" charset="0"/>
                <a:ea typeface="Roboto Slab" pitchFamily="2" charset="0"/>
                <a:cs typeface="Roboto Slab" pitchFamily="2" charset="0"/>
              </a:rPr>
              <a:t> were produced via electrospinning </a:t>
            </a:r>
          </a:p>
          <a:p>
            <a:r>
              <a:rPr lang="en-US" sz="2400" dirty="0">
                <a:latin typeface="Roboto Slab" pitchFamily="2" charset="0"/>
                <a:ea typeface="Roboto Slab" pitchFamily="2" charset="0"/>
                <a:cs typeface="Roboto Slab" pitchFamily="2" charset="0"/>
              </a:rPr>
              <a:t>following the method described by Martinez et al. (2023) in the </a:t>
            </a:r>
          </a:p>
          <a:p>
            <a:r>
              <a:rPr lang="en-US" sz="2400" dirty="0">
                <a:latin typeface="Roboto Slab" pitchFamily="2" charset="0"/>
                <a:ea typeface="Roboto Slab" pitchFamily="2" charset="0"/>
                <a:cs typeface="Roboto Slab" pitchFamily="2" charset="0"/>
              </a:rPr>
              <a:t>Journal of Applied Polymer Science (DOI: 10.1002/app.2023.08.445).</a:t>
            </a:r>
          </a:p>
          <a:p>
            <a:br>
              <a:rPr lang="en-US" sz="2400" dirty="0">
                <a:latin typeface="Roboto Slab" pitchFamily="2" charset="0"/>
                <a:ea typeface="Roboto Slab" pitchFamily="2" charset="0"/>
                <a:cs typeface="Roboto Slab" pitchFamily="2" charset="0"/>
              </a:rPr>
            </a:br>
            <a:endParaRPr lang="en-US" sz="2400" dirty="0">
              <a:latin typeface="Roboto Slab" pitchFamily="2" charset="0"/>
              <a:ea typeface="Roboto Slab" pitchFamily="2" charset="0"/>
              <a:cs typeface="Roboto Slab" pitchFamily="2" charset="0"/>
            </a:endParaRPr>
          </a:p>
          <a:p>
            <a:r>
              <a:rPr lang="en-US" sz="2400" dirty="0">
                <a:latin typeface="Roboto Slab" pitchFamily="2" charset="0"/>
                <a:ea typeface="Roboto Slab" pitchFamily="2" charset="0"/>
                <a:cs typeface="Roboto Slab" pitchFamily="2" charset="0"/>
              </a:rPr>
              <a:t>The electrospinning setup consisted of a high-voltage power supply </a:t>
            </a:r>
          </a:p>
          <a:p>
            <a:r>
              <a:rPr lang="en-US" sz="2400" dirty="0">
                <a:latin typeface="Roboto Slab" pitchFamily="2" charset="0"/>
                <a:ea typeface="Roboto Slab" pitchFamily="2" charset="0"/>
                <a:cs typeface="Roboto Slab" pitchFamily="2" charset="0"/>
              </a:rPr>
              <a:t>(Gamma High Voltage ES30P), syringe pump (KD Scientific), and a </a:t>
            </a:r>
          </a:p>
          <a:p>
            <a:r>
              <a:rPr lang="en-US" sz="2400" dirty="0">
                <a:latin typeface="Roboto Slab" pitchFamily="2" charset="0"/>
                <a:ea typeface="Roboto Slab" pitchFamily="2" charset="0"/>
                <a:cs typeface="Roboto Slab" pitchFamily="2" charset="0"/>
              </a:rPr>
              <a:t>custom rotating drum collector. The process was conducted at 450°C </a:t>
            </a:r>
          </a:p>
          <a:p>
            <a:r>
              <a:rPr lang="en-US" sz="2400" dirty="0">
                <a:latin typeface="Roboto Slab" pitchFamily="2" charset="0"/>
                <a:ea typeface="Roboto Slab" pitchFamily="2" charset="0"/>
                <a:cs typeface="Roboto Slab" pitchFamily="2" charset="0"/>
              </a:rPr>
              <a:t>with an applied voltage of 25 kV.</a:t>
            </a:r>
          </a:p>
          <a:p>
            <a:br>
              <a:rPr lang="en-US" sz="2400" dirty="0">
                <a:latin typeface="Roboto Slab" pitchFamily="2" charset="0"/>
                <a:ea typeface="Roboto Slab" pitchFamily="2" charset="0"/>
                <a:cs typeface="Roboto Slab" pitchFamily="2" charset="0"/>
              </a:rPr>
            </a:br>
            <a:endParaRPr lang="en-US" sz="2400" dirty="0">
              <a:latin typeface="Roboto Slab" pitchFamily="2" charset="0"/>
              <a:ea typeface="Roboto Slab" pitchFamily="2" charset="0"/>
              <a:cs typeface="Roboto Slab" pitchFamily="2" charset="0"/>
            </a:endParaRPr>
          </a:p>
          <a:p>
            <a:r>
              <a:rPr lang="en-US" sz="2400" dirty="0" err="1">
                <a:latin typeface="Roboto Slab" pitchFamily="2" charset="0"/>
                <a:ea typeface="Roboto Slab" pitchFamily="2" charset="0"/>
                <a:cs typeface="Roboto Slab" pitchFamily="2" charset="0"/>
              </a:rPr>
              <a:t>Fibre</a:t>
            </a:r>
            <a:r>
              <a:rPr lang="en-US" sz="2400" dirty="0">
                <a:latin typeface="Roboto Slab" pitchFamily="2" charset="0"/>
                <a:ea typeface="Roboto Slab" pitchFamily="2" charset="0"/>
                <a:cs typeface="Roboto Slab" pitchFamily="2" charset="0"/>
              </a:rPr>
              <a:t> morphology was </a:t>
            </a:r>
            <a:r>
              <a:rPr lang="en-US" sz="2400" dirty="0" err="1">
                <a:latin typeface="Roboto Slab" pitchFamily="2" charset="0"/>
                <a:ea typeface="Roboto Slab" pitchFamily="2" charset="0"/>
                <a:cs typeface="Roboto Slab" pitchFamily="2" charset="0"/>
              </a:rPr>
              <a:t>characterised</a:t>
            </a:r>
            <a:r>
              <a:rPr lang="en-US" sz="2400" dirty="0">
                <a:latin typeface="Roboto Slab" pitchFamily="2" charset="0"/>
                <a:ea typeface="Roboto Slab" pitchFamily="2" charset="0"/>
                <a:cs typeface="Roboto Slab" pitchFamily="2" charset="0"/>
              </a:rPr>
              <a:t> using a Zeiss </a:t>
            </a:r>
            <a:r>
              <a:rPr lang="en-US" sz="2400" dirty="0" err="1">
                <a:latin typeface="Roboto Slab" pitchFamily="2" charset="0"/>
                <a:ea typeface="Roboto Slab" pitchFamily="2" charset="0"/>
                <a:cs typeface="Roboto Slab" pitchFamily="2" charset="0"/>
              </a:rPr>
              <a:t>SuperMax</a:t>
            </a:r>
            <a:r>
              <a:rPr lang="en-US" sz="2400" dirty="0">
                <a:latin typeface="Roboto Slab" pitchFamily="2" charset="0"/>
                <a:ea typeface="Roboto Slab" pitchFamily="2" charset="0"/>
                <a:cs typeface="Roboto Slab" pitchFamily="2" charset="0"/>
              </a:rPr>
              <a:t> 9000 </a:t>
            </a:r>
          </a:p>
          <a:p>
            <a:r>
              <a:rPr lang="en-US" sz="2400" dirty="0">
                <a:latin typeface="Roboto Slab" pitchFamily="2" charset="0"/>
                <a:ea typeface="Roboto Slab" pitchFamily="2" charset="0"/>
                <a:cs typeface="Roboto Slab" pitchFamily="2" charset="0"/>
              </a:rPr>
              <a:t>scanning electron microscope operating at 5 kV accelerating voltage.</a:t>
            </a:r>
          </a:p>
          <a:p>
            <a:br>
              <a:rPr lang="en-US" sz="2400" dirty="0">
                <a:latin typeface="Roboto Slab" pitchFamily="2" charset="0"/>
                <a:ea typeface="Roboto Slab" pitchFamily="2" charset="0"/>
                <a:cs typeface="Roboto Slab" pitchFamily="2" charset="0"/>
              </a:rPr>
            </a:br>
            <a:endParaRPr lang="en-US" sz="2400" dirty="0">
              <a:latin typeface="Roboto Slab" pitchFamily="2" charset="0"/>
              <a:ea typeface="Roboto Slab" pitchFamily="2" charset="0"/>
              <a:cs typeface="Roboto Slab" pitchFamily="2" charset="0"/>
            </a:endParaRPr>
          </a:p>
          <a:p>
            <a:r>
              <a:rPr lang="en-US" sz="2400" dirty="0">
                <a:latin typeface="Roboto Slab" pitchFamily="2" charset="0"/>
                <a:ea typeface="Roboto Slab" pitchFamily="2" charset="0"/>
                <a:cs typeface="Roboto Slab" pitchFamily="2" charset="0"/>
              </a:rPr>
              <a:t>Average </a:t>
            </a:r>
            <a:r>
              <a:rPr lang="en-US" sz="2400" dirty="0" err="1">
                <a:latin typeface="Roboto Slab" pitchFamily="2" charset="0"/>
                <a:ea typeface="Roboto Slab" pitchFamily="2" charset="0"/>
                <a:cs typeface="Roboto Slab" pitchFamily="2" charset="0"/>
              </a:rPr>
              <a:t>fibre</a:t>
            </a:r>
            <a:r>
              <a:rPr lang="en-US" sz="2400" dirty="0">
                <a:latin typeface="Roboto Slab" pitchFamily="2" charset="0"/>
                <a:ea typeface="Roboto Slab" pitchFamily="2" charset="0"/>
                <a:cs typeface="Roboto Slab" pitchFamily="2" charset="0"/>
              </a:rPr>
              <a:t> diameter was measured at 285 ± 45 nm across 20 random </a:t>
            </a:r>
          </a:p>
          <a:p>
            <a:r>
              <a:rPr lang="en-US" sz="2400" dirty="0">
                <a:latin typeface="Roboto Slab" pitchFamily="2" charset="0"/>
                <a:ea typeface="Roboto Slab" pitchFamily="2" charset="0"/>
                <a:cs typeface="Roboto Slab" pitchFamily="2" charset="0"/>
              </a:rPr>
              <a:t>measurements, showing good uniformity.</a:t>
            </a:r>
          </a:p>
          <a:p>
            <a:endParaRPr lang="en-US" dirty="0"/>
          </a:p>
        </p:txBody>
      </p:sp>
    </p:spTree>
    <p:extLst>
      <p:ext uri="{BB962C8B-B14F-4D97-AF65-F5344CB8AC3E}">
        <p14:creationId xmlns:p14="http://schemas.microsoft.com/office/powerpoint/2010/main" val="1485832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66047" y="599122"/>
            <a:ext cx="6742867" cy="620078"/>
          </a:xfrm>
          <a:prstGeom prst="rect">
            <a:avLst/>
          </a:prstGeom>
          <a:noFill/>
          <a:ln/>
        </p:spPr>
        <p:txBody>
          <a:bodyPr wrap="none" lIns="0" tIns="0" rIns="0" bIns="0" rtlCol="0" anchor="t"/>
          <a:lstStyle/>
          <a:p>
            <a:pPr marL="0" indent="0" algn="l">
              <a:lnSpc>
                <a:spcPts val="4850"/>
              </a:lnSpc>
              <a:buNone/>
            </a:pPr>
            <a:r>
              <a:rPr lang="en-US" sz="4400" dirty="0">
                <a:solidFill>
                  <a:srgbClr val="3257B8"/>
                </a:solidFill>
                <a:latin typeface="Roboto Slab" pitchFamily="34" charset="0"/>
                <a:ea typeface="Roboto Slab" pitchFamily="34" charset="-122"/>
                <a:cs typeface="Roboto Slab" pitchFamily="34" charset="-120"/>
              </a:rPr>
              <a:t>Round 1: Answers &amp; Scoring</a:t>
            </a:r>
            <a:endParaRPr lang="en-US" sz="4400" dirty="0"/>
          </a:p>
        </p:txBody>
      </p:sp>
      <p:grpSp>
        <p:nvGrpSpPr>
          <p:cNvPr id="21" name="Group 20">
            <a:extLst>
              <a:ext uri="{FF2B5EF4-FFF2-40B4-BE49-F238E27FC236}">
                <a16:creationId xmlns:a16="http://schemas.microsoft.com/office/drawing/2014/main" id="{E3B9BE82-C00A-70A8-83E7-A9708307DF02}"/>
              </a:ext>
            </a:extLst>
          </p:cNvPr>
          <p:cNvGrpSpPr/>
          <p:nvPr/>
        </p:nvGrpSpPr>
        <p:grpSpPr>
          <a:xfrm>
            <a:off x="341478" y="1900892"/>
            <a:ext cx="14042181" cy="4627959"/>
            <a:chOff x="770930" y="2717483"/>
            <a:chExt cx="13065562" cy="2571036"/>
          </a:xfrm>
        </p:grpSpPr>
        <p:sp>
          <p:nvSpPr>
            <p:cNvPr id="4" name="Shape 2"/>
            <p:cNvSpPr/>
            <p:nvPr/>
          </p:nvSpPr>
          <p:spPr>
            <a:xfrm>
              <a:off x="793790" y="2717483"/>
              <a:ext cx="4215289" cy="2571036"/>
            </a:xfrm>
            <a:prstGeom prst="roundRect">
              <a:avLst>
                <a:gd name="adj" fmla="val 4268"/>
              </a:avLst>
            </a:prstGeom>
            <a:solidFill>
              <a:srgbClr val="FBFCFE"/>
            </a:solidFill>
            <a:ln w="22860">
              <a:solidFill>
                <a:srgbClr val="CFD2D8"/>
              </a:solidFill>
              <a:prstDash val="solid"/>
            </a:ln>
          </p:spPr>
          <p:txBody>
            <a:bodyPr/>
            <a:lstStyle/>
            <a:p>
              <a:endParaRPr lang="en-US" sz="2400"/>
            </a:p>
          </p:txBody>
        </p:sp>
        <p:pic>
          <p:nvPicPr>
            <p:cNvPr id="5" name="Image 0" descr="preencoded.png"/>
            <p:cNvPicPr>
              <a:picLocks noChangeAspect="1"/>
            </p:cNvPicPr>
            <p:nvPr/>
          </p:nvPicPr>
          <p:blipFill>
            <a:blip r:embed="rId3"/>
            <a:stretch>
              <a:fillRect/>
            </a:stretch>
          </p:blipFill>
          <p:spPr>
            <a:xfrm>
              <a:off x="770930" y="2717483"/>
              <a:ext cx="91440" cy="2571036"/>
            </a:xfrm>
            <a:prstGeom prst="rect">
              <a:avLst/>
            </a:prstGeom>
          </p:spPr>
        </p:pic>
        <p:sp>
          <p:nvSpPr>
            <p:cNvPr id="6" name="Text 3"/>
            <p:cNvSpPr/>
            <p:nvPr/>
          </p:nvSpPr>
          <p:spPr>
            <a:xfrm>
              <a:off x="1083588" y="2938701"/>
              <a:ext cx="3704273" cy="620316"/>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Error 1: DOI 10.1002/pen.2023.08.445</a:t>
              </a:r>
              <a:endParaRPr lang="en-US" sz="2400" dirty="0"/>
            </a:p>
          </p:txBody>
        </p:sp>
        <p:sp>
          <p:nvSpPr>
            <p:cNvPr id="7" name="Text 4"/>
            <p:cNvSpPr/>
            <p:nvPr/>
          </p:nvSpPr>
          <p:spPr>
            <a:xfrm>
              <a:off x="1083588" y="3678079"/>
              <a:ext cx="3704273" cy="635079"/>
            </a:xfrm>
            <a:prstGeom prst="rect">
              <a:avLst/>
            </a:prstGeom>
            <a:noFill/>
            <a:ln/>
          </p:spPr>
          <p:txBody>
            <a:bodyPr wrap="square" lIns="0" tIns="0" rIns="0" bIns="0" rtlCol="0" anchor="t"/>
            <a:lstStyle/>
            <a:p>
              <a:pPr marL="0" indent="0" algn="l">
                <a:lnSpc>
                  <a:spcPts val="2500"/>
                </a:lnSpc>
                <a:buNone/>
              </a:pPr>
              <a:r>
                <a:rPr lang="en-US" dirty="0">
                  <a:solidFill>
                    <a:srgbClr val="15213F"/>
                  </a:solidFill>
                  <a:latin typeface="Roboto" pitchFamily="34" charset="0"/>
                  <a:ea typeface="Roboto" pitchFamily="34" charset="-122"/>
                  <a:cs typeface="Roboto" pitchFamily="34" charset="-120"/>
                </a:rPr>
                <a:t>→ Wrong format (should be 10.1002/pen.####)</a:t>
              </a:r>
              <a:endParaRPr lang="en-US" dirty="0"/>
            </a:p>
          </p:txBody>
        </p:sp>
        <p:sp>
          <p:nvSpPr>
            <p:cNvPr id="8" name="Text 5"/>
            <p:cNvSpPr/>
            <p:nvPr/>
          </p:nvSpPr>
          <p:spPr>
            <a:xfrm>
              <a:off x="1083588" y="4432221"/>
              <a:ext cx="3704273" cy="635079"/>
            </a:xfrm>
            <a:prstGeom prst="rect">
              <a:avLst/>
            </a:prstGeom>
            <a:noFill/>
            <a:ln/>
          </p:spPr>
          <p:txBody>
            <a:bodyPr wrap="square" lIns="0" tIns="0" rIns="0" bIns="0" rtlCol="0" anchor="t"/>
            <a:lstStyle/>
            <a:p>
              <a:pPr marL="0" indent="0" algn="l">
                <a:lnSpc>
                  <a:spcPts val="2500"/>
                </a:lnSpc>
                <a:buNone/>
              </a:pPr>
              <a:r>
                <a:rPr lang="en-US" dirty="0">
                  <a:solidFill>
                    <a:srgbClr val="15213F"/>
                  </a:solidFill>
                  <a:latin typeface="Roboto" pitchFamily="34" charset="0"/>
                  <a:ea typeface="Roboto" pitchFamily="34" charset="-122"/>
                  <a:cs typeface="Roboto" pitchFamily="34" charset="-120"/>
                </a:rPr>
                <a:t>✓ Verification: DOI doesn't resolve in CrossRef</a:t>
              </a:r>
              <a:endParaRPr lang="en-US" dirty="0"/>
            </a:p>
          </p:txBody>
        </p:sp>
        <p:sp>
          <p:nvSpPr>
            <p:cNvPr id="9" name="Shape 6"/>
            <p:cNvSpPr/>
            <p:nvPr/>
          </p:nvSpPr>
          <p:spPr>
            <a:xfrm>
              <a:off x="5207437" y="2717483"/>
              <a:ext cx="4215408" cy="2571036"/>
            </a:xfrm>
            <a:prstGeom prst="roundRect">
              <a:avLst>
                <a:gd name="adj" fmla="val 4268"/>
              </a:avLst>
            </a:prstGeom>
            <a:solidFill>
              <a:srgbClr val="FBFCFE"/>
            </a:solidFill>
            <a:ln w="22860">
              <a:solidFill>
                <a:srgbClr val="CFD2D8"/>
              </a:solidFill>
              <a:prstDash val="solid"/>
            </a:ln>
          </p:spPr>
          <p:txBody>
            <a:bodyPr/>
            <a:lstStyle/>
            <a:p>
              <a:endParaRPr lang="en-US" sz="2400"/>
            </a:p>
          </p:txBody>
        </p:sp>
        <p:pic>
          <p:nvPicPr>
            <p:cNvPr id="10" name="Image 1" descr="preencoded.png"/>
            <p:cNvPicPr>
              <a:picLocks noChangeAspect="1"/>
            </p:cNvPicPr>
            <p:nvPr/>
          </p:nvPicPr>
          <p:blipFill>
            <a:blip r:embed="rId3"/>
            <a:stretch>
              <a:fillRect/>
            </a:stretch>
          </p:blipFill>
          <p:spPr>
            <a:xfrm>
              <a:off x="5184577" y="2717483"/>
              <a:ext cx="91440" cy="2571036"/>
            </a:xfrm>
            <a:prstGeom prst="rect">
              <a:avLst/>
            </a:prstGeom>
          </p:spPr>
        </p:pic>
        <p:sp>
          <p:nvSpPr>
            <p:cNvPr id="11" name="Text 7"/>
            <p:cNvSpPr/>
            <p:nvPr/>
          </p:nvSpPr>
          <p:spPr>
            <a:xfrm>
              <a:off x="5497235" y="2938701"/>
              <a:ext cx="3704392" cy="620316"/>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Error 2: "Electrospinning at 450°C"</a:t>
              </a:r>
              <a:endParaRPr lang="en-US" sz="2400" dirty="0"/>
            </a:p>
          </p:txBody>
        </p:sp>
        <p:sp>
          <p:nvSpPr>
            <p:cNvPr id="12" name="Text 8"/>
            <p:cNvSpPr/>
            <p:nvPr/>
          </p:nvSpPr>
          <p:spPr>
            <a:xfrm>
              <a:off x="5497235" y="3678079"/>
              <a:ext cx="3704392" cy="635079"/>
            </a:xfrm>
            <a:prstGeom prst="rect">
              <a:avLst/>
            </a:prstGeom>
            <a:noFill/>
            <a:ln/>
          </p:spPr>
          <p:txBody>
            <a:bodyPr wrap="square" lIns="0" tIns="0" rIns="0" bIns="0" rtlCol="0" anchor="t"/>
            <a:lstStyle/>
            <a:p>
              <a:pPr marL="0" indent="0" algn="l">
                <a:lnSpc>
                  <a:spcPts val="2500"/>
                </a:lnSpc>
                <a:buNone/>
              </a:pPr>
              <a:r>
                <a:rPr lang="en-US" dirty="0">
                  <a:solidFill>
                    <a:srgbClr val="15213F"/>
                  </a:solidFill>
                  <a:latin typeface="Roboto" pitchFamily="34" charset="0"/>
                  <a:ea typeface="Roboto" pitchFamily="34" charset="-122"/>
                  <a:cs typeface="Roboto" pitchFamily="34" charset="-120"/>
                </a:rPr>
                <a:t>→ PLA melts at ~170°C, decomposes well before 450°C</a:t>
              </a:r>
              <a:endParaRPr lang="en-US" dirty="0"/>
            </a:p>
          </p:txBody>
        </p:sp>
        <p:sp>
          <p:nvSpPr>
            <p:cNvPr id="13" name="Text 9"/>
            <p:cNvSpPr/>
            <p:nvPr/>
          </p:nvSpPr>
          <p:spPr>
            <a:xfrm>
              <a:off x="5497235" y="4432221"/>
              <a:ext cx="3704392" cy="635079"/>
            </a:xfrm>
            <a:prstGeom prst="rect">
              <a:avLst/>
            </a:prstGeom>
            <a:noFill/>
            <a:ln/>
          </p:spPr>
          <p:txBody>
            <a:bodyPr wrap="square" lIns="0" tIns="0" rIns="0" bIns="0" rtlCol="0" anchor="t"/>
            <a:lstStyle/>
            <a:p>
              <a:pPr marL="0" indent="0" algn="l">
                <a:lnSpc>
                  <a:spcPts val="2500"/>
                </a:lnSpc>
                <a:buNone/>
              </a:pPr>
              <a:r>
                <a:rPr lang="en-US" dirty="0">
                  <a:solidFill>
                    <a:srgbClr val="15213F"/>
                  </a:solidFill>
                  <a:latin typeface="Roboto" pitchFamily="34" charset="0"/>
                  <a:ea typeface="Roboto" pitchFamily="34" charset="-122"/>
                  <a:cs typeface="Roboto" pitchFamily="34" charset="-120"/>
                </a:rPr>
                <a:t>✓ Verification: Materials science knowledge</a:t>
              </a:r>
              <a:endParaRPr lang="en-US" dirty="0"/>
            </a:p>
          </p:txBody>
        </p:sp>
        <p:sp>
          <p:nvSpPr>
            <p:cNvPr id="14" name="Shape 10"/>
            <p:cNvSpPr/>
            <p:nvPr/>
          </p:nvSpPr>
          <p:spPr>
            <a:xfrm>
              <a:off x="9621203" y="2717483"/>
              <a:ext cx="4215289" cy="2571036"/>
            </a:xfrm>
            <a:prstGeom prst="roundRect">
              <a:avLst>
                <a:gd name="adj" fmla="val 4268"/>
              </a:avLst>
            </a:prstGeom>
            <a:solidFill>
              <a:srgbClr val="FBFCFE"/>
            </a:solidFill>
            <a:ln w="22860">
              <a:solidFill>
                <a:srgbClr val="CFD2D8"/>
              </a:solidFill>
              <a:prstDash val="solid"/>
            </a:ln>
          </p:spPr>
          <p:txBody>
            <a:bodyPr/>
            <a:lstStyle/>
            <a:p>
              <a:endParaRPr lang="en-US" sz="2400"/>
            </a:p>
          </p:txBody>
        </p:sp>
        <p:pic>
          <p:nvPicPr>
            <p:cNvPr id="15" name="Image 2" descr="preencoded.png"/>
            <p:cNvPicPr>
              <a:picLocks noChangeAspect="1"/>
            </p:cNvPicPr>
            <p:nvPr/>
          </p:nvPicPr>
          <p:blipFill>
            <a:blip r:embed="rId3"/>
            <a:stretch>
              <a:fillRect/>
            </a:stretch>
          </p:blipFill>
          <p:spPr>
            <a:xfrm>
              <a:off x="9598343" y="2717483"/>
              <a:ext cx="91440" cy="2571036"/>
            </a:xfrm>
            <a:prstGeom prst="rect">
              <a:avLst/>
            </a:prstGeom>
          </p:spPr>
        </p:pic>
        <p:sp>
          <p:nvSpPr>
            <p:cNvPr id="16" name="Text 11"/>
            <p:cNvSpPr/>
            <p:nvPr/>
          </p:nvSpPr>
          <p:spPr>
            <a:xfrm>
              <a:off x="9911001" y="2938701"/>
              <a:ext cx="3704273" cy="620316"/>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Error 3: "Using Zeiss SuperMax 9000"</a:t>
              </a:r>
              <a:endParaRPr lang="en-US" sz="2400" dirty="0"/>
            </a:p>
          </p:txBody>
        </p:sp>
        <p:sp>
          <p:nvSpPr>
            <p:cNvPr id="17" name="Text 12"/>
            <p:cNvSpPr/>
            <p:nvPr/>
          </p:nvSpPr>
          <p:spPr>
            <a:xfrm>
              <a:off x="9911001" y="3678079"/>
              <a:ext cx="3704273" cy="317540"/>
            </a:xfrm>
            <a:prstGeom prst="rect">
              <a:avLst/>
            </a:prstGeom>
            <a:noFill/>
            <a:ln/>
          </p:spPr>
          <p:txBody>
            <a:bodyPr wrap="none" lIns="0" tIns="0" rIns="0" bIns="0" rtlCol="0" anchor="t"/>
            <a:lstStyle/>
            <a:p>
              <a:pPr marL="0" indent="0" algn="l">
                <a:lnSpc>
                  <a:spcPts val="2500"/>
                </a:lnSpc>
                <a:buNone/>
              </a:pPr>
              <a:r>
                <a:rPr lang="en-US" dirty="0">
                  <a:solidFill>
                    <a:srgbClr val="15213F"/>
                  </a:solidFill>
                  <a:latin typeface="Roboto" pitchFamily="34" charset="0"/>
                  <a:ea typeface="Roboto" pitchFamily="34" charset="-122"/>
                  <a:cs typeface="Roboto" pitchFamily="34" charset="-120"/>
                </a:rPr>
                <a:t>→ No such SEM model exists</a:t>
              </a:r>
              <a:endParaRPr lang="en-US" dirty="0"/>
            </a:p>
          </p:txBody>
        </p:sp>
        <p:sp>
          <p:nvSpPr>
            <p:cNvPr id="18" name="Text 13"/>
            <p:cNvSpPr/>
            <p:nvPr/>
          </p:nvSpPr>
          <p:spPr>
            <a:xfrm>
              <a:off x="9911001" y="4114681"/>
              <a:ext cx="3704273" cy="635079"/>
            </a:xfrm>
            <a:prstGeom prst="rect">
              <a:avLst/>
            </a:prstGeom>
            <a:noFill/>
            <a:ln/>
          </p:spPr>
          <p:txBody>
            <a:bodyPr wrap="square" lIns="0" tIns="0" rIns="0" bIns="0" rtlCol="0" anchor="t"/>
            <a:lstStyle/>
            <a:p>
              <a:pPr marL="0" indent="0" algn="l">
                <a:lnSpc>
                  <a:spcPts val="2500"/>
                </a:lnSpc>
                <a:buNone/>
              </a:pPr>
              <a:r>
                <a:rPr lang="en-US" dirty="0">
                  <a:solidFill>
                    <a:srgbClr val="15213F"/>
                  </a:solidFill>
                  <a:latin typeface="Roboto" pitchFamily="34" charset="0"/>
                  <a:ea typeface="Roboto" pitchFamily="34" charset="-122"/>
                  <a:cs typeface="Roboto" pitchFamily="34" charset="-120"/>
                </a:rPr>
                <a:t>✓ Verification: Equipment database search</a:t>
              </a:r>
              <a:endParaRPr lang="en-US" dirty="0"/>
            </a:p>
          </p:txBody>
        </p:sp>
      </p:grpSp>
      <p:sp>
        <p:nvSpPr>
          <p:cNvPr id="20" name="Text 15"/>
          <p:cNvSpPr/>
          <p:nvPr/>
        </p:nvSpPr>
        <p:spPr>
          <a:xfrm>
            <a:off x="793790" y="6052542"/>
            <a:ext cx="13042821" cy="95261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4252177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nvSpPr>
        <p:spPr>
          <a:xfrm>
            <a:off x="446641" y="270140"/>
            <a:ext cx="7916704" cy="752118"/>
          </a:xfrm>
          <a:prstGeom prst="rect">
            <a:avLst/>
          </a:prstGeom>
          <a:noFill/>
          <a:ln/>
        </p:spPr>
        <p:txBody>
          <a:bodyPr wrap="none" lIns="0" tIns="0" rIns="0" bIns="0" rtlCol="0" anchor="t"/>
          <a:lstStyle/>
          <a:p>
            <a:pPr marL="0" indent="0" algn="l">
              <a:lnSpc>
                <a:spcPts val="5900"/>
              </a:lnSpc>
              <a:buNone/>
            </a:pPr>
            <a:r>
              <a:rPr lang="en-US" sz="4700" dirty="0">
                <a:solidFill>
                  <a:srgbClr val="3257B8"/>
                </a:solidFill>
                <a:latin typeface="Roboto Slab" pitchFamily="34" charset="0"/>
                <a:ea typeface="Roboto Slab" pitchFamily="34" charset="-122"/>
                <a:cs typeface="Roboto Slab" pitchFamily="34" charset="-120"/>
              </a:rPr>
              <a:t>ROUND 2: THE CHALLENGE</a:t>
            </a:r>
            <a:endParaRPr lang="en-US" sz="4700" dirty="0"/>
          </a:p>
        </p:txBody>
      </p:sp>
      <p:sp>
        <p:nvSpPr>
          <p:cNvPr id="4" name="Text 2"/>
          <p:cNvSpPr/>
          <p:nvPr/>
        </p:nvSpPr>
        <p:spPr>
          <a:xfrm>
            <a:off x="558165" y="1071377"/>
            <a:ext cx="2407087" cy="300871"/>
          </a:xfrm>
          <a:prstGeom prst="rect">
            <a:avLst/>
          </a:prstGeom>
          <a:noFill/>
          <a:ln/>
        </p:spPr>
        <p:txBody>
          <a:bodyPr wrap="none" lIns="0" tIns="0" rIns="0" bIns="0" rtlCol="0" anchor="t"/>
          <a:lstStyle/>
          <a:p>
            <a:pPr marL="0" indent="0" algn="l">
              <a:lnSpc>
                <a:spcPts val="2350"/>
              </a:lnSpc>
              <a:buNone/>
            </a:pPr>
            <a:r>
              <a:rPr lang="en-US" sz="2400" dirty="0">
                <a:solidFill>
                  <a:srgbClr val="3257B8"/>
                </a:solidFill>
                <a:latin typeface="Roboto Slab" pitchFamily="34" charset="0"/>
                <a:ea typeface="Roboto Slab" pitchFamily="34" charset="-122"/>
                <a:cs typeface="Roboto Slab" pitchFamily="34" charset="-120"/>
              </a:rPr>
              <a:t>(8 minutes)</a:t>
            </a:r>
            <a:endParaRPr lang="en-US" sz="2400" dirty="0"/>
          </a:p>
        </p:txBody>
      </p:sp>
      <p:grpSp>
        <p:nvGrpSpPr>
          <p:cNvPr id="21" name="Group 20">
            <a:extLst>
              <a:ext uri="{FF2B5EF4-FFF2-40B4-BE49-F238E27FC236}">
                <a16:creationId xmlns:a16="http://schemas.microsoft.com/office/drawing/2014/main" id="{01124D2C-B3E9-7BAA-B4F5-45D83C69BC02}"/>
              </a:ext>
            </a:extLst>
          </p:cNvPr>
          <p:cNvGrpSpPr/>
          <p:nvPr/>
        </p:nvGrpSpPr>
        <p:grpSpPr>
          <a:xfrm>
            <a:off x="767482" y="1725334"/>
            <a:ext cx="12098286" cy="6055087"/>
            <a:chOff x="2965251" y="2774990"/>
            <a:chExt cx="8699898" cy="4265057"/>
          </a:xfrm>
        </p:grpSpPr>
        <p:sp>
          <p:nvSpPr>
            <p:cNvPr id="5" name="Text 3"/>
            <p:cNvSpPr/>
            <p:nvPr/>
          </p:nvSpPr>
          <p:spPr>
            <a:xfrm>
              <a:off x="2965252" y="2774990"/>
              <a:ext cx="8699897" cy="192524"/>
            </a:xfrm>
            <a:prstGeom prst="rect">
              <a:avLst/>
            </a:prstGeom>
            <a:noFill/>
            <a:ln/>
          </p:spPr>
          <p:txBody>
            <a:bodyPr wrap="none" lIns="0" tIns="0" rIns="0" bIns="0" rtlCol="0" anchor="t"/>
            <a:lstStyle/>
            <a:p>
              <a:pPr marL="0" indent="0" algn="l">
                <a:lnSpc>
                  <a:spcPts val="1500"/>
                </a:lnSpc>
                <a:buNone/>
              </a:pPr>
              <a:r>
                <a:rPr lang="en-US" sz="2400" b="1" dirty="0">
                  <a:solidFill>
                    <a:srgbClr val="15213F"/>
                  </a:solidFill>
                  <a:latin typeface="Roboto" pitchFamily="34" charset="0"/>
                  <a:ea typeface="Roboto" pitchFamily="34" charset="-122"/>
                  <a:cs typeface="Roboto" pitchFamily="34" charset="-120"/>
                </a:rPr>
                <a:t>Find 5 SUBTLE errors in this characterisation report:</a:t>
              </a:r>
              <a:endParaRPr lang="en-US" sz="2400" dirty="0"/>
            </a:p>
          </p:txBody>
        </p:sp>
        <p:sp>
          <p:nvSpPr>
            <p:cNvPr id="17" name="Text 15"/>
            <p:cNvSpPr/>
            <p:nvPr/>
          </p:nvSpPr>
          <p:spPr>
            <a:xfrm>
              <a:off x="2965252" y="6056352"/>
              <a:ext cx="8699897" cy="192524"/>
            </a:xfrm>
            <a:prstGeom prst="rect">
              <a:avLst/>
            </a:prstGeom>
            <a:noFill/>
            <a:ln/>
          </p:spPr>
          <p:txBody>
            <a:bodyPr wrap="none" lIns="0" tIns="0" rIns="0" bIns="0" rtlCol="0" anchor="t"/>
            <a:lstStyle/>
            <a:p>
              <a:pPr marL="0" indent="0" algn="l">
                <a:lnSpc>
                  <a:spcPts val="1500"/>
                </a:lnSpc>
                <a:buNone/>
              </a:pPr>
              <a:r>
                <a:rPr lang="en-US" sz="2400" b="1" dirty="0">
                  <a:solidFill>
                    <a:srgbClr val="15213F"/>
                  </a:solidFill>
                  <a:latin typeface="Roboto" pitchFamily="34" charset="0"/>
                  <a:ea typeface="Roboto" pitchFamily="34" charset="-122"/>
                  <a:cs typeface="Roboto" pitchFamily="34" charset="-120"/>
                </a:rPr>
                <a:t>Points:</a:t>
              </a:r>
              <a:r>
                <a:rPr lang="en-US" sz="2400" dirty="0">
                  <a:solidFill>
                    <a:srgbClr val="15213F"/>
                  </a:solidFill>
                  <a:latin typeface="Roboto" pitchFamily="34" charset="0"/>
                  <a:ea typeface="Roboto" pitchFamily="34" charset="-122"/>
                  <a:cs typeface="Roboto" pitchFamily="34" charset="-120"/>
                </a:rPr>
                <a:t> 20 per identification</a:t>
              </a:r>
              <a:endParaRPr lang="en-US" sz="2400" dirty="0"/>
            </a:p>
          </p:txBody>
        </p:sp>
        <p:sp>
          <p:nvSpPr>
            <p:cNvPr id="18" name="Text 16"/>
            <p:cNvSpPr/>
            <p:nvPr/>
          </p:nvSpPr>
          <p:spPr>
            <a:xfrm>
              <a:off x="2965252" y="6384250"/>
              <a:ext cx="8699897" cy="192524"/>
            </a:xfrm>
            <a:prstGeom prst="rect">
              <a:avLst/>
            </a:prstGeom>
            <a:noFill/>
            <a:ln/>
          </p:spPr>
          <p:txBody>
            <a:bodyPr wrap="none" lIns="0" tIns="0" rIns="0" bIns="0" rtlCol="0" anchor="t"/>
            <a:lstStyle/>
            <a:p>
              <a:pPr marL="0" indent="0" algn="l">
                <a:lnSpc>
                  <a:spcPts val="1500"/>
                </a:lnSpc>
                <a:buNone/>
              </a:pPr>
              <a:r>
                <a:rPr lang="en-US" sz="2400" b="1" dirty="0">
                  <a:solidFill>
                    <a:srgbClr val="15213F"/>
                  </a:solidFill>
                  <a:latin typeface="Roboto" pitchFamily="34" charset="0"/>
                  <a:ea typeface="Roboto" pitchFamily="34" charset="-122"/>
                  <a:cs typeface="Roboto" pitchFamily="34" charset="-120"/>
                </a:rPr>
                <a:t>Bonus:</a:t>
              </a:r>
              <a:r>
                <a:rPr lang="en-US" sz="2400" dirty="0">
                  <a:solidFill>
                    <a:srgbClr val="15213F"/>
                  </a:solidFill>
                  <a:latin typeface="Roboto" pitchFamily="34" charset="0"/>
                  <a:ea typeface="Roboto" pitchFamily="34" charset="-122"/>
                  <a:cs typeface="Roboto" pitchFamily="34" charset="-120"/>
                </a:rPr>
                <a:t> +10 for best explanation</a:t>
              </a:r>
              <a:endParaRPr lang="en-US" sz="2400" dirty="0"/>
            </a:p>
          </p:txBody>
        </p:sp>
        <p:sp>
          <p:nvSpPr>
            <p:cNvPr id="19" name="Text 17"/>
            <p:cNvSpPr/>
            <p:nvPr/>
          </p:nvSpPr>
          <p:spPr>
            <a:xfrm>
              <a:off x="2965251" y="6847523"/>
              <a:ext cx="8699897" cy="192524"/>
            </a:xfrm>
            <a:prstGeom prst="rect">
              <a:avLst/>
            </a:prstGeom>
            <a:noFill/>
            <a:ln/>
          </p:spPr>
          <p:txBody>
            <a:bodyPr wrap="none" lIns="0" tIns="0" rIns="0" bIns="0" rtlCol="0" anchor="t"/>
            <a:lstStyle/>
            <a:p>
              <a:pPr marL="0" indent="0" algn="l">
                <a:lnSpc>
                  <a:spcPts val="1500"/>
                </a:lnSpc>
                <a:buNone/>
              </a:pPr>
              <a:r>
                <a:rPr lang="en-US" sz="2400" b="1" dirty="0">
                  <a:solidFill>
                    <a:srgbClr val="15213F"/>
                  </a:solidFill>
                  <a:latin typeface="Roboto" pitchFamily="34" charset="0"/>
                  <a:ea typeface="Roboto" pitchFamily="34" charset="-122"/>
                  <a:cs typeface="Roboto" pitchFamily="34" charset="-120"/>
                </a:rPr>
                <a:t>Ready? Timer starts... NOW!</a:t>
              </a:r>
              <a:endParaRPr lang="en-US" sz="2400" dirty="0"/>
            </a:p>
          </p:txBody>
        </p:sp>
      </p:grpSp>
      <p:sp>
        <p:nvSpPr>
          <p:cNvPr id="20" name="Text 18"/>
          <p:cNvSpPr/>
          <p:nvPr/>
        </p:nvSpPr>
        <p:spPr>
          <a:xfrm>
            <a:off x="2965252" y="7040047"/>
            <a:ext cx="8699897" cy="385048"/>
          </a:xfrm>
          <a:prstGeom prst="rect">
            <a:avLst/>
          </a:prstGeom>
          <a:noFill/>
          <a:ln/>
        </p:spPr>
        <p:txBody>
          <a:bodyPr wrap="square" lIns="0" tIns="0" rIns="0" bIns="0" rtlCol="0" anchor="t"/>
          <a:lstStyle/>
          <a:p>
            <a:pPr marL="0" indent="0" algn="l">
              <a:lnSpc>
                <a:spcPts val="1500"/>
              </a:lnSpc>
              <a:buNone/>
            </a:pPr>
            <a:endParaRPr lang="en-US" sz="900" dirty="0"/>
          </a:p>
        </p:txBody>
      </p:sp>
    </p:spTree>
    <p:extLst>
      <p:ext uri="{BB962C8B-B14F-4D97-AF65-F5344CB8AC3E}">
        <p14:creationId xmlns:p14="http://schemas.microsoft.com/office/powerpoint/2010/main" val="28661245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E27C92-F9BF-1134-748D-4440AC4AFA04}"/>
              </a:ext>
            </a:extLst>
          </p:cNvPr>
          <p:cNvSpPr txBox="1"/>
          <p:nvPr/>
        </p:nvSpPr>
        <p:spPr>
          <a:xfrm>
            <a:off x="373566" y="139577"/>
            <a:ext cx="13883268" cy="7571303"/>
          </a:xfrm>
          <a:prstGeom prst="rect">
            <a:avLst/>
          </a:prstGeom>
          <a:noFill/>
        </p:spPr>
        <p:txBody>
          <a:bodyPr wrap="square" rtlCol="0">
            <a:spAutoFit/>
          </a:bodyPr>
          <a:lstStyle/>
          <a:p>
            <a:r>
              <a:rPr lang="en-GB" dirty="0">
                <a:latin typeface="Roboto Slab" pitchFamily="2" charset="0"/>
                <a:ea typeface="Roboto Slab" pitchFamily="2" charset="0"/>
                <a:cs typeface="Roboto Slab" pitchFamily="2" charset="0"/>
              </a:rPr>
              <a:t>Tensile testing was performed according to ASTM D638 Type IV specimens. The PLA/graphene nanocomposite mats (thickness 100 </a:t>
            </a:r>
            <a:r>
              <a:rPr lang="en-GB" dirty="0" err="1">
                <a:latin typeface="Roboto Slab" pitchFamily="2" charset="0"/>
                <a:ea typeface="Roboto Slab" pitchFamily="2" charset="0"/>
                <a:cs typeface="Roboto Slab" pitchFamily="2" charset="0"/>
              </a:rPr>
              <a:t>μm</a:t>
            </a:r>
            <a:r>
              <a:rPr lang="en-GB" dirty="0">
                <a:latin typeface="Roboto Slab" pitchFamily="2" charset="0"/>
                <a:ea typeface="Roboto Slab" pitchFamily="2" charset="0"/>
                <a:cs typeface="Roboto Slab" pitchFamily="2" charset="0"/>
              </a:rPr>
              <a:t>) </a:t>
            </a:r>
          </a:p>
          <a:p>
            <a:r>
              <a:rPr lang="en-GB" dirty="0">
                <a:latin typeface="Roboto Slab" pitchFamily="2" charset="0"/>
                <a:ea typeface="Roboto Slab" pitchFamily="2" charset="0"/>
                <a:cs typeface="Roboto Slab" pitchFamily="2" charset="0"/>
              </a:rPr>
              <a:t>were tested using an Instron 5566 universal testing machine with a 100 N load cell at a crosshead speed of 10 mm/min.</a:t>
            </a:r>
          </a:p>
          <a:p>
            <a:endParaRPr lang="en-GB" dirty="0">
              <a:latin typeface="Roboto Slab" pitchFamily="2" charset="0"/>
              <a:ea typeface="Roboto Slab" pitchFamily="2" charset="0"/>
              <a:cs typeface="Roboto Slab" pitchFamily="2" charset="0"/>
            </a:endParaRPr>
          </a:p>
          <a:p>
            <a:r>
              <a:rPr lang="en-GB" dirty="0">
                <a:latin typeface="Roboto Slab" pitchFamily="2" charset="0"/>
                <a:ea typeface="Roboto Slab" pitchFamily="2" charset="0"/>
                <a:cs typeface="Roboto Slab" pitchFamily="2" charset="0"/>
              </a:rPr>
              <a:t>Pure PLA </a:t>
            </a:r>
            <a:r>
              <a:rPr lang="en-GB" dirty="0" err="1">
                <a:latin typeface="Roboto Slab" pitchFamily="2" charset="0"/>
                <a:ea typeface="Roboto Slab" pitchFamily="2" charset="0"/>
                <a:cs typeface="Roboto Slab" pitchFamily="2" charset="0"/>
              </a:rPr>
              <a:t>nanofibres</a:t>
            </a:r>
            <a:r>
              <a:rPr lang="en-GB" dirty="0">
                <a:latin typeface="Roboto Slab" pitchFamily="2" charset="0"/>
                <a:ea typeface="Roboto Slab" pitchFamily="2" charset="0"/>
                <a:cs typeface="Roboto Slab" pitchFamily="2" charset="0"/>
              </a:rPr>
              <a:t> showed a Young's modulus of 2.1 </a:t>
            </a:r>
            <a:r>
              <a:rPr lang="en-GB" dirty="0" err="1">
                <a:latin typeface="Roboto Slab" pitchFamily="2" charset="0"/>
                <a:ea typeface="Roboto Slab" pitchFamily="2" charset="0"/>
                <a:cs typeface="Roboto Slab" pitchFamily="2" charset="0"/>
              </a:rPr>
              <a:t>GPa</a:t>
            </a:r>
            <a:r>
              <a:rPr lang="en-GB" dirty="0">
                <a:latin typeface="Roboto Slab" pitchFamily="2" charset="0"/>
                <a:ea typeface="Roboto Slab" pitchFamily="2" charset="0"/>
                <a:cs typeface="Roboto Slab" pitchFamily="2" charset="0"/>
              </a:rPr>
              <a:t> and tensile strength of 35 MPa, consistent with values reported by </a:t>
            </a:r>
          </a:p>
          <a:p>
            <a:r>
              <a:rPr lang="en-GB" dirty="0">
                <a:latin typeface="Roboto Slab" pitchFamily="2" charset="0"/>
                <a:ea typeface="Roboto Slab" pitchFamily="2" charset="0"/>
                <a:cs typeface="Roboto Slab" pitchFamily="2" charset="0"/>
              </a:rPr>
              <a:t>Chen et al. (2023) in Advanced Composite Materials (DOI: 10.1080/acma.2023.05.442).</a:t>
            </a:r>
          </a:p>
          <a:p>
            <a:endParaRPr lang="en-GB" dirty="0">
              <a:latin typeface="Roboto Slab" pitchFamily="2" charset="0"/>
              <a:ea typeface="Roboto Slab" pitchFamily="2" charset="0"/>
              <a:cs typeface="Roboto Slab" pitchFamily="2" charset="0"/>
            </a:endParaRPr>
          </a:p>
          <a:p>
            <a:r>
              <a:rPr lang="en-GB" dirty="0">
                <a:latin typeface="Roboto Slab" pitchFamily="2" charset="0"/>
                <a:ea typeface="Roboto Slab" pitchFamily="2" charset="0"/>
                <a:cs typeface="Roboto Slab" pitchFamily="2" charset="0"/>
              </a:rPr>
              <a:t>Addition of 5 </a:t>
            </a:r>
            <a:r>
              <a:rPr lang="en-GB" dirty="0" err="1">
                <a:latin typeface="Roboto Slab" pitchFamily="2" charset="0"/>
                <a:ea typeface="Roboto Slab" pitchFamily="2" charset="0"/>
                <a:cs typeface="Roboto Slab" pitchFamily="2" charset="0"/>
              </a:rPr>
              <a:t>wt</a:t>
            </a:r>
            <a:r>
              <a:rPr lang="en-GB" dirty="0">
                <a:latin typeface="Roboto Slab" pitchFamily="2" charset="0"/>
                <a:ea typeface="Roboto Slab" pitchFamily="2" charset="0"/>
                <a:cs typeface="Roboto Slab" pitchFamily="2" charset="0"/>
              </a:rPr>
              <a:t>% graphene oxide increased Young's modulus to 5.8 </a:t>
            </a:r>
            <a:r>
              <a:rPr lang="en-GB" dirty="0" err="1">
                <a:latin typeface="Roboto Slab" pitchFamily="2" charset="0"/>
                <a:ea typeface="Roboto Slab" pitchFamily="2" charset="0"/>
                <a:cs typeface="Roboto Slab" pitchFamily="2" charset="0"/>
              </a:rPr>
              <a:t>GPa</a:t>
            </a:r>
            <a:r>
              <a:rPr lang="en-GB" dirty="0">
                <a:latin typeface="Roboto Slab" pitchFamily="2" charset="0"/>
                <a:ea typeface="Roboto Slab" pitchFamily="2" charset="0"/>
                <a:cs typeface="Roboto Slab" pitchFamily="2" charset="0"/>
              </a:rPr>
              <a:t> (176% improvement) and tensile strength to 62 MPa (77% improvement). Remarkably, elongation at break also increased from 12% to 28%, indicating simultaneous enhancement of stiffness and ductility—a rare outcome in particulate-reinforced composites.</a:t>
            </a:r>
          </a:p>
          <a:p>
            <a:endParaRPr lang="en-GB" dirty="0">
              <a:latin typeface="Roboto Slab" pitchFamily="2" charset="0"/>
              <a:ea typeface="Roboto Slab" pitchFamily="2" charset="0"/>
              <a:cs typeface="Roboto Slab" pitchFamily="2" charset="0"/>
            </a:endParaRPr>
          </a:p>
          <a:p>
            <a:r>
              <a:rPr lang="en-GB" dirty="0">
                <a:latin typeface="Roboto Slab" pitchFamily="2" charset="0"/>
                <a:ea typeface="Roboto Slab" pitchFamily="2" charset="0"/>
                <a:cs typeface="Roboto Slab" pitchFamily="2" charset="0"/>
              </a:rPr>
              <a:t>At 10 </a:t>
            </a:r>
            <a:r>
              <a:rPr lang="en-GB" dirty="0" err="1">
                <a:latin typeface="Roboto Slab" pitchFamily="2" charset="0"/>
                <a:ea typeface="Roboto Slab" pitchFamily="2" charset="0"/>
                <a:cs typeface="Roboto Slab" pitchFamily="2" charset="0"/>
              </a:rPr>
              <a:t>wt</a:t>
            </a:r>
            <a:r>
              <a:rPr lang="en-GB" dirty="0">
                <a:latin typeface="Roboto Slab" pitchFamily="2" charset="0"/>
                <a:ea typeface="Roboto Slab" pitchFamily="2" charset="0"/>
                <a:cs typeface="Roboto Slab" pitchFamily="2" charset="0"/>
              </a:rPr>
              <a:t>% graphene loading, modulus reached 9.2 </a:t>
            </a:r>
            <a:r>
              <a:rPr lang="en-GB" dirty="0" err="1">
                <a:latin typeface="Roboto Slab" pitchFamily="2" charset="0"/>
                <a:ea typeface="Roboto Slab" pitchFamily="2" charset="0"/>
                <a:cs typeface="Roboto Slab" pitchFamily="2" charset="0"/>
              </a:rPr>
              <a:t>GPa</a:t>
            </a:r>
            <a:r>
              <a:rPr lang="en-GB" dirty="0">
                <a:latin typeface="Roboto Slab" pitchFamily="2" charset="0"/>
                <a:ea typeface="Roboto Slab" pitchFamily="2" charset="0"/>
                <a:cs typeface="Roboto Slab" pitchFamily="2" charset="0"/>
              </a:rPr>
              <a:t> whilst tensile strength peaked at 85 MPa. However, elongation at break decreased to 8%, suggesting the onset of brittleness due to graphene aggregation at high loadings.</a:t>
            </a:r>
          </a:p>
          <a:p>
            <a:endParaRPr lang="en-GB" dirty="0">
              <a:latin typeface="Roboto Slab" pitchFamily="2" charset="0"/>
              <a:ea typeface="Roboto Slab" pitchFamily="2" charset="0"/>
              <a:cs typeface="Roboto Slab" pitchFamily="2" charset="0"/>
            </a:endParaRPr>
          </a:p>
          <a:p>
            <a:r>
              <a:rPr lang="en-GB" dirty="0">
                <a:latin typeface="Roboto Slab" pitchFamily="2" charset="0"/>
                <a:ea typeface="Roboto Slab" pitchFamily="2" charset="0"/>
                <a:cs typeface="Roboto Slab" pitchFamily="2" charset="0"/>
              </a:rPr>
              <a:t>Characterisation via quantum-tunnelling X-ray photoelectron spectroscopy (QT-XPS) confirmed reduction of graphene oxide, with C/O ratio increasing from 2.2 (GO) to 16.5 (reduced graphene).</a:t>
            </a:r>
          </a:p>
          <a:p>
            <a:endParaRPr lang="en-GB" dirty="0">
              <a:latin typeface="Roboto Slab" pitchFamily="2" charset="0"/>
              <a:ea typeface="Roboto Slab" pitchFamily="2" charset="0"/>
              <a:cs typeface="Roboto Slab" pitchFamily="2" charset="0"/>
            </a:endParaRPr>
          </a:p>
          <a:p>
            <a:r>
              <a:rPr lang="en-GB" dirty="0">
                <a:latin typeface="Roboto Slab" pitchFamily="2" charset="0"/>
                <a:ea typeface="Roboto Slab" pitchFamily="2" charset="0"/>
                <a:cs typeface="Roboto Slab" pitchFamily="2" charset="0"/>
              </a:rPr>
              <a:t>This high reduction efficiency explains the superior electrical conductivity of 4.2 × 10⁻³ S/cm observed in the 10% loading sample.</a:t>
            </a:r>
          </a:p>
          <a:p>
            <a:r>
              <a:rPr lang="en-GB" dirty="0">
                <a:latin typeface="Roboto Slab" pitchFamily="2" charset="0"/>
                <a:ea typeface="Roboto Slab" pitchFamily="2" charset="0"/>
                <a:cs typeface="Roboto Slab" pitchFamily="2" charset="0"/>
              </a:rPr>
              <a:t>The C/O ratio of 16.5 indicates 85% reduction of oxygen functional groups from the starting graphene oxide.</a:t>
            </a:r>
          </a:p>
          <a:p>
            <a:br>
              <a:rPr lang="en-GB" dirty="0">
                <a:latin typeface="Roboto Slab" pitchFamily="2" charset="0"/>
                <a:ea typeface="Roboto Slab" pitchFamily="2" charset="0"/>
                <a:cs typeface="Roboto Slab" pitchFamily="2" charset="0"/>
              </a:rPr>
            </a:br>
            <a:r>
              <a:rPr lang="en-GB" dirty="0">
                <a:latin typeface="Roboto Slab" pitchFamily="2" charset="0"/>
                <a:ea typeface="Roboto Slab" pitchFamily="2" charset="0"/>
                <a:cs typeface="Roboto Slab" pitchFamily="2" charset="0"/>
              </a:rPr>
              <a:t>Dynamic mechanical analysis (DMA) revealed glass transition temperature (</a:t>
            </a:r>
            <a:r>
              <a:rPr lang="en-GB" dirty="0" err="1">
                <a:latin typeface="Roboto Slab" pitchFamily="2" charset="0"/>
                <a:ea typeface="Roboto Slab" pitchFamily="2" charset="0"/>
                <a:cs typeface="Roboto Slab" pitchFamily="2" charset="0"/>
              </a:rPr>
              <a:t>Tg</a:t>
            </a:r>
            <a:r>
              <a:rPr lang="en-GB" dirty="0">
                <a:latin typeface="Roboto Slab" pitchFamily="2" charset="0"/>
                <a:ea typeface="Roboto Slab" pitchFamily="2" charset="0"/>
                <a:cs typeface="Roboto Slab" pitchFamily="2" charset="0"/>
              </a:rPr>
              <a:t>) of pure PLA at 62°C. Addition of graphene increased </a:t>
            </a:r>
            <a:r>
              <a:rPr lang="en-GB" dirty="0" err="1">
                <a:latin typeface="Roboto Slab" pitchFamily="2" charset="0"/>
                <a:ea typeface="Roboto Slab" pitchFamily="2" charset="0"/>
                <a:cs typeface="Roboto Slab" pitchFamily="2" charset="0"/>
              </a:rPr>
              <a:t>Tg</a:t>
            </a:r>
            <a:r>
              <a:rPr lang="en-GB" dirty="0">
                <a:latin typeface="Roboto Slab" pitchFamily="2" charset="0"/>
                <a:ea typeface="Roboto Slab" pitchFamily="2" charset="0"/>
                <a:cs typeface="Roboto Slab" pitchFamily="2" charset="0"/>
              </a:rPr>
              <a:t> to 68°C (5 </a:t>
            </a:r>
            <a:r>
              <a:rPr lang="en-GB" dirty="0" err="1">
                <a:latin typeface="Roboto Slab" pitchFamily="2" charset="0"/>
                <a:ea typeface="Roboto Slab" pitchFamily="2" charset="0"/>
                <a:cs typeface="Roboto Slab" pitchFamily="2" charset="0"/>
              </a:rPr>
              <a:t>wt</a:t>
            </a:r>
            <a:r>
              <a:rPr lang="en-GB" dirty="0">
                <a:latin typeface="Roboto Slab" pitchFamily="2" charset="0"/>
                <a:ea typeface="Roboto Slab" pitchFamily="2" charset="0"/>
                <a:cs typeface="Roboto Slab" pitchFamily="2" charset="0"/>
              </a:rPr>
              <a:t>% loading) and 71°C (10 </a:t>
            </a:r>
            <a:r>
              <a:rPr lang="en-GB" dirty="0" err="1">
                <a:latin typeface="Roboto Slab" pitchFamily="2" charset="0"/>
                <a:ea typeface="Roboto Slab" pitchFamily="2" charset="0"/>
                <a:cs typeface="Roboto Slab" pitchFamily="2" charset="0"/>
              </a:rPr>
              <a:t>wt</a:t>
            </a:r>
            <a:r>
              <a:rPr lang="en-GB" dirty="0">
                <a:latin typeface="Roboto Slab" pitchFamily="2" charset="0"/>
                <a:ea typeface="Roboto Slab" pitchFamily="2" charset="0"/>
                <a:cs typeface="Roboto Slab" pitchFamily="2" charset="0"/>
              </a:rPr>
              <a:t>% loading), indicating restricted polymer chain mobility due to strong graphene-PLA interactions.</a:t>
            </a:r>
          </a:p>
          <a:p>
            <a:r>
              <a:rPr lang="en-GB" dirty="0">
                <a:latin typeface="Roboto Slab" pitchFamily="2" charset="0"/>
                <a:ea typeface="Roboto Slab" pitchFamily="2" charset="0"/>
                <a:cs typeface="Roboto Slab" pitchFamily="2" charset="0"/>
              </a:rPr>
              <a:t>These results compare favourably to the benchmark study pioneered by Smalley and Kroto (1991) for CNT functionalisation in polymer matrices, published in Polymer Composites (DOI: 10.1002/pc.2022.11.337).</a:t>
            </a:r>
          </a:p>
        </p:txBody>
      </p:sp>
    </p:spTree>
    <p:extLst>
      <p:ext uri="{BB962C8B-B14F-4D97-AF65-F5344CB8AC3E}">
        <p14:creationId xmlns:p14="http://schemas.microsoft.com/office/powerpoint/2010/main" val="116169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5353" y="351710"/>
            <a:ext cx="7520345" cy="528638"/>
          </a:xfrm>
          <a:prstGeom prst="rect">
            <a:avLst/>
          </a:prstGeom>
          <a:noFill/>
          <a:ln/>
        </p:spPr>
        <p:txBody>
          <a:bodyPr wrap="none" lIns="0" tIns="0" rIns="0" bIns="0" rtlCol="0" anchor="t"/>
          <a:lstStyle/>
          <a:p>
            <a:pPr marL="0" indent="0" algn="l">
              <a:lnSpc>
                <a:spcPts val="4150"/>
              </a:lnSpc>
              <a:buNone/>
            </a:pPr>
            <a:r>
              <a:rPr lang="en-US" sz="4400" dirty="0">
                <a:solidFill>
                  <a:srgbClr val="3257B8"/>
                </a:solidFill>
                <a:latin typeface="Roboto Slab" pitchFamily="34" charset="0"/>
                <a:ea typeface="Roboto Slab" pitchFamily="34" charset="-122"/>
                <a:cs typeface="Roboto Slab" pitchFamily="34" charset="-120"/>
              </a:rPr>
              <a:t>Round 2: Answers &amp; Deep Discussion</a:t>
            </a:r>
            <a:endParaRPr lang="en-US" sz="4400" dirty="0"/>
          </a:p>
        </p:txBody>
      </p:sp>
      <p:grpSp>
        <p:nvGrpSpPr>
          <p:cNvPr id="31" name="Group 30">
            <a:extLst>
              <a:ext uri="{FF2B5EF4-FFF2-40B4-BE49-F238E27FC236}">
                <a16:creationId xmlns:a16="http://schemas.microsoft.com/office/drawing/2014/main" id="{3099B6F8-1F84-A60B-5174-89413E8F92A4}"/>
              </a:ext>
            </a:extLst>
          </p:cNvPr>
          <p:cNvGrpSpPr/>
          <p:nvPr/>
        </p:nvGrpSpPr>
        <p:grpSpPr>
          <a:xfrm>
            <a:off x="455353" y="1187116"/>
            <a:ext cx="13790036" cy="5362750"/>
            <a:chOff x="1200507" y="1869996"/>
            <a:chExt cx="12229267" cy="3901916"/>
          </a:xfrm>
        </p:grpSpPr>
        <p:sp>
          <p:nvSpPr>
            <p:cNvPr id="4" name="Text 2"/>
            <p:cNvSpPr/>
            <p:nvPr/>
          </p:nvSpPr>
          <p:spPr>
            <a:xfrm>
              <a:off x="1200507" y="1869996"/>
              <a:ext cx="169069" cy="264676"/>
            </a:xfrm>
            <a:prstGeom prst="rect">
              <a:avLst/>
            </a:prstGeom>
            <a:noFill/>
            <a:ln/>
          </p:spPr>
          <p:txBody>
            <a:bodyPr wrap="none" lIns="0" tIns="0" rIns="0" bIns="0" rtlCol="0" anchor="t"/>
            <a:lstStyle/>
            <a:p>
              <a:pPr marL="0" indent="0" algn="l">
                <a:lnSpc>
                  <a:spcPts val="2100"/>
                </a:lnSpc>
                <a:buNone/>
              </a:pPr>
              <a:r>
                <a:rPr lang="en-US" sz="2400" dirty="0">
                  <a:solidFill>
                    <a:srgbClr val="15213F"/>
                  </a:solidFill>
                  <a:latin typeface="Roboto Slab Light" pitchFamily="34" charset="0"/>
                  <a:ea typeface="Roboto Slab Light" pitchFamily="34" charset="-122"/>
                  <a:cs typeface="Roboto Slab Light" pitchFamily="34" charset="-120"/>
                </a:rPr>
                <a:t>01</a:t>
              </a:r>
              <a:endParaRPr lang="en-US" sz="2400" dirty="0"/>
            </a:p>
          </p:txBody>
        </p:sp>
        <p:pic>
          <p:nvPicPr>
            <p:cNvPr id="5" name="Image 0" descr="preencoded.png"/>
            <p:cNvPicPr>
              <a:picLocks noChangeAspect="1"/>
            </p:cNvPicPr>
            <p:nvPr/>
          </p:nvPicPr>
          <p:blipFill>
            <a:blip r:embed="rId3"/>
            <a:stretch>
              <a:fillRect/>
            </a:stretch>
          </p:blipFill>
          <p:spPr>
            <a:xfrm>
              <a:off x="1200507" y="2134672"/>
              <a:ext cx="3963710" cy="22860"/>
            </a:xfrm>
            <a:prstGeom prst="rect">
              <a:avLst/>
            </a:prstGeom>
          </p:spPr>
        </p:pic>
        <p:sp>
          <p:nvSpPr>
            <p:cNvPr id="6" name="Text 3"/>
            <p:cNvSpPr/>
            <p:nvPr/>
          </p:nvSpPr>
          <p:spPr>
            <a:xfrm>
              <a:off x="1200507" y="2264926"/>
              <a:ext cx="3963710" cy="528638"/>
            </a:xfrm>
            <a:prstGeom prst="rect">
              <a:avLst/>
            </a:prstGeom>
            <a:noFill/>
            <a:ln/>
          </p:spPr>
          <p:txBody>
            <a:bodyPr wrap="squar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Citation - Chen et al. (2023), DOI: 10.1016/j.polymer.2023.125874</a:t>
              </a:r>
              <a:endParaRPr lang="en-US" sz="2000" dirty="0"/>
            </a:p>
          </p:txBody>
        </p:sp>
        <p:sp>
          <p:nvSpPr>
            <p:cNvPr id="7" name="Text 4"/>
            <p:cNvSpPr/>
            <p:nvPr/>
          </p:nvSpPr>
          <p:spPr>
            <a:xfrm>
              <a:off x="1200507" y="2895005"/>
              <a:ext cx="3963710"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DOI resolves but to DIFFERENT paper/authors</a:t>
              </a:r>
              <a:endParaRPr lang="en-US" sz="1600" dirty="0"/>
            </a:p>
          </p:txBody>
        </p:sp>
        <p:sp>
          <p:nvSpPr>
            <p:cNvPr id="8" name="Text 5"/>
            <p:cNvSpPr/>
            <p:nvPr/>
          </p:nvSpPr>
          <p:spPr>
            <a:xfrm>
              <a:off x="1200507" y="3267075"/>
              <a:ext cx="3963710"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 Verification: Check actual paper content</a:t>
              </a:r>
              <a:endParaRPr lang="en-US" sz="1600" dirty="0"/>
            </a:p>
          </p:txBody>
        </p:sp>
        <p:sp>
          <p:nvSpPr>
            <p:cNvPr id="9" name="Text 6"/>
            <p:cNvSpPr/>
            <p:nvPr/>
          </p:nvSpPr>
          <p:spPr>
            <a:xfrm>
              <a:off x="5333286" y="1869996"/>
              <a:ext cx="169069" cy="211455"/>
            </a:xfrm>
            <a:prstGeom prst="rect">
              <a:avLst/>
            </a:prstGeom>
            <a:noFill/>
            <a:ln/>
          </p:spPr>
          <p:txBody>
            <a:bodyPr wrap="none" lIns="0" tIns="0" rIns="0" bIns="0" rtlCol="0" anchor="t"/>
            <a:lstStyle/>
            <a:p>
              <a:pPr marL="0" indent="0" algn="l">
                <a:lnSpc>
                  <a:spcPts val="2100"/>
                </a:lnSpc>
                <a:buNone/>
              </a:pPr>
              <a:r>
                <a:rPr lang="en-US" sz="2400" dirty="0">
                  <a:solidFill>
                    <a:srgbClr val="15213F"/>
                  </a:solidFill>
                  <a:latin typeface="Roboto Slab Light" pitchFamily="34" charset="0"/>
                  <a:ea typeface="Roboto Slab Light" pitchFamily="34" charset="-122"/>
                  <a:cs typeface="Roboto Slab Light" pitchFamily="34" charset="-120"/>
                </a:rPr>
                <a:t>02</a:t>
              </a:r>
              <a:endParaRPr lang="en-US" sz="1600" dirty="0"/>
            </a:p>
          </p:txBody>
        </p:sp>
        <p:pic>
          <p:nvPicPr>
            <p:cNvPr id="10" name="Image 1" descr="preencoded.png"/>
            <p:cNvPicPr>
              <a:picLocks noChangeAspect="1"/>
            </p:cNvPicPr>
            <p:nvPr/>
          </p:nvPicPr>
          <p:blipFill>
            <a:blip r:embed="rId3"/>
            <a:stretch>
              <a:fillRect/>
            </a:stretch>
          </p:blipFill>
          <p:spPr>
            <a:xfrm>
              <a:off x="5333286" y="2134672"/>
              <a:ext cx="3963710" cy="22860"/>
            </a:xfrm>
            <a:prstGeom prst="rect">
              <a:avLst/>
            </a:prstGeom>
          </p:spPr>
        </p:pic>
        <p:sp>
          <p:nvSpPr>
            <p:cNvPr id="11" name="Text 7"/>
            <p:cNvSpPr/>
            <p:nvPr/>
          </p:nvSpPr>
          <p:spPr>
            <a:xfrm>
              <a:off x="5333286" y="2264926"/>
              <a:ext cx="3963710" cy="528638"/>
            </a:xfrm>
            <a:prstGeom prst="rect">
              <a:avLst/>
            </a:prstGeom>
            <a:noFill/>
            <a:ln/>
          </p:spPr>
          <p:txBody>
            <a:bodyPr wrap="squar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"Modulus increased 176% AND ductility increased 28%"</a:t>
              </a:r>
              <a:endParaRPr lang="en-US" sz="2000" dirty="0"/>
            </a:p>
          </p:txBody>
        </p:sp>
        <p:sp>
          <p:nvSpPr>
            <p:cNvPr id="12" name="Text 8"/>
            <p:cNvSpPr/>
            <p:nvPr/>
          </p:nvSpPr>
          <p:spPr>
            <a:xfrm>
              <a:off x="5333286" y="2895005"/>
              <a:ext cx="3963710" cy="541258"/>
            </a:xfrm>
            <a:prstGeom prst="rect">
              <a:avLst/>
            </a:prstGeom>
            <a:noFill/>
            <a:ln/>
          </p:spPr>
          <p:txBody>
            <a:bodyPr wrap="squar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 Simultaneous improvement is unusual</a:t>
              </a:r>
            </a:p>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(typically trade-off)</a:t>
              </a:r>
              <a:endParaRPr lang="en-US" sz="1600" dirty="0"/>
            </a:p>
          </p:txBody>
        </p:sp>
        <p:sp>
          <p:nvSpPr>
            <p:cNvPr id="13" name="Text 9"/>
            <p:cNvSpPr/>
            <p:nvPr/>
          </p:nvSpPr>
          <p:spPr>
            <a:xfrm>
              <a:off x="5302095" y="3445314"/>
              <a:ext cx="3963710"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 Verification: Materials science intuition + literature</a:t>
              </a:r>
              <a:endParaRPr lang="en-US" sz="1600" dirty="0"/>
            </a:p>
          </p:txBody>
        </p:sp>
        <p:sp>
          <p:nvSpPr>
            <p:cNvPr id="14" name="Text 10"/>
            <p:cNvSpPr/>
            <p:nvPr/>
          </p:nvSpPr>
          <p:spPr>
            <a:xfrm>
              <a:off x="9466064" y="1869996"/>
              <a:ext cx="169069" cy="211455"/>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Slab Light" pitchFamily="34" charset="0"/>
                  <a:ea typeface="Roboto Slab Light" pitchFamily="34" charset="-122"/>
                  <a:cs typeface="Roboto Slab Light" pitchFamily="34" charset="-120"/>
                </a:rPr>
                <a:t>03</a:t>
              </a:r>
              <a:endParaRPr lang="en-US" sz="1600" dirty="0"/>
            </a:p>
          </p:txBody>
        </p:sp>
        <p:pic>
          <p:nvPicPr>
            <p:cNvPr id="15" name="Image 2" descr="preencoded.png"/>
            <p:cNvPicPr>
              <a:picLocks noChangeAspect="1"/>
            </p:cNvPicPr>
            <p:nvPr/>
          </p:nvPicPr>
          <p:blipFill>
            <a:blip r:embed="rId3"/>
            <a:stretch>
              <a:fillRect/>
            </a:stretch>
          </p:blipFill>
          <p:spPr>
            <a:xfrm>
              <a:off x="9466064" y="2151578"/>
              <a:ext cx="3963710" cy="22860"/>
            </a:xfrm>
            <a:prstGeom prst="rect">
              <a:avLst/>
            </a:prstGeom>
          </p:spPr>
        </p:pic>
        <p:sp>
          <p:nvSpPr>
            <p:cNvPr id="16" name="Text 11"/>
            <p:cNvSpPr/>
            <p:nvPr/>
          </p:nvSpPr>
          <p:spPr>
            <a:xfrm>
              <a:off x="9466064" y="2264926"/>
              <a:ext cx="3634383" cy="264319"/>
            </a:xfrm>
            <a:prstGeom prst="rect">
              <a:avLst/>
            </a:prstGeom>
            <a:noFill/>
            <a:ln/>
          </p:spPr>
          <p:txBody>
            <a:bodyPr wrap="non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"Quantum-tunnelling XPS (QT-XPS)"</a:t>
              </a:r>
              <a:endParaRPr lang="en-US" sz="2000" dirty="0"/>
            </a:p>
          </p:txBody>
        </p:sp>
        <p:sp>
          <p:nvSpPr>
            <p:cNvPr id="17" name="Text 12"/>
            <p:cNvSpPr/>
            <p:nvPr/>
          </p:nvSpPr>
          <p:spPr>
            <a:xfrm>
              <a:off x="9466064" y="2630686"/>
              <a:ext cx="3963710"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Plausible-sounding but doesn't exist</a:t>
              </a:r>
              <a:endParaRPr lang="en-US" sz="1600" dirty="0"/>
            </a:p>
          </p:txBody>
        </p:sp>
        <p:sp>
          <p:nvSpPr>
            <p:cNvPr id="18" name="Text 13"/>
            <p:cNvSpPr/>
            <p:nvPr/>
          </p:nvSpPr>
          <p:spPr>
            <a:xfrm>
              <a:off x="9466064" y="3002756"/>
              <a:ext cx="3963710"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 Verification: Technique database, literature search</a:t>
              </a:r>
              <a:endParaRPr lang="en-US" sz="1600" dirty="0"/>
            </a:p>
          </p:txBody>
        </p:sp>
        <p:sp>
          <p:nvSpPr>
            <p:cNvPr id="19" name="Text 14"/>
            <p:cNvSpPr/>
            <p:nvPr/>
          </p:nvSpPr>
          <p:spPr>
            <a:xfrm>
              <a:off x="1200507" y="4104203"/>
              <a:ext cx="169069" cy="211455"/>
            </a:xfrm>
            <a:prstGeom prst="rect">
              <a:avLst/>
            </a:prstGeom>
            <a:noFill/>
            <a:ln/>
          </p:spPr>
          <p:txBody>
            <a:bodyPr wrap="none" lIns="0" tIns="0" rIns="0" bIns="0" rtlCol="0" anchor="t"/>
            <a:lstStyle/>
            <a:p>
              <a:pPr marL="0" indent="0" algn="l">
                <a:lnSpc>
                  <a:spcPts val="2100"/>
                </a:lnSpc>
                <a:buNone/>
              </a:pPr>
              <a:r>
                <a:rPr lang="en-US" sz="2400" dirty="0">
                  <a:solidFill>
                    <a:srgbClr val="15213F"/>
                  </a:solidFill>
                  <a:latin typeface="Roboto Slab Light" pitchFamily="34" charset="0"/>
                  <a:ea typeface="Roboto Slab Light" pitchFamily="34" charset="-122"/>
                  <a:cs typeface="Roboto Slab Light" pitchFamily="34" charset="-120"/>
                </a:rPr>
                <a:t>04</a:t>
              </a:r>
              <a:endParaRPr lang="en-US" sz="1600" dirty="0"/>
            </a:p>
          </p:txBody>
        </p:sp>
        <p:pic>
          <p:nvPicPr>
            <p:cNvPr id="20" name="Image 3" descr="preencoded.png"/>
            <p:cNvPicPr>
              <a:picLocks noChangeAspect="1"/>
            </p:cNvPicPr>
            <p:nvPr/>
          </p:nvPicPr>
          <p:blipFill>
            <a:blip r:embed="rId4"/>
            <a:stretch>
              <a:fillRect/>
            </a:stretch>
          </p:blipFill>
          <p:spPr>
            <a:xfrm>
              <a:off x="1200507" y="4351973"/>
              <a:ext cx="6030039" cy="22860"/>
            </a:xfrm>
            <a:prstGeom prst="rect">
              <a:avLst/>
            </a:prstGeom>
          </p:spPr>
        </p:pic>
        <p:sp>
          <p:nvSpPr>
            <p:cNvPr id="21" name="Text 15"/>
            <p:cNvSpPr/>
            <p:nvPr/>
          </p:nvSpPr>
          <p:spPr>
            <a:xfrm>
              <a:off x="1200507" y="4499134"/>
              <a:ext cx="3964186" cy="264319"/>
            </a:xfrm>
            <a:prstGeom prst="rect">
              <a:avLst/>
            </a:prstGeom>
            <a:noFill/>
            <a:ln/>
          </p:spPr>
          <p:txBody>
            <a:bodyPr wrap="non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"C/O ratio 16.5 indicating 85% reduction"</a:t>
              </a:r>
              <a:endParaRPr lang="en-US" sz="2000" dirty="0"/>
            </a:p>
          </p:txBody>
        </p:sp>
        <p:sp>
          <p:nvSpPr>
            <p:cNvPr id="22" name="Text 16"/>
            <p:cNvSpPr/>
            <p:nvPr/>
          </p:nvSpPr>
          <p:spPr>
            <a:xfrm>
              <a:off x="1200507" y="4864894"/>
              <a:ext cx="6030039" cy="270629"/>
            </a:xfrm>
            <a:prstGeom prst="rect">
              <a:avLst/>
            </a:prstGeom>
            <a:noFill/>
            <a:ln/>
          </p:spPr>
          <p:txBody>
            <a:bodyPr wrap="none" lIns="0" tIns="0" rIns="0" bIns="0" rtlCol="0" anchor="t"/>
            <a:lstStyle/>
            <a:p>
              <a:pPr marL="0" indent="0" algn="l">
                <a:lnSpc>
                  <a:spcPts val="2100"/>
                </a:lnSpc>
                <a:buNone/>
              </a:pPr>
              <a:r>
                <a:rPr lang="en-US" sz="1600" dirty="0" err="1">
                  <a:solidFill>
                    <a:srgbClr val="15213F"/>
                  </a:solidFill>
                  <a:latin typeface="Roboto" pitchFamily="34" charset="0"/>
                  <a:ea typeface="Roboto" pitchFamily="34" charset="-122"/>
                  <a:cs typeface="Roboto" pitchFamily="34" charset="-120"/>
                </a:rPr>
                <a:t>Maths</a:t>
              </a:r>
              <a:r>
                <a:rPr lang="en-US" sz="1600" dirty="0">
                  <a:solidFill>
                    <a:srgbClr val="15213F"/>
                  </a:solidFill>
                  <a:latin typeface="Roboto" pitchFamily="34" charset="0"/>
                  <a:ea typeface="Roboto" pitchFamily="34" charset="-122"/>
                  <a:cs typeface="Roboto" pitchFamily="34" charset="-120"/>
                </a:rPr>
                <a:t> doesn't work (starting ratio 2.2 → 16.5)</a:t>
              </a:r>
              <a:endParaRPr lang="en-US" sz="1600" dirty="0"/>
            </a:p>
          </p:txBody>
        </p:sp>
        <p:sp>
          <p:nvSpPr>
            <p:cNvPr id="23" name="Text 17"/>
            <p:cNvSpPr/>
            <p:nvPr/>
          </p:nvSpPr>
          <p:spPr>
            <a:xfrm>
              <a:off x="1200507" y="5236964"/>
              <a:ext cx="6030039"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 Verification: Calculate yourself</a:t>
              </a:r>
              <a:endParaRPr lang="en-US" sz="1600" dirty="0"/>
            </a:p>
          </p:txBody>
        </p:sp>
        <p:sp>
          <p:nvSpPr>
            <p:cNvPr id="24" name="Text 18"/>
            <p:cNvSpPr/>
            <p:nvPr/>
          </p:nvSpPr>
          <p:spPr>
            <a:xfrm>
              <a:off x="7399615" y="4104203"/>
              <a:ext cx="169069" cy="211455"/>
            </a:xfrm>
            <a:prstGeom prst="rect">
              <a:avLst/>
            </a:prstGeom>
            <a:noFill/>
            <a:ln/>
          </p:spPr>
          <p:txBody>
            <a:bodyPr wrap="none" lIns="0" tIns="0" rIns="0" bIns="0" rtlCol="0" anchor="t"/>
            <a:lstStyle/>
            <a:p>
              <a:pPr marL="0" indent="0" algn="l">
                <a:lnSpc>
                  <a:spcPts val="2100"/>
                </a:lnSpc>
                <a:buNone/>
              </a:pPr>
              <a:r>
                <a:rPr lang="en-US" sz="2400" dirty="0">
                  <a:solidFill>
                    <a:srgbClr val="15213F"/>
                  </a:solidFill>
                  <a:latin typeface="Roboto Slab Light" pitchFamily="34" charset="0"/>
                  <a:ea typeface="Roboto Slab Light" pitchFamily="34" charset="-122"/>
                  <a:cs typeface="Roboto Slab Light" pitchFamily="34" charset="-120"/>
                </a:rPr>
                <a:t>05</a:t>
              </a:r>
              <a:endParaRPr lang="en-US" sz="1600" dirty="0"/>
            </a:p>
          </p:txBody>
        </p:sp>
        <p:pic>
          <p:nvPicPr>
            <p:cNvPr id="25" name="Image 4" descr="preencoded.png"/>
            <p:cNvPicPr>
              <a:picLocks noChangeAspect="1"/>
            </p:cNvPicPr>
            <p:nvPr/>
          </p:nvPicPr>
          <p:blipFill>
            <a:blip r:embed="rId4"/>
            <a:stretch>
              <a:fillRect/>
            </a:stretch>
          </p:blipFill>
          <p:spPr>
            <a:xfrm>
              <a:off x="7399615" y="4351973"/>
              <a:ext cx="6030158" cy="22860"/>
            </a:xfrm>
            <a:prstGeom prst="rect">
              <a:avLst/>
            </a:prstGeom>
          </p:spPr>
        </p:pic>
        <p:sp>
          <p:nvSpPr>
            <p:cNvPr id="26" name="Text 19"/>
            <p:cNvSpPr/>
            <p:nvPr/>
          </p:nvSpPr>
          <p:spPr>
            <a:xfrm>
              <a:off x="7399615" y="4499134"/>
              <a:ext cx="6030158" cy="528638"/>
            </a:xfrm>
            <a:prstGeom prst="rect">
              <a:avLst/>
            </a:prstGeom>
            <a:noFill/>
            <a:ln/>
          </p:spPr>
          <p:txBody>
            <a:bodyPr wrap="square" lIns="0" tIns="0" rIns="0" bIns="0" rtlCol="0" anchor="t"/>
            <a:lstStyle/>
            <a:p>
              <a:pPr marL="0" indent="0" algn="l">
                <a:lnSpc>
                  <a:spcPts val="2050"/>
                </a:lnSpc>
                <a:buNone/>
              </a:pPr>
              <a:r>
                <a:rPr lang="en-US" sz="2000" dirty="0">
                  <a:solidFill>
                    <a:srgbClr val="15213F"/>
                  </a:solidFill>
                  <a:latin typeface="Roboto Slab" pitchFamily="34" charset="0"/>
                  <a:ea typeface="Roboto Slab" pitchFamily="34" charset="-122"/>
                  <a:cs typeface="Roboto Slab" pitchFamily="34" charset="-120"/>
                </a:rPr>
                <a:t>"Method pioneered by Smalley and Kroto (1991) for CNT functionalisation"</a:t>
              </a:r>
              <a:endParaRPr lang="en-US" sz="2000" dirty="0"/>
            </a:p>
          </p:txBody>
        </p:sp>
        <p:sp>
          <p:nvSpPr>
            <p:cNvPr id="27" name="Text 20"/>
            <p:cNvSpPr/>
            <p:nvPr/>
          </p:nvSpPr>
          <p:spPr>
            <a:xfrm>
              <a:off x="7399615" y="5129213"/>
              <a:ext cx="6030158"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Smalley/Kroto worked on fullerenes, not CNTs</a:t>
              </a:r>
              <a:endParaRPr lang="en-US" sz="1600" dirty="0"/>
            </a:p>
          </p:txBody>
        </p:sp>
        <p:sp>
          <p:nvSpPr>
            <p:cNvPr id="28" name="Text 21"/>
            <p:cNvSpPr/>
            <p:nvPr/>
          </p:nvSpPr>
          <p:spPr>
            <a:xfrm>
              <a:off x="7399615" y="5501283"/>
              <a:ext cx="6030158" cy="270629"/>
            </a:xfrm>
            <a:prstGeom prst="rect">
              <a:avLst/>
            </a:prstGeom>
            <a:noFill/>
            <a:ln/>
          </p:spPr>
          <p:txBody>
            <a:bodyPr wrap="none" lIns="0" tIns="0" rIns="0" bIns="0" rtlCol="0" anchor="t"/>
            <a:lstStyle/>
            <a:p>
              <a:pPr marL="0" indent="0" algn="l">
                <a:lnSpc>
                  <a:spcPts val="2100"/>
                </a:lnSpc>
                <a:buNone/>
              </a:pPr>
              <a:r>
                <a:rPr lang="en-US" sz="1600" dirty="0">
                  <a:solidFill>
                    <a:srgbClr val="15213F"/>
                  </a:solidFill>
                  <a:latin typeface="Roboto" pitchFamily="34" charset="0"/>
                  <a:ea typeface="Roboto" pitchFamily="34" charset="-122"/>
                  <a:cs typeface="Roboto" pitchFamily="34" charset="-120"/>
                </a:rPr>
                <a:t>✓ Verification: Scientific history knowledge</a:t>
              </a:r>
              <a:endParaRPr lang="en-US" sz="1600" dirty="0"/>
            </a:p>
          </p:txBody>
        </p:sp>
      </p:grpSp>
      <p:sp>
        <p:nvSpPr>
          <p:cNvPr id="29" name="Text 22"/>
          <p:cNvSpPr/>
          <p:nvPr/>
        </p:nvSpPr>
        <p:spPr>
          <a:xfrm>
            <a:off x="334233" y="7498676"/>
            <a:ext cx="12229267" cy="270629"/>
          </a:xfrm>
          <a:prstGeom prst="rect">
            <a:avLst/>
          </a:prstGeom>
          <a:noFill/>
          <a:ln/>
        </p:spPr>
        <p:txBody>
          <a:bodyPr wrap="none" lIns="0" tIns="0" rIns="0" bIns="0" rtlCol="0" anchor="t"/>
          <a:lstStyle/>
          <a:p>
            <a:pPr marL="0" indent="0" algn="l">
              <a:lnSpc>
                <a:spcPts val="2100"/>
              </a:lnSpc>
              <a:buNone/>
            </a:pPr>
            <a:r>
              <a:rPr lang="en-US" sz="2400" b="1" dirty="0">
                <a:solidFill>
                  <a:srgbClr val="15213F"/>
                </a:solidFill>
                <a:latin typeface="Roboto" pitchFamily="34" charset="0"/>
                <a:ea typeface="Roboto" pitchFamily="34" charset="-122"/>
                <a:cs typeface="Roboto" pitchFamily="34" charset="-120"/>
              </a:rPr>
              <a:t>Discussion: Which was hardest to spot?</a:t>
            </a:r>
            <a:endParaRPr lang="en-US" sz="2400" dirty="0"/>
          </a:p>
        </p:txBody>
      </p:sp>
      <p:sp>
        <p:nvSpPr>
          <p:cNvPr id="30" name="Text 23"/>
          <p:cNvSpPr/>
          <p:nvPr/>
        </p:nvSpPr>
        <p:spPr>
          <a:xfrm>
            <a:off x="1200507" y="6549866"/>
            <a:ext cx="12229267" cy="1082516"/>
          </a:xfrm>
          <a:prstGeom prst="rect">
            <a:avLst/>
          </a:prstGeom>
          <a:noFill/>
          <a:ln/>
        </p:spPr>
        <p:txBody>
          <a:bodyPr wrap="square" lIns="0" tIns="0" rIns="0" bIns="0" rtlCol="0" anchor="t"/>
          <a:lstStyle/>
          <a:p>
            <a:pPr marL="0" indent="0" algn="l">
              <a:lnSpc>
                <a:spcPts val="2100"/>
              </a:lnSpc>
              <a:buNone/>
            </a:pPr>
            <a:endParaRPr lang="en-US" sz="1300" dirty="0"/>
          </a:p>
        </p:txBody>
      </p:sp>
    </p:spTree>
    <p:extLst>
      <p:ext uri="{BB962C8B-B14F-4D97-AF65-F5344CB8AC3E}">
        <p14:creationId xmlns:p14="http://schemas.microsoft.com/office/powerpoint/2010/main" val="301303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nvSpPr>
        <p:spPr>
          <a:xfrm>
            <a:off x="392041" y="283964"/>
            <a:ext cx="10220682" cy="1325523"/>
          </a:xfrm>
          <a:prstGeom prst="rect">
            <a:avLst/>
          </a:prstGeom>
          <a:noFill/>
          <a:ln/>
        </p:spPr>
        <p:txBody>
          <a:bodyPr wrap="none" lIns="0" tIns="0" rIns="0" bIns="0" rtlCol="0" anchor="t"/>
          <a:lstStyle/>
          <a:p>
            <a:pPr>
              <a:lnSpc>
                <a:spcPts val="10400"/>
              </a:lnSpc>
            </a:pPr>
            <a:r>
              <a:rPr lang="en-US" sz="5400" dirty="0">
                <a:solidFill>
                  <a:srgbClr val="3257B8"/>
                </a:solidFill>
                <a:latin typeface="Roboto Slab" pitchFamily="34" charset="0"/>
                <a:ea typeface="Roboto Slab" pitchFamily="34" charset="-122"/>
                <a:cs typeface="Roboto Slab" pitchFamily="34" charset="-120"/>
              </a:rPr>
              <a:t>ROUND 3: SPEED ROUND </a:t>
            </a:r>
            <a:endParaRPr lang="en-US" sz="5400" dirty="0"/>
          </a:p>
        </p:txBody>
      </p:sp>
      <p:sp>
        <p:nvSpPr>
          <p:cNvPr id="4" name="Text 2"/>
          <p:cNvSpPr/>
          <p:nvPr/>
        </p:nvSpPr>
        <p:spPr>
          <a:xfrm>
            <a:off x="439221" y="1591865"/>
            <a:ext cx="3531156" cy="353378"/>
          </a:xfrm>
          <a:prstGeom prst="rect">
            <a:avLst/>
          </a:prstGeom>
          <a:noFill/>
          <a:ln/>
        </p:spPr>
        <p:txBody>
          <a:bodyPr wrap="none" lIns="0" tIns="0" rIns="0" bIns="0" rtlCol="0" anchor="t"/>
          <a:lstStyle/>
          <a:p>
            <a:pPr marL="0" indent="0" algn="l">
              <a:lnSpc>
                <a:spcPts val="2750"/>
              </a:lnSpc>
              <a:buNone/>
            </a:pPr>
            <a:r>
              <a:rPr lang="en-US" sz="2800" dirty="0">
                <a:solidFill>
                  <a:srgbClr val="3257B8"/>
                </a:solidFill>
                <a:latin typeface="Roboto Slab" pitchFamily="34" charset="0"/>
                <a:ea typeface="Roboto Slab" pitchFamily="34" charset="-122"/>
                <a:cs typeface="Roboto Slab" pitchFamily="34" charset="-120"/>
              </a:rPr>
              <a:t>(5 minutes)</a:t>
            </a:r>
            <a:endParaRPr lang="en-US" sz="2800" dirty="0"/>
          </a:p>
        </p:txBody>
      </p:sp>
      <p:grpSp>
        <p:nvGrpSpPr>
          <p:cNvPr id="17" name="Group 16">
            <a:extLst>
              <a:ext uri="{FF2B5EF4-FFF2-40B4-BE49-F238E27FC236}">
                <a16:creationId xmlns:a16="http://schemas.microsoft.com/office/drawing/2014/main" id="{517166FA-78BC-37B7-408A-FCEF20E849B9}"/>
              </a:ext>
            </a:extLst>
          </p:cNvPr>
          <p:cNvGrpSpPr/>
          <p:nvPr/>
        </p:nvGrpSpPr>
        <p:grpSpPr>
          <a:xfrm>
            <a:off x="657726" y="2245894"/>
            <a:ext cx="11767755" cy="5699741"/>
            <a:chOff x="2204799" y="3145631"/>
            <a:chExt cx="10220682" cy="3859769"/>
          </a:xfrm>
        </p:grpSpPr>
        <p:sp>
          <p:nvSpPr>
            <p:cNvPr id="5" name="Text 3"/>
            <p:cNvSpPr/>
            <p:nvPr/>
          </p:nvSpPr>
          <p:spPr>
            <a:xfrm>
              <a:off x="2204799" y="3145631"/>
              <a:ext cx="10220682" cy="226219"/>
            </a:xfrm>
            <a:prstGeom prst="rect">
              <a:avLst/>
            </a:prstGeom>
            <a:noFill/>
            <a:ln/>
          </p:spPr>
          <p:txBody>
            <a:bodyPr wrap="none" lIns="0" tIns="0" rIns="0" bIns="0" rtlCol="0" anchor="t"/>
            <a:lstStyle/>
            <a:p>
              <a:pPr marL="0" indent="0" algn="l">
                <a:lnSpc>
                  <a:spcPts val="1750"/>
                </a:lnSpc>
                <a:buNone/>
              </a:pPr>
              <a:r>
                <a:rPr lang="en-US" sz="2800" b="1" dirty="0">
                  <a:solidFill>
                    <a:srgbClr val="15213F"/>
                  </a:solidFill>
                  <a:latin typeface="Roboto" pitchFamily="34" charset="0"/>
                  <a:ea typeface="Roboto" pitchFamily="34" charset="-122"/>
                  <a:cs typeface="Roboto" pitchFamily="34" charset="-120"/>
                </a:rPr>
                <a:t>10 short texts, each with 1 error</a:t>
              </a:r>
              <a:endParaRPr lang="en-US" sz="2800" dirty="0"/>
            </a:p>
          </p:txBody>
        </p:sp>
        <p:sp>
          <p:nvSpPr>
            <p:cNvPr id="10" name="Text 8"/>
            <p:cNvSpPr/>
            <p:nvPr/>
          </p:nvSpPr>
          <p:spPr>
            <a:xfrm>
              <a:off x="2204799" y="3976926"/>
              <a:ext cx="10220682" cy="226219"/>
            </a:xfrm>
            <a:prstGeom prst="rect">
              <a:avLst/>
            </a:prstGeom>
            <a:noFill/>
            <a:ln/>
          </p:spPr>
          <p:txBody>
            <a:bodyPr wrap="none" lIns="0" tIns="0" rIns="0" bIns="0" rtlCol="0" anchor="t"/>
            <a:lstStyle/>
            <a:p>
              <a:pPr marL="0" indent="0" algn="l">
                <a:lnSpc>
                  <a:spcPts val="1750"/>
                </a:lnSpc>
                <a:buNone/>
              </a:pPr>
              <a:r>
                <a:rPr lang="en-US" sz="2800" b="1" dirty="0">
                  <a:solidFill>
                    <a:srgbClr val="15213F"/>
                  </a:solidFill>
                  <a:latin typeface="Roboto" pitchFamily="34" charset="0"/>
                  <a:ea typeface="Roboto" pitchFamily="34" charset="-122"/>
                  <a:cs typeface="Roboto" pitchFamily="34" charset="-120"/>
                </a:rPr>
                <a:t>Points:</a:t>
              </a:r>
              <a:r>
                <a:rPr lang="en-US" sz="2800" dirty="0">
                  <a:solidFill>
                    <a:srgbClr val="15213F"/>
                  </a:solidFill>
                  <a:latin typeface="Roboto" pitchFamily="34" charset="0"/>
                  <a:ea typeface="Roboto" pitchFamily="34" charset="-122"/>
                  <a:cs typeface="Roboto" pitchFamily="34" charset="-120"/>
                </a:rPr>
                <a:t> </a:t>
              </a:r>
              <a:r>
                <a:rPr lang="en-US" sz="2800" i="1" dirty="0">
                  <a:solidFill>
                    <a:srgbClr val="15213F"/>
                  </a:solidFill>
                  <a:latin typeface="Roboto" pitchFamily="34" charset="0"/>
                  <a:ea typeface="Roboto" pitchFamily="34" charset="-122"/>
                  <a:cs typeface="Roboto" pitchFamily="34" charset="-120"/>
                </a:rPr>
                <a:t>15 per correct identification</a:t>
              </a:r>
              <a:endParaRPr lang="en-US" sz="2800" i="1" dirty="0"/>
            </a:p>
          </p:txBody>
        </p:sp>
        <p:sp>
          <p:nvSpPr>
            <p:cNvPr id="11" name="Text 9"/>
            <p:cNvSpPr/>
            <p:nvPr/>
          </p:nvSpPr>
          <p:spPr>
            <a:xfrm>
              <a:off x="2204799" y="4520130"/>
              <a:ext cx="10220682" cy="226219"/>
            </a:xfrm>
            <a:prstGeom prst="rect">
              <a:avLst/>
            </a:prstGeom>
            <a:noFill/>
            <a:ln/>
          </p:spPr>
          <p:txBody>
            <a:bodyPr wrap="none" lIns="0" tIns="0" rIns="0" bIns="0" rtlCol="0" anchor="t"/>
            <a:lstStyle/>
            <a:p>
              <a:pPr marL="0" indent="0" algn="l">
                <a:lnSpc>
                  <a:spcPts val="1750"/>
                </a:lnSpc>
                <a:buNone/>
              </a:pPr>
              <a:r>
                <a:rPr lang="en-US" sz="2800" b="1" dirty="0">
                  <a:solidFill>
                    <a:srgbClr val="15213F"/>
                  </a:solidFill>
                  <a:latin typeface="Roboto" pitchFamily="34" charset="0"/>
                  <a:ea typeface="Roboto" pitchFamily="34" charset="-122"/>
                  <a:cs typeface="Roboto" pitchFamily="34" charset="-120"/>
                </a:rPr>
                <a:t>Speed Bonus:</a:t>
              </a:r>
              <a:r>
                <a:rPr lang="en-US" sz="2800" dirty="0">
                  <a:solidFill>
                    <a:srgbClr val="15213F"/>
                  </a:solidFill>
                  <a:latin typeface="Roboto" pitchFamily="34" charset="0"/>
                  <a:ea typeface="Roboto" pitchFamily="34" charset="-122"/>
                  <a:cs typeface="Roboto" pitchFamily="34" charset="-120"/>
                </a:rPr>
                <a:t> </a:t>
              </a:r>
              <a:r>
                <a:rPr lang="en-US" sz="2800" i="1" dirty="0">
                  <a:solidFill>
                    <a:srgbClr val="15213F"/>
                  </a:solidFill>
                  <a:latin typeface="Roboto" pitchFamily="34" charset="0"/>
                  <a:ea typeface="Roboto" pitchFamily="34" charset="-122"/>
                  <a:cs typeface="Roboto" pitchFamily="34" charset="-120"/>
                </a:rPr>
                <a:t>+20 if first team finished</a:t>
              </a:r>
              <a:endParaRPr lang="en-US" sz="2800" i="1" dirty="0"/>
            </a:p>
          </p:txBody>
        </p:sp>
        <p:sp>
          <p:nvSpPr>
            <p:cNvPr id="12" name="Text 10"/>
            <p:cNvSpPr/>
            <p:nvPr/>
          </p:nvSpPr>
          <p:spPr>
            <a:xfrm>
              <a:off x="2204799" y="5623322"/>
              <a:ext cx="10220682" cy="226219"/>
            </a:xfrm>
            <a:prstGeom prst="rect">
              <a:avLst/>
            </a:prstGeom>
            <a:noFill/>
            <a:ln/>
          </p:spPr>
          <p:txBody>
            <a:bodyPr wrap="none" lIns="0" tIns="0" rIns="0" bIns="0" rtlCol="0" anchor="t"/>
            <a:lstStyle/>
            <a:p>
              <a:pPr marL="0" indent="0" algn="l">
                <a:lnSpc>
                  <a:spcPts val="1750"/>
                </a:lnSpc>
                <a:buNone/>
              </a:pPr>
              <a:r>
                <a:rPr lang="en-US" sz="2800" dirty="0">
                  <a:solidFill>
                    <a:srgbClr val="15213F"/>
                  </a:solidFill>
                  <a:latin typeface="Roboto" pitchFamily="34" charset="0"/>
                  <a:ea typeface="Roboto" pitchFamily="34" charset="-122"/>
                  <a:cs typeface="Roboto" pitchFamily="34" charset="-120"/>
                </a:rPr>
                <a:t>Texts displayed one at a time</a:t>
              </a:r>
              <a:endParaRPr lang="en-US" sz="2800" dirty="0"/>
            </a:p>
          </p:txBody>
        </p:sp>
        <p:sp>
          <p:nvSpPr>
            <p:cNvPr id="13" name="Text 11"/>
            <p:cNvSpPr/>
            <p:nvPr/>
          </p:nvSpPr>
          <p:spPr>
            <a:xfrm>
              <a:off x="2204799" y="6008608"/>
              <a:ext cx="10220682" cy="226219"/>
            </a:xfrm>
            <a:prstGeom prst="rect">
              <a:avLst/>
            </a:prstGeom>
            <a:noFill/>
            <a:ln/>
          </p:spPr>
          <p:txBody>
            <a:bodyPr wrap="none" lIns="0" tIns="0" rIns="0" bIns="0" rtlCol="0" anchor="t"/>
            <a:lstStyle/>
            <a:p>
              <a:pPr marL="0" indent="0" algn="l">
                <a:lnSpc>
                  <a:spcPts val="1750"/>
                </a:lnSpc>
                <a:buNone/>
              </a:pPr>
              <a:r>
                <a:rPr lang="en-US" sz="2800" dirty="0">
                  <a:solidFill>
                    <a:srgbClr val="15213F"/>
                  </a:solidFill>
                  <a:latin typeface="Roboto" pitchFamily="34" charset="0"/>
                  <a:ea typeface="Roboto" pitchFamily="34" charset="-122"/>
                  <a:cs typeface="Roboto" pitchFamily="34" charset="-120"/>
                </a:rPr>
                <a:t>First team to call out gets to answer</a:t>
              </a:r>
              <a:endParaRPr lang="en-US" sz="2800" dirty="0"/>
            </a:p>
          </p:txBody>
        </p:sp>
        <p:sp>
          <p:nvSpPr>
            <p:cNvPr id="14" name="Text 12"/>
            <p:cNvSpPr/>
            <p:nvPr/>
          </p:nvSpPr>
          <p:spPr>
            <a:xfrm>
              <a:off x="2204799" y="6393894"/>
              <a:ext cx="10220682" cy="226219"/>
            </a:xfrm>
            <a:prstGeom prst="rect">
              <a:avLst/>
            </a:prstGeom>
            <a:noFill/>
            <a:ln/>
          </p:spPr>
          <p:txBody>
            <a:bodyPr wrap="none" lIns="0" tIns="0" rIns="0" bIns="0" rtlCol="0" anchor="t"/>
            <a:lstStyle/>
            <a:p>
              <a:pPr marL="0" indent="0" algn="l">
                <a:lnSpc>
                  <a:spcPts val="1750"/>
                </a:lnSpc>
                <a:buNone/>
              </a:pPr>
              <a:r>
                <a:rPr lang="en-US" sz="2800" b="1" dirty="0">
                  <a:solidFill>
                    <a:srgbClr val="15213F"/>
                  </a:solidFill>
                  <a:latin typeface="Roboto" pitchFamily="34" charset="0"/>
                  <a:ea typeface="Roboto" pitchFamily="34" charset="-122"/>
                  <a:cs typeface="Roboto" pitchFamily="34" charset="-120"/>
                </a:rPr>
                <a:t>FAST &amp; ACCURATE wins!</a:t>
              </a:r>
              <a:endParaRPr lang="en-US" sz="2800" dirty="0"/>
            </a:p>
          </p:txBody>
        </p:sp>
        <p:sp>
          <p:nvSpPr>
            <p:cNvPr id="15" name="Text 13"/>
            <p:cNvSpPr/>
            <p:nvPr/>
          </p:nvSpPr>
          <p:spPr>
            <a:xfrm>
              <a:off x="2204799" y="6779181"/>
              <a:ext cx="10220682" cy="226219"/>
            </a:xfrm>
            <a:prstGeom prst="rect">
              <a:avLst/>
            </a:prstGeom>
            <a:noFill/>
            <a:ln/>
          </p:spPr>
          <p:txBody>
            <a:bodyPr wrap="none" lIns="0" tIns="0" rIns="0" bIns="0" rtlCol="0" anchor="t"/>
            <a:lstStyle/>
            <a:p>
              <a:pPr marL="0" indent="0" algn="l">
                <a:lnSpc>
                  <a:spcPts val="1750"/>
                </a:lnSpc>
                <a:buNone/>
              </a:pPr>
              <a:r>
                <a:rPr lang="en-US" sz="2800" b="1" dirty="0">
                  <a:solidFill>
                    <a:srgbClr val="15213F"/>
                  </a:solidFill>
                  <a:latin typeface="Roboto" pitchFamily="34" charset="0"/>
                  <a:ea typeface="Roboto" pitchFamily="34" charset="-122"/>
                  <a:cs typeface="Roboto" pitchFamily="34" charset="-120"/>
                </a:rPr>
                <a:t>Ready? Round 3... START!</a:t>
              </a:r>
              <a:endParaRPr lang="en-US" sz="2800" dirty="0"/>
            </a:p>
          </p:txBody>
        </p:sp>
      </p:grpSp>
    </p:spTree>
    <p:extLst>
      <p:ext uri="{BB962C8B-B14F-4D97-AF65-F5344CB8AC3E}">
        <p14:creationId xmlns:p14="http://schemas.microsoft.com/office/powerpoint/2010/main" val="2479963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C07638-2B17-8966-21A6-E0EB95A72B75}"/>
              </a:ext>
            </a:extLst>
          </p:cNvPr>
          <p:cNvSpPr txBox="1"/>
          <p:nvPr/>
        </p:nvSpPr>
        <p:spPr>
          <a:xfrm>
            <a:off x="626433" y="658678"/>
            <a:ext cx="13111795" cy="1600438"/>
          </a:xfrm>
          <a:prstGeom prst="rect">
            <a:avLst/>
          </a:prstGeom>
          <a:noFill/>
        </p:spPr>
        <p:txBody>
          <a:bodyPr wrap="none" rtlCol="0">
            <a:spAutoFit/>
          </a:bodyPr>
          <a:lstStyle/>
          <a:p>
            <a:r>
              <a:rPr lang="en-US" sz="4400" dirty="0">
                <a:solidFill>
                  <a:srgbClr val="3257B8"/>
                </a:solidFill>
                <a:latin typeface="Roboto Slab" pitchFamily="34" charset="0"/>
                <a:ea typeface="Roboto Slab" pitchFamily="34" charset="-122"/>
                <a:cs typeface="Roboto Slab" pitchFamily="34" charset="-120"/>
              </a:rPr>
              <a:t>Text 1:</a:t>
            </a:r>
          </a:p>
          <a:p>
            <a:r>
              <a:rPr lang="en-US" sz="3600" dirty="0"/>
              <a:t>“PLA has a glass transition temperature (</a:t>
            </a:r>
            <a:r>
              <a:rPr lang="en-US" sz="3600" dirty="0" err="1"/>
              <a:t>Tg</a:t>
            </a:r>
            <a:r>
              <a:rPr lang="en-US" sz="3600" dirty="0"/>
              <a:t>) of approximately 180°C."</a:t>
            </a:r>
          </a:p>
          <a:p>
            <a:endParaRPr lang="en-US" dirty="0"/>
          </a:p>
        </p:txBody>
      </p:sp>
      <p:sp>
        <p:nvSpPr>
          <p:cNvPr id="6" name="TextBox 5">
            <a:extLst>
              <a:ext uri="{FF2B5EF4-FFF2-40B4-BE49-F238E27FC236}">
                <a16:creationId xmlns:a16="http://schemas.microsoft.com/office/drawing/2014/main" id="{AE99A82C-29EC-EDC5-4850-CF74E30DC6DA}"/>
              </a:ext>
            </a:extLst>
          </p:cNvPr>
          <p:cNvSpPr txBox="1"/>
          <p:nvPr/>
        </p:nvSpPr>
        <p:spPr>
          <a:xfrm>
            <a:off x="709091" y="2657482"/>
            <a:ext cx="10263708"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2:</a:t>
            </a:r>
          </a:p>
          <a:p>
            <a:r>
              <a:rPr lang="en-US" sz="3600" dirty="0"/>
              <a:t>"Graphene has a density of 2.26 kg/m³."</a:t>
            </a:r>
          </a:p>
          <a:p>
            <a:endParaRPr lang="en-US" sz="3600" dirty="0"/>
          </a:p>
          <a:p>
            <a:endParaRPr lang="en-US" dirty="0"/>
          </a:p>
        </p:txBody>
      </p:sp>
      <p:sp>
        <p:nvSpPr>
          <p:cNvPr id="7" name="TextBox 6">
            <a:extLst>
              <a:ext uri="{FF2B5EF4-FFF2-40B4-BE49-F238E27FC236}">
                <a16:creationId xmlns:a16="http://schemas.microsoft.com/office/drawing/2014/main" id="{86850854-C699-EC54-09D1-3C6B195368EA}"/>
              </a:ext>
            </a:extLst>
          </p:cNvPr>
          <p:cNvSpPr txBox="1"/>
          <p:nvPr/>
        </p:nvSpPr>
        <p:spPr>
          <a:xfrm>
            <a:off x="626432" y="4811918"/>
            <a:ext cx="13111795" cy="2708434"/>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3:</a:t>
            </a:r>
          </a:p>
          <a:p>
            <a:r>
              <a:rPr lang="en-US" sz="3600" dirty="0"/>
              <a:t>"SEM magnification reached 2,000,000× using standard field emission </a:t>
            </a:r>
          </a:p>
          <a:p>
            <a:r>
              <a:rPr lang="en-US" sz="3600" dirty="0"/>
              <a:t>source."</a:t>
            </a:r>
          </a:p>
          <a:p>
            <a:endParaRPr lang="en-US" sz="3600" dirty="0"/>
          </a:p>
          <a:p>
            <a:endParaRPr lang="en-US" dirty="0"/>
          </a:p>
        </p:txBody>
      </p:sp>
    </p:spTree>
    <p:extLst>
      <p:ext uri="{BB962C8B-B14F-4D97-AF65-F5344CB8AC3E}">
        <p14:creationId xmlns:p14="http://schemas.microsoft.com/office/powerpoint/2010/main" val="191213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5342DA-244E-33D4-0A81-87121EBC3C08}"/>
              </a:ext>
            </a:extLst>
          </p:cNvPr>
          <p:cNvSpPr txBox="1"/>
          <p:nvPr/>
        </p:nvSpPr>
        <p:spPr>
          <a:xfrm>
            <a:off x="3059775" y="8302777"/>
            <a:ext cx="7030323" cy="9510296"/>
          </a:xfrm>
          <a:prstGeom prst="rect">
            <a:avLst/>
          </a:prstGeom>
          <a:noFill/>
        </p:spPr>
        <p:txBody>
          <a:bodyPr wrap="none" rtlCol="0">
            <a:spAutoFit/>
          </a:bodyPr>
          <a:lstStyle/>
          <a:p>
            <a:br>
              <a:rPr lang="en-US" dirty="0"/>
            </a:br>
            <a:r>
              <a:rPr lang="en-US" dirty="0"/>
              <a:t>**Text 7:**</a:t>
            </a:r>
          </a:p>
          <a:p>
            <a:r>
              <a:rPr lang="en-US" dirty="0"/>
              <a:t>```</a:t>
            </a:r>
          </a:p>
          <a:p>
            <a:r>
              <a:rPr lang="en-US" dirty="0"/>
              <a:t>"</a:t>
            </a:r>
            <a:r>
              <a:rPr lang="en-US" dirty="0" err="1"/>
              <a:t>Fibre</a:t>
            </a:r>
            <a:r>
              <a:rPr lang="en-US" dirty="0"/>
              <a:t> diameter increased linearly with voltage from 15 kV to 30 kV, </a:t>
            </a:r>
          </a:p>
          <a:p>
            <a:r>
              <a:rPr lang="en-US" dirty="0"/>
              <a:t>reaching 850 nm at 30 kV."</a:t>
            </a:r>
          </a:p>
          <a:p>
            <a:r>
              <a:rPr lang="en-US" dirty="0"/>
              <a:t>ERROR: Diameter typically DECREASES with increasing voltage </a:t>
            </a:r>
          </a:p>
          <a:p>
            <a:r>
              <a:rPr lang="en-US" dirty="0"/>
              <a:t>(relationship inverted)</a:t>
            </a:r>
          </a:p>
          <a:p>
            <a:r>
              <a:rPr lang="en-US" dirty="0"/>
              <a:t>```</a:t>
            </a:r>
          </a:p>
          <a:p>
            <a:br>
              <a:rPr lang="en-US" dirty="0"/>
            </a:br>
            <a:endParaRPr lang="en-US" dirty="0"/>
          </a:p>
          <a:p>
            <a:r>
              <a:rPr lang="en-US" dirty="0"/>
              <a:t>**Text 8:**</a:t>
            </a:r>
          </a:p>
          <a:p>
            <a:r>
              <a:rPr lang="en-US" dirty="0"/>
              <a:t>```</a:t>
            </a:r>
          </a:p>
          <a:p>
            <a:r>
              <a:rPr lang="en-US" dirty="0"/>
              <a:t>"FTIR spectroscopy confirmed the presence of C=O stretch at 2850 cm⁻¹."</a:t>
            </a:r>
          </a:p>
          <a:p>
            <a:r>
              <a:rPr lang="en-US" dirty="0"/>
              <a:t>ERROR: C=O stretch is typically ~1700 cm⁻¹; 2850 is C-H stretch</a:t>
            </a:r>
          </a:p>
          <a:p>
            <a:r>
              <a:rPr lang="en-US" dirty="0"/>
              <a:t>```</a:t>
            </a:r>
          </a:p>
          <a:p>
            <a:br>
              <a:rPr lang="en-US" dirty="0"/>
            </a:br>
            <a:endParaRPr lang="en-US" dirty="0"/>
          </a:p>
          <a:p>
            <a:r>
              <a:rPr lang="en-US" dirty="0"/>
              <a:t>**Text 9:**</a:t>
            </a:r>
          </a:p>
          <a:p>
            <a:r>
              <a:rPr lang="en-US" dirty="0"/>
              <a:t>```</a:t>
            </a:r>
          </a:p>
          <a:p>
            <a:r>
              <a:rPr lang="en-US" dirty="0"/>
              <a:t>"The nanocomposite achieved 99.8% graphene dispersion uniformity </a:t>
            </a:r>
          </a:p>
          <a:p>
            <a:r>
              <a:rPr lang="en-US" dirty="0"/>
              <a:t>as measured by visual inspection."</a:t>
            </a:r>
          </a:p>
          <a:p>
            <a:r>
              <a:rPr lang="en-US" dirty="0"/>
              <a:t>ERROR: Visual inspection can't quantify to 99.8% precision; </a:t>
            </a:r>
          </a:p>
          <a:p>
            <a:r>
              <a:rPr lang="en-US" dirty="0"/>
              <a:t>needs quantitative technique</a:t>
            </a:r>
          </a:p>
          <a:p>
            <a:r>
              <a:rPr lang="en-US" dirty="0"/>
              <a:t>```</a:t>
            </a:r>
          </a:p>
          <a:p>
            <a:br>
              <a:rPr lang="en-US" dirty="0"/>
            </a:br>
            <a:endParaRPr lang="en-US" dirty="0"/>
          </a:p>
          <a:p>
            <a:r>
              <a:rPr lang="en-US" dirty="0"/>
              <a:t>**Text 10:**</a:t>
            </a:r>
          </a:p>
          <a:p>
            <a:r>
              <a:rPr lang="en-US" dirty="0"/>
              <a:t>```</a:t>
            </a:r>
          </a:p>
          <a:p>
            <a:r>
              <a:rPr lang="en-US" dirty="0"/>
              <a:t>"Electrospinning was performed in ambient atmosphere at 45% relative </a:t>
            </a:r>
          </a:p>
          <a:p>
            <a:r>
              <a:rPr lang="en-US" dirty="0"/>
              <a:t>humidity and -5°C."</a:t>
            </a:r>
          </a:p>
          <a:p>
            <a:r>
              <a:rPr lang="en-US" dirty="0"/>
              <a:t>ERROR: Can't </a:t>
            </a:r>
            <a:r>
              <a:rPr lang="en-US" dirty="0" err="1"/>
              <a:t>electrospin</a:t>
            </a:r>
            <a:r>
              <a:rPr lang="en-US" dirty="0"/>
              <a:t> at -5°C (solution would freeze); </a:t>
            </a:r>
          </a:p>
          <a:p>
            <a:r>
              <a:rPr lang="en-US" dirty="0"/>
              <a:t>physically impossible</a:t>
            </a:r>
          </a:p>
          <a:p>
            <a:r>
              <a:rPr lang="en-US" dirty="0"/>
              <a:t>```</a:t>
            </a:r>
          </a:p>
          <a:p>
            <a:endParaRPr lang="en-US" dirty="0"/>
          </a:p>
        </p:txBody>
      </p:sp>
      <p:sp>
        <p:nvSpPr>
          <p:cNvPr id="4" name="TextBox 3">
            <a:extLst>
              <a:ext uri="{FF2B5EF4-FFF2-40B4-BE49-F238E27FC236}">
                <a16:creationId xmlns:a16="http://schemas.microsoft.com/office/drawing/2014/main" id="{797B19BE-D6C7-1EC5-205E-7415D41F553B}"/>
              </a:ext>
            </a:extLst>
          </p:cNvPr>
          <p:cNvSpPr txBox="1"/>
          <p:nvPr/>
        </p:nvSpPr>
        <p:spPr>
          <a:xfrm>
            <a:off x="539721" y="610408"/>
            <a:ext cx="13111795" cy="1600438"/>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4:</a:t>
            </a:r>
          </a:p>
          <a:p>
            <a:r>
              <a:rPr lang="en-US" sz="3600" dirty="0"/>
              <a:t>"Young's modulus of steel is approximately 20 </a:t>
            </a:r>
            <a:r>
              <a:rPr lang="en-US" sz="3600" dirty="0" err="1"/>
              <a:t>GPa</a:t>
            </a:r>
            <a:r>
              <a:rPr lang="en-US" sz="3600" dirty="0"/>
              <a:t>.</a:t>
            </a:r>
          </a:p>
          <a:p>
            <a:endParaRPr lang="en-US" dirty="0"/>
          </a:p>
        </p:txBody>
      </p:sp>
      <p:sp>
        <p:nvSpPr>
          <p:cNvPr id="6" name="TextBox 5">
            <a:extLst>
              <a:ext uri="{FF2B5EF4-FFF2-40B4-BE49-F238E27FC236}">
                <a16:creationId xmlns:a16="http://schemas.microsoft.com/office/drawing/2014/main" id="{D91B5B85-9A6A-BB6C-2797-47F44AE79189}"/>
              </a:ext>
            </a:extLst>
          </p:cNvPr>
          <p:cNvSpPr txBox="1"/>
          <p:nvPr/>
        </p:nvSpPr>
        <p:spPr>
          <a:xfrm>
            <a:off x="539721" y="2533670"/>
            <a:ext cx="13111795"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5:</a:t>
            </a:r>
          </a:p>
          <a:p>
            <a:r>
              <a:rPr lang="en-US" sz="3600" dirty="0"/>
              <a:t>"The study was published in the prestigious journal Polymer </a:t>
            </a:r>
          </a:p>
          <a:p>
            <a:r>
              <a:rPr lang="en-US" sz="3600" dirty="0"/>
              <a:t>Nanoscience Quarterly (impact factor 8.7)."</a:t>
            </a:r>
          </a:p>
          <a:p>
            <a:endParaRPr lang="en-US" dirty="0"/>
          </a:p>
        </p:txBody>
      </p:sp>
      <p:sp>
        <p:nvSpPr>
          <p:cNvPr id="7" name="TextBox 6">
            <a:extLst>
              <a:ext uri="{FF2B5EF4-FFF2-40B4-BE49-F238E27FC236}">
                <a16:creationId xmlns:a16="http://schemas.microsoft.com/office/drawing/2014/main" id="{C6F4F381-0E8A-2E20-70ED-F0190F90FE24}"/>
              </a:ext>
            </a:extLst>
          </p:cNvPr>
          <p:cNvSpPr txBox="1"/>
          <p:nvPr/>
        </p:nvSpPr>
        <p:spPr>
          <a:xfrm>
            <a:off x="608038" y="5010931"/>
            <a:ext cx="13111795"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6:</a:t>
            </a:r>
          </a:p>
          <a:p>
            <a:r>
              <a:rPr lang="en-US" sz="3600" dirty="0"/>
              <a:t>"XRD analysis revealed crystal size using the Debye-Einstein equation."</a:t>
            </a:r>
          </a:p>
          <a:p>
            <a:endParaRPr lang="en-US" dirty="0"/>
          </a:p>
        </p:txBody>
      </p:sp>
    </p:spTree>
    <p:extLst>
      <p:ext uri="{BB962C8B-B14F-4D97-AF65-F5344CB8AC3E}">
        <p14:creationId xmlns:p14="http://schemas.microsoft.com/office/powerpoint/2010/main" val="225269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498AC-7C50-8836-83F3-66DAC6BD2A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4A902F-B6AB-B0AA-87C3-9A06847833CA}"/>
              </a:ext>
            </a:extLst>
          </p:cNvPr>
          <p:cNvSpPr txBox="1"/>
          <p:nvPr/>
        </p:nvSpPr>
        <p:spPr>
          <a:xfrm>
            <a:off x="539720" y="157314"/>
            <a:ext cx="13617982"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7:</a:t>
            </a:r>
          </a:p>
          <a:p>
            <a:r>
              <a:rPr lang="en-US" sz="3600" dirty="0"/>
              <a:t>"</a:t>
            </a:r>
            <a:r>
              <a:rPr lang="en-US" sz="3600" dirty="0" err="1"/>
              <a:t>Fibre</a:t>
            </a:r>
            <a:r>
              <a:rPr lang="en-US" sz="3600" dirty="0"/>
              <a:t> diameter increased linearly with voltage from 15 kV to 30 kV, </a:t>
            </a:r>
          </a:p>
          <a:p>
            <a:r>
              <a:rPr lang="en-US" sz="3600" dirty="0"/>
              <a:t>reaching 850 nm at 30 kV."</a:t>
            </a:r>
          </a:p>
          <a:p>
            <a:endParaRPr lang="en-US" dirty="0"/>
          </a:p>
        </p:txBody>
      </p:sp>
      <p:sp>
        <p:nvSpPr>
          <p:cNvPr id="6" name="TextBox 5">
            <a:extLst>
              <a:ext uri="{FF2B5EF4-FFF2-40B4-BE49-F238E27FC236}">
                <a16:creationId xmlns:a16="http://schemas.microsoft.com/office/drawing/2014/main" id="{50BE293F-36BA-FDAC-05F3-44DDA3FFAEB5}"/>
              </a:ext>
            </a:extLst>
          </p:cNvPr>
          <p:cNvSpPr txBox="1"/>
          <p:nvPr/>
        </p:nvSpPr>
        <p:spPr>
          <a:xfrm>
            <a:off x="539721" y="2065375"/>
            <a:ext cx="13111795"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8:</a:t>
            </a:r>
          </a:p>
          <a:p>
            <a:r>
              <a:rPr lang="en-US" sz="3600" dirty="0"/>
              <a:t>"FTIR spectroscopy confirmed the presence of C=O stretch at 2850 cm⁻¹."</a:t>
            </a:r>
          </a:p>
          <a:p>
            <a:endParaRPr lang="en-US" dirty="0"/>
          </a:p>
        </p:txBody>
      </p:sp>
      <p:sp>
        <p:nvSpPr>
          <p:cNvPr id="7" name="TextBox 6">
            <a:extLst>
              <a:ext uri="{FF2B5EF4-FFF2-40B4-BE49-F238E27FC236}">
                <a16:creationId xmlns:a16="http://schemas.microsoft.com/office/drawing/2014/main" id="{23EF3E6A-9014-BE58-FEC5-4F2AEF71C2B2}"/>
              </a:ext>
            </a:extLst>
          </p:cNvPr>
          <p:cNvSpPr txBox="1"/>
          <p:nvPr/>
        </p:nvSpPr>
        <p:spPr>
          <a:xfrm>
            <a:off x="608038" y="4053430"/>
            <a:ext cx="13111795"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9:</a:t>
            </a:r>
          </a:p>
          <a:p>
            <a:r>
              <a:rPr lang="en-US" sz="3600" dirty="0"/>
              <a:t>"The nanocomposite achieved 99.8% graphene dispersion uniformity </a:t>
            </a:r>
          </a:p>
          <a:p>
            <a:r>
              <a:rPr lang="en-US" sz="3600" dirty="0"/>
              <a:t>as measured by visual inspection."</a:t>
            </a:r>
          </a:p>
          <a:p>
            <a:endParaRPr lang="en-US" dirty="0"/>
          </a:p>
        </p:txBody>
      </p:sp>
      <p:sp>
        <p:nvSpPr>
          <p:cNvPr id="3" name="TextBox 2">
            <a:extLst>
              <a:ext uri="{FF2B5EF4-FFF2-40B4-BE49-F238E27FC236}">
                <a16:creationId xmlns:a16="http://schemas.microsoft.com/office/drawing/2014/main" id="{A8227F27-95A6-E53A-3C5C-C2C2A5F7400E}"/>
              </a:ext>
            </a:extLst>
          </p:cNvPr>
          <p:cNvSpPr txBox="1"/>
          <p:nvPr/>
        </p:nvSpPr>
        <p:spPr>
          <a:xfrm>
            <a:off x="608037" y="5949389"/>
            <a:ext cx="13111795" cy="2154436"/>
          </a:xfrm>
          <a:prstGeom prst="rect">
            <a:avLst/>
          </a:prstGeom>
          <a:noFill/>
        </p:spPr>
        <p:txBody>
          <a:bodyPr wrap="square" rtlCol="0">
            <a:spAutoFit/>
          </a:bodyPr>
          <a:lstStyle/>
          <a:p>
            <a:r>
              <a:rPr lang="en-US" sz="4400" dirty="0">
                <a:solidFill>
                  <a:srgbClr val="3257B8"/>
                </a:solidFill>
                <a:latin typeface="Roboto Slab" pitchFamily="34" charset="0"/>
                <a:ea typeface="Roboto Slab" pitchFamily="34" charset="-122"/>
                <a:cs typeface="Roboto Slab" pitchFamily="34" charset="-120"/>
              </a:rPr>
              <a:t>Text 10:</a:t>
            </a:r>
          </a:p>
          <a:p>
            <a:r>
              <a:rPr lang="en-US" sz="3600" dirty="0"/>
              <a:t>"Electrospinning was performed in ambient atmosphere at 45% relative humidity and -5°C."</a:t>
            </a:r>
          </a:p>
          <a:p>
            <a:endParaRPr lang="en-US" dirty="0"/>
          </a:p>
        </p:txBody>
      </p:sp>
    </p:spTree>
    <p:extLst>
      <p:ext uri="{BB962C8B-B14F-4D97-AF65-F5344CB8AC3E}">
        <p14:creationId xmlns:p14="http://schemas.microsoft.com/office/powerpoint/2010/main" val="1697920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20272" y="466775"/>
            <a:ext cx="5064443" cy="430649"/>
          </a:xfrm>
          <a:prstGeom prst="rect">
            <a:avLst/>
          </a:prstGeom>
          <a:noFill/>
          <a:ln/>
        </p:spPr>
        <p:txBody>
          <a:bodyPr wrap="none" lIns="0" tIns="0" rIns="0" bIns="0" rtlCol="0" anchor="t"/>
          <a:lstStyle/>
          <a:p>
            <a:pPr marL="0" indent="0" algn="l">
              <a:lnSpc>
                <a:spcPts val="3350"/>
              </a:lnSpc>
              <a:buNone/>
            </a:pPr>
            <a:r>
              <a:rPr lang="en-US" sz="4400" dirty="0">
                <a:solidFill>
                  <a:srgbClr val="3257B8"/>
                </a:solidFill>
                <a:latin typeface="Roboto Slab" pitchFamily="34" charset="0"/>
                <a:ea typeface="Roboto Slab" pitchFamily="34" charset="-122"/>
                <a:cs typeface="Roboto Slab" pitchFamily="34" charset="-120"/>
              </a:rPr>
              <a:t>Tournament Winners &amp; Debrief</a:t>
            </a:r>
            <a:endParaRPr lang="en-US" sz="4400" dirty="0"/>
          </a:p>
        </p:txBody>
      </p:sp>
      <p:sp>
        <p:nvSpPr>
          <p:cNvPr id="4" name="Text 2"/>
          <p:cNvSpPr/>
          <p:nvPr/>
        </p:nvSpPr>
        <p:spPr>
          <a:xfrm>
            <a:off x="688174" y="1306711"/>
            <a:ext cx="2756892" cy="344686"/>
          </a:xfrm>
          <a:prstGeom prst="rect">
            <a:avLst/>
          </a:prstGeom>
          <a:noFill/>
          <a:ln/>
        </p:spPr>
        <p:txBody>
          <a:bodyPr wrap="none" lIns="0" tIns="0" rIns="0" bIns="0" rtlCol="0" anchor="t"/>
          <a:lstStyle/>
          <a:p>
            <a:pPr marL="0" indent="0" algn="l">
              <a:lnSpc>
                <a:spcPts val="2700"/>
              </a:lnSpc>
              <a:buNone/>
            </a:pPr>
            <a:r>
              <a:rPr lang="en-US" sz="2800" dirty="0">
                <a:solidFill>
                  <a:srgbClr val="3257B8"/>
                </a:solidFill>
                <a:latin typeface="Roboto Slab" pitchFamily="34" charset="0"/>
                <a:ea typeface="Roboto Slab" pitchFamily="34" charset="-122"/>
                <a:cs typeface="Roboto Slab" pitchFamily="34" charset="-120"/>
              </a:rPr>
              <a:t>Final Scores:</a:t>
            </a:r>
            <a:endParaRPr lang="en-US" sz="2800" dirty="0"/>
          </a:p>
        </p:txBody>
      </p:sp>
      <p:grpSp>
        <p:nvGrpSpPr>
          <p:cNvPr id="16" name="Group 15">
            <a:extLst>
              <a:ext uri="{FF2B5EF4-FFF2-40B4-BE49-F238E27FC236}">
                <a16:creationId xmlns:a16="http://schemas.microsoft.com/office/drawing/2014/main" id="{FEC470D8-D428-9144-E0B5-8A62372501BC}"/>
              </a:ext>
            </a:extLst>
          </p:cNvPr>
          <p:cNvGrpSpPr/>
          <p:nvPr/>
        </p:nvGrpSpPr>
        <p:grpSpPr>
          <a:xfrm>
            <a:off x="732873" y="2065434"/>
            <a:ext cx="9964342" cy="4857455"/>
            <a:chOff x="2333029" y="3972997"/>
            <a:chExt cx="9964342" cy="2574369"/>
          </a:xfrm>
        </p:grpSpPr>
        <p:sp>
          <p:nvSpPr>
            <p:cNvPr id="6" name="Text 4"/>
            <p:cNvSpPr/>
            <p:nvPr/>
          </p:nvSpPr>
          <p:spPr>
            <a:xfrm>
              <a:off x="2333029" y="3972997"/>
              <a:ext cx="9964341" cy="220504"/>
            </a:xfrm>
            <a:prstGeom prst="rect">
              <a:avLst/>
            </a:prstGeom>
            <a:noFill/>
            <a:ln/>
          </p:spPr>
          <p:txBody>
            <a:bodyPr wrap="none" lIns="0" tIns="0" rIns="0" bIns="0" rtlCol="0" anchor="t"/>
            <a:lstStyle/>
            <a:p>
              <a:pPr marL="0" indent="0" algn="l">
                <a:lnSpc>
                  <a:spcPts val="1700"/>
                </a:lnSpc>
                <a:buNone/>
              </a:pPr>
              <a:r>
                <a:rPr lang="en-US" sz="2800" dirty="0">
                  <a:solidFill>
                    <a:srgbClr val="000000"/>
                  </a:solidFill>
                  <a:latin typeface="Roboto" pitchFamily="34" charset="0"/>
                  <a:ea typeface="Roboto" pitchFamily="34" charset="-122"/>
                  <a:cs typeface="Roboto" pitchFamily="34" charset="-120"/>
                </a:rPr>
                <a:t>🏆</a:t>
              </a:r>
              <a:r>
                <a:rPr lang="en-US" sz="2800" dirty="0">
                  <a:solidFill>
                    <a:srgbClr val="15213F"/>
                  </a:solidFill>
                  <a:latin typeface="Roboto" pitchFamily="34" charset="0"/>
                  <a:ea typeface="Roboto" pitchFamily="34" charset="-122"/>
                  <a:cs typeface="Roboto" pitchFamily="34" charset="-120"/>
                </a:rPr>
                <a:t> </a:t>
              </a:r>
              <a:r>
                <a:rPr lang="en-US" sz="2800" b="1" dirty="0">
                  <a:solidFill>
                    <a:srgbClr val="15213F"/>
                  </a:solidFill>
                  <a:latin typeface="Roboto" pitchFamily="34" charset="0"/>
                  <a:ea typeface="Roboto" pitchFamily="34" charset="-122"/>
                  <a:cs typeface="Roboto" pitchFamily="34" charset="-120"/>
                </a:rPr>
                <a:t>Champion: [Winning Team]</a:t>
              </a:r>
              <a:endParaRPr lang="en-US" sz="2800" dirty="0"/>
            </a:p>
          </p:txBody>
        </p:sp>
        <p:sp>
          <p:nvSpPr>
            <p:cNvPr id="7" name="Text 5"/>
            <p:cNvSpPr/>
            <p:nvPr/>
          </p:nvSpPr>
          <p:spPr>
            <a:xfrm>
              <a:off x="2333030" y="4359593"/>
              <a:ext cx="9964341" cy="220504"/>
            </a:xfrm>
            <a:prstGeom prst="rect">
              <a:avLst/>
            </a:prstGeom>
            <a:noFill/>
            <a:ln/>
          </p:spPr>
          <p:txBody>
            <a:bodyPr wrap="none" lIns="0" tIns="0" rIns="0" bIns="0" rtlCol="0" anchor="t"/>
            <a:lstStyle/>
            <a:p>
              <a:pPr marL="0" indent="0" algn="l">
                <a:lnSpc>
                  <a:spcPts val="1700"/>
                </a:lnSpc>
                <a:buNone/>
              </a:pPr>
              <a:r>
                <a:rPr lang="en-US" sz="2800" dirty="0">
                  <a:solidFill>
                    <a:srgbClr val="15213F"/>
                  </a:solidFill>
                  <a:latin typeface="Roboto" pitchFamily="34" charset="0"/>
                  <a:ea typeface="Roboto" pitchFamily="34" charset="-122"/>
                  <a:cs typeface="Roboto" pitchFamily="34" charset="-120"/>
                </a:rPr>
                <a:t>"Eagle Eye" Badge awarded!</a:t>
              </a:r>
              <a:endParaRPr lang="en-US" sz="2800" dirty="0"/>
            </a:p>
          </p:txBody>
        </p:sp>
        <p:sp>
          <p:nvSpPr>
            <p:cNvPr id="8" name="Text 6"/>
            <p:cNvSpPr/>
            <p:nvPr/>
          </p:nvSpPr>
          <p:spPr>
            <a:xfrm>
              <a:off x="2333030" y="4786789"/>
              <a:ext cx="2067639" cy="258485"/>
            </a:xfrm>
            <a:prstGeom prst="rect">
              <a:avLst/>
            </a:prstGeom>
            <a:noFill/>
            <a:ln/>
          </p:spPr>
          <p:txBody>
            <a:bodyPr wrap="none" lIns="0" tIns="0" rIns="0" bIns="0" rtlCol="0" anchor="t"/>
            <a:lstStyle/>
            <a:p>
              <a:pPr marL="0" indent="0" algn="l">
                <a:lnSpc>
                  <a:spcPts val="2000"/>
                </a:lnSpc>
                <a:buNone/>
              </a:pPr>
              <a:r>
                <a:rPr lang="en-US" sz="4400" dirty="0">
                  <a:solidFill>
                    <a:srgbClr val="3257B8"/>
                  </a:solidFill>
                  <a:latin typeface="Roboto Slab" pitchFamily="34" charset="0"/>
                  <a:ea typeface="Roboto Slab" pitchFamily="34" charset="-122"/>
                  <a:cs typeface="Roboto Slab" pitchFamily="34" charset="-120"/>
                </a:rPr>
                <a:t>Key Lessons:</a:t>
              </a:r>
              <a:endParaRPr lang="en-US" sz="4400" dirty="0"/>
            </a:p>
          </p:txBody>
        </p:sp>
        <p:sp>
          <p:nvSpPr>
            <p:cNvPr id="9" name="Text 7"/>
            <p:cNvSpPr/>
            <p:nvPr/>
          </p:nvSpPr>
          <p:spPr>
            <a:xfrm>
              <a:off x="2333030" y="5251966"/>
              <a:ext cx="9964341" cy="220504"/>
            </a:xfrm>
            <a:prstGeom prst="rect">
              <a:avLst/>
            </a:prstGeom>
            <a:noFill/>
            <a:ln/>
          </p:spPr>
          <p:txBody>
            <a:bodyPr wrap="none" lIns="0" tIns="0" rIns="0" bIns="0" rtlCol="0" anchor="t"/>
            <a:lstStyle/>
            <a:p>
              <a:pPr marL="342900" indent="-342900" algn="l">
                <a:lnSpc>
                  <a:spcPts val="1700"/>
                </a:lnSpc>
                <a:buSzPct val="100000"/>
                <a:buChar char="•"/>
              </a:pPr>
              <a:r>
                <a:rPr lang="en-US" sz="2800" dirty="0">
                  <a:solidFill>
                    <a:srgbClr val="15213F"/>
                  </a:solidFill>
                  <a:latin typeface="Roboto" pitchFamily="34" charset="0"/>
                  <a:ea typeface="Roboto" pitchFamily="34" charset="-122"/>
                  <a:cs typeface="Roboto" pitchFamily="34" charset="-120"/>
                </a:rPr>
                <a:t>Citation verification is non-negotiable</a:t>
              </a:r>
              <a:endParaRPr lang="en-US" sz="2800" dirty="0"/>
            </a:p>
          </p:txBody>
        </p:sp>
        <p:sp>
          <p:nvSpPr>
            <p:cNvPr id="10" name="Text 8"/>
            <p:cNvSpPr/>
            <p:nvPr/>
          </p:nvSpPr>
          <p:spPr>
            <a:xfrm>
              <a:off x="2333030" y="5520690"/>
              <a:ext cx="9964341" cy="220504"/>
            </a:xfrm>
            <a:prstGeom prst="rect">
              <a:avLst/>
            </a:prstGeom>
            <a:noFill/>
            <a:ln/>
          </p:spPr>
          <p:txBody>
            <a:bodyPr wrap="none" lIns="0" tIns="0" rIns="0" bIns="0" rtlCol="0" anchor="t"/>
            <a:lstStyle/>
            <a:p>
              <a:pPr marL="342900" indent="-342900" algn="l">
                <a:lnSpc>
                  <a:spcPts val="1700"/>
                </a:lnSpc>
                <a:buSzPct val="100000"/>
                <a:buChar char="•"/>
              </a:pPr>
              <a:r>
                <a:rPr lang="en-US" sz="2800" dirty="0">
                  <a:solidFill>
                    <a:srgbClr val="15213F"/>
                  </a:solidFill>
                  <a:latin typeface="Roboto" pitchFamily="34" charset="0"/>
                  <a:ea typeface="Roboto" pitchFamily="34" charset="-122"/>
                  <a:cs typeface="Roboto" pitchFamily="34" charset="-120"/>
                </a:rPr>
                <a:t>Domain knowledge catches plausible errors</a:t>
              </a:r>
              <a:endParaRPr lang="en-US" sz="2800" dirty="0"/>
            </a:p>
          </p:txBody>
        </p:sp>
        <p:sp>
          <p:nvSpPr>
            <p:cNvPr id="11" name="Text 9"/>
            <p:cNvSpPr/>
            <p:nvPr/>
          </p:nvSpPr>
          <p:spPr>
            <a:xfrm>
              <a:off x="2333030" y="5789414"/>
              <a:ext cx="9964341" cy="220504"/>
            </a:xfrm>
            <a:prstGeom prst="rect">
              <a:avLst/>
            </a:prstGeom>
            <a:noFill/>
            <a:ln/>
          </p:spPr>
          <p:txBody>
            <a:bodyPr wrap="none" lIns="0" tIns="0" rIns="0" bIns="0" rtlCol="0" anchor="t"/>
            <a:lstStyle/>
            <a:p>
              <a:pPr marL="342900" indent="-342900" algn="l">
                <a:lnSpc>
                  <a:spcPts val="1700"/>
                </a:lnSpc>
                <a:buSzPct val="100000"/>
                <a:buChar char="•"/>
              </a:pPr>
              <a:r>
                <a:rPr lang="en-US" sz="2800" dirty="0">
                  <a:solidFill>
                    <a:srgbClr val="15213F"/>
                  </a:solidFill>
                  <a:latin typeface="Roboto" pitchFamily="34" charset="0"/>
                  <a:ea typeface="Roboto" pitchFamily="34" charset="-122"/>
                  <a:cs typeface="Roboto" pitchFamily="34" charset="-120"/>
                </a:rPr>
                <a:t>Statistical/mathematical claims need checking</a:t>
              </a:r>
              <a:endParaRPr lang="en-US" sz="2800" dirty="0"/>
            </a:p>
          </p:txBody>
        </p:sp>
        <p:sp>
          <p:nvSpPr>
            <p:cNvPr id="12" name="Text 10"/>
            <p:cNvSpPr/>
            <p:nvPr/>
          </p:nvSpPr>
          <p:spPr>
            <a:xfrm>
              <a:off x="2333030" y="6058138"/>
              <a:ext cx="9964341" cy="220504"/>
            </a:xfrm>
            <a:prstGeom prst="rect">
              <a:avLst/>
            </a:prstGeom>
            <a:noFill/>
            <a:ln/>
          </p:spPr>
          <p:txBody>
            <a:bodyPr wrap="none" lIns="0" tIns="0" rIns="0" bIns="0" rtlCol="0" anchor="t"/>
            <a:lstStyle/>
            <a:p>
              <a:pPr marL="342900" indent="-342900" algn="l">
                <a:lnSpc>
                  <a:spcPts val="1700"/>
                </a:lnSpc>
                <a:buSzPct val="100000"/>
                <a:buChar char="•"/>
              </a:pPr>
              <a:r>
                <a:rPr lang="en-US" sz="2800" dirty="0">
                  <a:solidFill>
                    <a:srgbClr val="15213F"/>
                  </a:solidFill>
                  <a:latin typeface="Roboto" pitchFamily="34" charset="0"/>
                  <a:ea typeface="Roboto" pitchFamily="34" charset="-122"/>
                  <a:cs typeface="Roboto" pitchFamily="34" charset="-120"/>
                </a:rPr>
                <a:t>Techniques can sound real but be invented</a:t>
              </a:r>
              <a:endParaRPr lang="en-US" sz="2800" dirty="0"/>
            </a:p>
          </p:txBody>
        </p:sp>
        <p:sp>
          <p:nvSpPr>
            <p:cNvPr id="13" name="Text 11"/>
            <p:cNvSpPr/>
            <p:nvPr/>
          </p:nvSpPr>
          <p:spPr>
            <a:xfrm>
              <a:off x="2333030" y="6326862"/>
              <a:ext cx="9964341" cy="220504"/>
            </a:xfrm>
            <a:prstGeom prst="rect">
              <a:avLst/>
            </a:prstGeom>
            <a:noFill/>
            <a:ln/>
          </p:spPr>
          <p:txBody>
            <a:bodyPr wrap="none" lIns="0" tIns="0" rIns="0" bIns="0" rtlCol="0" anchor="t"/>
            <a:lstStyle/>
            <a:p>
              <a:pPr marL="342900" indent="-342900" algn="l">
                <a:lnSpc>
                  <a:spcPts val="1700"/>
                </a:lnSpc>
                <a:buSzPct val="100000"/>
                <a:buChar char="•"/>
              </a:pPr>
              <a:r>
                <a:rPr lang="en-US" sz="2800" dirty="0">
                  <a:solidFill>
                    <a:srgbClr val="15213F"/>
                  </a:solidFill>
                  <a:latin typeface="Roboto" pitchFamily="34" charset="0"/>
                  <a:ea typeface="Roboto" pitchFamily="34" charset="-122"/>
                  <a:cs typeface="Roboto" pitchFamily="34" charset="-120"/>
                </a:rPr>
                <a:t>Historical attributions often misplaced</a:t>
              </a:r>
              <a:endParaRPr lang="en-US" sz="2800" dirty="0"/>
            </a:p>
          </p:txBody>
        </p:sp>
      </p:grpSp>
      <p:sp>
        <p:nvSpPr>
          <p:cNvPr id="14" name="Text 12"/>
          <p:cNvSpPr/>
          <p:nvPr/>
        </p:nvSpPr>
        <p:spPr>
          <a:xfrm>
            <a:off x="809030" y="7539106"/>
            <a:ext cx="9964341" cy="220504"/>
          </a:xfrm>
          <a:prstGeom prst="rect">
            <a:avLst/>
          </a:prstGeom>
          <a:noFill/>
          <a:ln/>
        </p:spPr>
        <p:txBody>
          <a:bodyPr wrap="none" lIns="0" tIns="0" rIns="0" bIns="0" rtlCol="0" anchor="t"/>
          <a:lstStyle/>
          <a:p>
            <a:pPr marL="0" indent="0" algn="l">
              <a:lnSpc>
                <a:spcPts val="1700"/>
              </a:lnSpc>
              <a:buNone/>
            </a:pPr>
            <a:r>
              <a:rPr lang="en-US" sz="3200" b="1" dirty="0">
                <a:solidFill>
                  <a:srgbClr val="15213F"/>
                </a:solidFill>
                <a:latin typeface="Roboto" pitchFamily="34" charset="0"/>
                <a:ea typeface="Roboto" pitchFamily="34" charset="-122"/>
                <a:cs typeface="Roboto" pitchFamily="34" charset="-120"/>
              </a:rPr>
              <a:t>What was your best catch? What verification strategy worked best?</a:t>
            </a:r>
            <a:endParaRPr lang="en-US" sz="3200" dirty="0"/>
          </a:p>
        </p:txBody>
      </p:sp>
    </p:spTree>
    <p:extLst>
      <p:ext uri="{BB962C8B-B14F-4D97-AF65-F5344CB8AC3E}">
        <p14:creationId xmlns:p14="http://schemas.microsoft.com/office/powerpoint/2010/main" val="1609081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96485" y="369212"/>
            <a:ext cx="7785616"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Systematic Verification Protocols</a:t>
            </a:r>
            <a:endParaRPr lang="en-US" sz="3900" dirty="0"/>
          </a:p>
        </p:txBody>
      </p:sp>
      <p:sp>
        <p:nvSpPr>
          <p:cNvPr id="3" name="Text 1"/>
          <p:cNvSpPr/>
          <p:nvPr/>
        </p:nvSpPr>
        <p:spPr>
          <a:xfrm>
            <a:off x="397728" y="1216165"/>
            <a:ext cx="5753933"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Build Your Verification System</a:t>
            </a:r>
            <a:endParaRPr lang="en-US" sz="3100" dirty="0"/>
          </a:p>
        </p:txBody>
      </p:sp>
      <p:grpSp>
        <p:nvGrpSpPr>
          <p:cNvPr id="22" name="Group 21">
            <a:extLst>
              <a:ext uri="{FF2B5EF4-FFF2-40B4-BE49-F238E27FC236}">
                <a16:creationId xmlns:a16="http://schemas.microsoft.com/office/drawing/2014/main" id="{40154D11-F815-7FE7-58C8-53AA11F638B7}"/>
              </a:ext>
            </a:extLst>
          </p:cNvPr>
          <p:cNvGrpSpPr/>
          <p:nvPr/>
        </p:nvGrpSpPr>
        <p:grpSpPr>
          <a:xfrm>
            <a:off x="296485" y="2519719"/>
            <a:ext cx="13687240" cy="4291193"/>
            <a:chOff x="793790" y="2880598"/>
            <a:chExt cx="13057822" cy="2373869"/>
          </a:xfrm>
        </p:grpSpPr>
        <p:sp>
          <p:nvSpPr>
            <p:cNvPr id="4" name="Text 2"/>
            <p:cNvSpPr/>
            <p:nvPr/>
          </p:nvSpPr>
          <p:spPr>
            <a:xfrm>
              <a:off x="793790" y="2880598"/>
              <a:ext cx="2480905" cy="310158"/>
            </a:xfrm>
            <a:prstGeom prst="rect">
              <a:avLst/>
            </a:prstGeom>
            <a:noFill/>
            <a:ln/>
          </p:spPr>
          <p:txBody>
            <a:bodyPr wrap="none" lIns="0" tIns="0" rIns="0" bIns="0" rtlCol="0" anchor="t"/>
            <a:lstStyle/>
            <a:p>
              <a:pPr marL="0" indent="0" algn="l">
                <a:lnSpc>
                  <a:spcPts val="2400"/>
                </a:lnSpc>
                <a:buNone/>
              </a:pPr>
              <a:r>
                <a:rPr lang="en-US" sz="3200" dirty="0">
                  <a:solidFill>
                    <a:srgbClr val="3257B8"/>
                  </a:solidFill>
                  <a:latin typeface="Roboto Slab" pitchFamily="34" charset="0"/>
                  <a:ea typeface="Roboto Slab" pitchFamily="34" charset="-122"/>
                  <a:cs typeface="Roboto Slab" pitchFamily="34" charset="-120"/>
                </a:rPr>
                <a:t>For Citations:</a:t>
              </a:r>
              <a:endParaRPr lang="en-US" sz="3200" dirty="0"/>
            </a:p>
          </p:txBody>
        </p:sp>
        <p:sp>
          <p:nvSpPr>
            <p:cNvPr id="5" name="Text 3"/>
            <p:cNvSpPr/>
            <p:nvPr/>
          </p:nvSpPr>
          <p:spPr>
            <a:xfrm>
              <a:off x="793790" y="3389114"/>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DOI resolves?</a:t>
              </a:r>
              <a:endParaRPr lang="en-US" sz="2400" dirty="0"/>
            </a:p>
          </p:txBody>
        </p:sp>
        <p:sp>
          <p:nvSpPr>
            <p:cNvPr id="6" name="Text 4"/>
            <p:cNvSpPr/>
            <p:nvPr/>
          </p:nvSpPr>
          <p:spPr>
            <a:xfrm>
              <a:off x="793790" y="3776067"/>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Authors match?</a:t>
              </a:r>
              <a:endParaRPr lang="en-US" sz="2400" dirty="0"/>
            </a:p>
          </p:txBody>
        </p:sp>
        <p:sp>
          <p:nvSpPr>
            <p:cNvPr id="7" name="Text 5"/>
            <p:cNvSpPr/>
            <p:nvPr/>
          </p:nvSpPr>
          <p:spPr>
            <a:xfrm>
              <a:off x="793790" y="4163020"/>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Journal/year correct?</a:t>
              </a:r>
              <a:endParaRPr lang="en-US" sz="2400" dirty="0"/>
            </a:p>
          </p:txBody>
        </p:sp>
        <p:sp>
          <p:nvSpPr>
            <p:cNvPr id="8" name="Text 6"/>
            <p:cNvSpPr/>
            <p:nvPr/>
          </p:nvSpPr>
          <p:spPr>
            <a:xfrm>
              <a:off x="793790" y="4549973"/>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Abstract aligns with claim?</a:t>
              </a:r>
              <a:endParaRPr lang="en-US" sz="2400" dirty="0"/>
            </a:p>
          </p:txBody>
        </p:sp>
        <p:sp>
          <p:nvSpPr>
            <p:cNvPr id="9" name="Text 7"/>
            <p:cNvSpPr/>
            <p:nvPr/>
          </p:nvSpPr>
          <p:spPr>
            <a:xfrm>
              <a:off x="793790" y="4936927"/>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Check actual data in paper</a:t>
              </a:r>
              <a:endParaRPr lang="en-US" sz="2400" dirty="0"/>
            </a:p>
          </p:txBody>
        </p:sp>
        <p:sp>
          <p:nvSpPr>
            <p:cNvPr id="10" name="Text 8"/>
            <p:cNvSpPr/>
            <p:nvPr/>
          </p:nvSpPr>
          <p:spPr>
            <a:xfrm>
              <a:off x="5117053" y="2880598"/>
              <a:ext cx="2525316" cy="310158"/>
            </a:xfrm>
            <a:prstGeom prst="rect">
              <a:avLst/>
            </a:prstGeom>
            <a:noFill/>
            <a:ln/>
          </p:spPr>
          <p:txBody>
            <a:bodyPr wrap="none" lIns="0" tIns="0" rIns="0" bIns="0" rtlCol="0" anchor="t"/>
            <a:lstStyle/>
            <a:p>
              <a:pPr marL="0" indent="0" algn="l">
                <a:lnSpc>
                  <a:spcPts val="2400"/>
                </a:lnSpc>
                <a:buNone/>
              </a:pPr>
              <a:r>
                <a:rPr lang="en-US" sz="3200" dirty="0">
                  <a:solidFill>
                    <a:srgbClr val="3257B8"/>
                  </a:solidFill>
                  <a:latin typeface="Roboto Slab" pitchFamily="34" charset="0"/>
                  <a:ea typeface="Roboto Slab" pitchFamily="34" charset="-122"/>
                  <a:cs typeface="Roboto Slab" pitchFamily="34" charset="-120"/>
                </a:rPr>
                <a:t>For Quantitative Data:</a:t>
              </a:r>
              <a:endParaRPr lang="en-US" sz="3200" dirty="0"/>
            </a:p>
          </p:txBody>
        </p:sp>
        <p:sp>
          <p:nvSpPr>
            <p:cNvPr id="11" name="Text 9"/>
            <p:cNvSpPr/>
            <p:nvPr/>
          </p:nvSpPr>
          <p:spPr>
            <a:xfrm>
              <a:off x="5117053" y="3380178"/>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Physically reasonable range?</a:t>
              </a:r>
              <a:endParaRPr lang="en-US" sz="2400" dirty="0"/>
            </a:p>
          </p:txBody>
        </p:sp>
        <p:sp>
          <p:nvSpPr>
            <p:cNvPr id="12" name="Text 10"/>
            <p:cNvSpPr/>
            <p:nvPr/>
          </p:nvSpPr>
          <p:spPr>
            <a:xfrm>
              <a:off x="5117053" y="3767130"/>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Units consistent?</a:t>
              </a:r>
              <a:endParaRPr lang="en-US" sz="2400" dirty="0"/>
            </a:p>
          </p:txBody>
        </p:sp>
        <p:sp>
          <p:nvSpPr>
            <p:cNvPr id="13" name="Text 11"/>
            <p:cNvSpPr/>
            <p:nvPr/>
          </p:nvSpPr>
          <p:spPr>
            <a:xfrm>
              <a:off x="5117053" y="4154084"/>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Compare to benchmarks?</a:t>
              </a:r>
              <a:endParaRPr lang="en-US" sz="2400" dirty="0"/>
            </a:p>
          </p:txBody>
        </p:sp>
        <p:sp>
          <p:nvSpPr>
            <p:cNvPr id="14" name="Text 12"/>
            <p:cNvSpPr/>
            <p:nvPr/>
          </p:nvSpPr>
          <p:spPr>
            <a:xfrm>
              <a:off x="5117053" y="4541037"/>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Do the maths yourself?</a:t>
              </a:r>
              <a:endParaRPr lang="en-US" sz="2400" dirty="0"/>
            </a:p>
          </p:txBody>
        </p:sp>
        <p:sp>
          <p:nvSpPr>
            <p:cNvPr id="15" name="Text 13"/>
            <p:cNvSpPr/>
            <p:nvPr/>
          </p:nvSpPr>
          <p:spPr>
            <a:xfrm>
              <a:off x="5117053" y="4927991"/>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Check authoritative sources</a:t>
              </a:r>
              <a:endParaRPr lang="en-US" sz="2400" dirty="0"/>
            </a:p>
          </p:txBody>
        </p:sp>
        <p:sp>
          <p:nvSpPr>
            <p:cNvPr id="16" name="Text 14"/>
            <p:cNvSpPr/>
            <p:nvPr/>
          </p:nvSpPr>
          <p:spPr>
            <a:xfrm>
              <a:off x="9629443" y="2880598"/>
              <a:ext cx="2980015" cy="310158"/>
            </a:xfrm>
            <a:prstGeom prst="rect">
              <a:avLst/>
            </a:prstGeom>
            <a:noFill/>
            <a:ln/>
          </p:spPr>
          <p:txBody>
            <a:bodyPr wrap="none" lIns="0" tIns="0" rIns="0" bIns="0" rtlCol="0" anchor="t"/>
            <a:lstStyle/>
            <a:p>
              <a:pPr marL="0" indent="0" algn="l">
                <a:lnSpc>
                  <a:spcPts val="2400"/>
                </a:lnSpc>
                <a:buNone/>
              </a:pPr>
              <a:r>
                <a:rPr lang="en-US" sz="3200" dirty="0">
                  <a:solidFill>
                    <a:srgbClr val="3257B8"/>
                  </a:solidFill>
                  <a:latin typeface="Roboto Slab" pitchFamily="34" charset="0"/>
                  <a:ea typeface="Roboto Slab" pitchFamily="34" charset="-122"/>
                  <a:cs typeface="Roboto Slab" pitchFamily="34" charset="-120"/>
                </a:rPr>
                <a:t>For Techniques/Methods:</a:t>
              </a:r>
              <a:endParaRPr lang="en-US" sz="3200" dirty="0"/>
            </a:p>
          </p:txBody>
        </p:sp>
        <p:sp>
          <p:nvSpPr>
            <p:cNvPr id="17" name="Text 15"/>
            <p:cNvSpPr/>
            <p:nvPr/>
          </p:nvSpPr>
          <p:spPr>
            <a:xfrm>
              <a:off x="9736574" y="3389114"/>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Does technique exist?</a:t>
              </a:r>
              <a:endParaRPr lang="en-US" sz="2400" dirty="0"/>
            </a:p>
          </p:txBody>
        </p:sp>
        <p:sp>
          <p:nvSpPr>
            <p:cNvPr id="18" name="Text 16"/>
            <p:cNvSpPr/>
            <p:nvPr/>
          </p:nvSpPr>
          <p:spPr>
            <a:xfrm>
              <a:off x="9736574" y="3776067"/>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Literature search confirms?</a:t>
              </a:r>
              <a:endParaRPr lang="en-US" sz="2400" dirty="0"/>
            </a:p>
          </p:txBody>
        </p:sp>
        <p:sp>
          <p:nvSpPr>
            <p:cNvPr id="19" name="Text 17"/>
            <p:cNvSpPr/>
            <p:nvPr/>
          </p:nvSpPr>
          <p:spPr>
            <a:xfrm>
              <a:off x="9736574" y="4163020"/>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2400" dirty="0">
                  <a:solidFill>
                    <a:srgbClr val="15213F"/>
                  </a:solidFill>
                  <a:latin typeface="Roboto" pitchFamily="34" charset="0"/>
                  <a:ea typeface="Roboto" pitchFamily="34" charset="-122"/>
                  <a:cs typeface="Roboto" pitchFamily="34" charset="-120"/>
                </a:rPr>
                <a:t>Appropriate for material?</a:t>
              </a:r>
              <a:endParaRPr lang="en-US" sz="2400" dirty="0"/>
            </a:p>
          </p:txBody>
        </p:sp>
      </p:grpSp>
      <p:sp>
        <p:nvSpPr>
          <p:cNvPr id="20" name="Text 18"/>
          <p:cNvSpPr/>
          <p:nvPr/>
        </p:nvSpPr>
        <p:spPr>
          <a:xfrm>
            <a:off x="585242" y="7314731"/>
            <a:ext cx="13042821" cy="317540"/>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Make this automatic!</a:t>
            </a:r>
            <a:endParaRPr lang="en-US" sz="2400" dirty="0"/>
          </a:p>
        </p:txBody>
      </p:sp>
      <p:sp>
        <p:nvSpPr>
          <p:cNvPr id="21" name="Text 19"/>
          <p:cNvSpPr/>
          <p:nvPr/>
        </p:nvSpPr>
        <p:spPr>
          <a:xfrm>
            <a:off x="793790" y="6087904"/>
            <a:ext cx="13042821" cy="95261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2357125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628412"/>
            <a:ext cx="5395079"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Key Takeaways - Day 2</a:t>
            </a:r>
            <a:endParaRPr lang="en-US" sz="3900" dirty="0"/>
          </a:p>
        </p:txBody>
      </p:sp>
      <p:sp>
        <p:nvSpPr>
          <p:cNvPr id="3" name="Text 1"/>
          <p:cNvSpPr/>
          <p:nvPr/>
        </p:nvSpPr>
        <p:spPr>
          <a:xfrm>
            <a:off x="793790" y="1327785"/>
            <a:ext cx="5476161"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What You've Mastered Today</a:t>
            </a:r>
            <a:endParaRPr lang="en-US" sz="3100" dirty="0"/>
          </a:p>
        </p:txBody>
      </p:sp>
      <p:sp>
        <p:nvSpPr>
          <p:cNvPr id="18" name="Shape 12"/>
          <p:cNvSpPr/>
          <p:nvPr/>
        </p:nvSpPr>
        <p:spPr>
          <a:xfrm>
            <a:off x="10060292" y="2095501"/>
            <a:ext cx="4032492" cy="4560571"/>
          </a:xfrm>
          <a:prstGeom prst="roundRect">
            <a:avLst>
              <a:gd name="adj" fmla="val 864"/>
            </a:avLst>
          </a:prstGeom>
          <a:solidFill>
            <a:srgbClr val="E9ECF2"/>
          </a:solidFill>
          <a:ln/>
        </p:spPr>
        <p:txBody>
          <a:bodyPr/>
          <a:lstStyle/>
          <a:p>
            <a:endParaRPr lang="en-US" dirty="0"/>
          </a:p>
        </p:txBody>
      </p:sp>
      <p:grpSp>
        <p:nvGrpSpPr>
          <p:cNvPr id="27" name="Group 26">
            <a:extLst>
              <a:ext uri="{FF2B5EF4-FFF2-40B4-BE49-F238E27FC236}">
                <a16:creationId xmlns:a16="http://schemas.microsoft.com/office/drawing/2014/main" id="{788746C5-51B5-7539-9426-57AD39EF3CE2}"/>
              </a:ext>
            </a:extLst>
          </p:cNvPr>
          <p:cNvGrpSpPr/>
          <p:nvPr/>
        </p:nvGrpSpPr>
        <p:grpSpPr>
          <a:xfrm>
            <a:off x="320842" y="2095501"/>
            <a:ext cx="14036842" cy="4560571"/>
            <a:chOff x="793790" y="2121575"/>
            <a:chExt cx="12844344" cy="3445431"/>
          </a:xfrm>
        </p:grpSpPr>
        <p:sp>
          <p:nvSpPr>
            <p:cNvPr id="4" name="Shape 2"/>
            <p:cNvSpPr/>
            <p:nvPr/>
          </p:nvSpPr>
          <p:spPr>
            <a:xfrm>
              <a:off x="793790" y="2121575"/>
              <a:ext cx="4215289" cy="3445431"/>
            </a:xfrm>
            <a:prstGeom prst="roundRect">
              <a:avLst>
                <a:gd name="adj" fmla="val 864"/>
              </a:avLst>
            </a:prstGeom>
            <a:solidFill>
              <a:srgbClr val="E9ECF2"/>
            </a:solidFill>
            <a:ln/>
          </p:spPr>
          <p:txBody>
            <a:bodyPr/>
            <a:lstStyle/>
            <a:p>
              <a:endParaRPr lang="en-US" sz="2800" dirty="0"/>
            </a:p>
          </p:txBody>
        </p:sp>
        <p:pic>
          <p:nvPicPr>
            <p:cNvPr id="5" name="Image 0" descr="preencoded.png"/>
            <p:cNvPicPr>
              <a:picLocks noChangeAspect="1"/>
            </p:cNvPicPr>
            <p:nvPr/>
          </p:nvPicPr>
          <p:blipFill>
            <a:blip r:embed="rId3"/>
            <a:stretch>
              <a:fillRect/>
            </a:stretch>
          </p:blipFill>
          <p:spPr>
            <a:xfrm>
              <a:off x="941428" y="2296327"/>
              <a:ext cx="782331" cy="586896"/>
            </a:xfrm>
            <a:prstGeom prst="rect">
              <a:avLst/>
            </a:prstGeom>
          </p:spPr>
        </p:pic>
        <p:sp>
          <p:nvSpPr>
            <p:cNvPr id="7" name="Text 3"/>
            <p:cNvSpPr/>
            <p:nvPr/>
          </p:nvSpPr>
          <p:spPr>
            <a:xfrm>
              <a:off x="992148" y="3113603"/>
              <a:ext cx="2803327"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CONTEXT is everything</a:t>
              </a:r>
              <a:endParaRPr lang="en-US" sz="2800" dirty="0"/>
            </a:p>
          </p:txBody>
        </p:sp>
        <p:sp>
          <p:nvSpPr>
            <p:cNvPr id="8" name="Text 4"/>
            <p:cNvSpPr/>
            <p:nvPr/>
          </p:nvSpPr>
          <p:spPr>
            <a:xfrm>
              <a:off x="992148" y="3542824"/>
              <a:ext cx="3818573"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Vague context = poor outputs</a:t>
              </a:r>
              <a:endParaRPr lang="en-US" sz="2000" dirty="0"/>
            </a:p>
          </p:txBody>
        </p:sp>
        <p:sp>
          <p:nvSpPr>
            <p:cNvPr id="9" name="Text 5"/>
            <p:cNvSpPr/>
            <p:nvPr/>
          </p:nvSpPr>
          <p:spPr>
            <a:xfrm>
              <a:off x="992148" y="3979426"/>
              <a:ext cx="3818573"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Precise context = first-shot success</a:t>
              </a:r>
              <a:endParaRPr lang="en-US" sz="2000" dirty="0"/>
            </a:p>
          </p:txBody>
        </p:sp>
        <p:sp>
          <p:nvSpPr>
            <p:cNvPr id="10" name="Text 6"/>
            <p:cNvSpPr/>
            <p:nvPr/>
          </p:nvSpPr>
          <p:spPr>
            <a:xfrm>
              <a:off x="992148" y="4416028"/>
              <a:ext cx="3818573"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Five W's + H for building context</a:t>
              </a:r>
              <a:endParaRPr lang="en-US" sz="2000" dirty="0"/>
            </a:p>
          </p:txBody>
        </p:sp>
        <p:sp>
          <p:nvSpPr>
            <p:cNvPr id="11" name="Shape 7"/>
            <p:cNvSpPr/>
            <p:nvPr/>
          </p:nvSpPr>
          <p:spPr>
            <a:xfrm>
              <a:off x="5207437" y="2121575"/>
              <a:ext cx="4215408" cy="3445431"/>
            </a:xfrm>
            <a:prstGeom prst="roundRect">
              <a:avLst>
                <a:gd name="adj" fmla="val 864"/>
              </a:avLst>
            </a:prstGeom>
            <a:solidFill>
              <a:srgbClr val="E9ECF2"/>
            </a:solidFill>
            <a:ln/>
          </p:spPr>
          <p:txBody>
            <a:bodyPr/>
            <a:lstStyle/>
            <a:p>
              <a:endParaRPr lang="en-US" sz="2800" dirty="0"/>
            </a:p>
          </p:txBody>
        </p:sp>
        <p:pic>
          <p:nvPicPr>
            <p:cNvPr id="12" name="Image 2" descr="preencoded.png"/>
            <p:cNvPicPr>
              <a:picLocks noChangeAspect="1"/>
            </p:cNvPicPr>
            <p:nvPr/>
          </p:nvPicPr>
          <p:blipFill>
            <a:blip r:embed="rId4"/>
            <a:stretch>
              <a:fillRect/>
            </a:stretch>
          </p:blipFill>
          <p:spPr>
            <a:xfrm>
              <a:off x="5342780" y="2296327"/>
              <a:ext cx="757505" cy="595313"/>
            </a:xfrm>
            <a:prstGeom prst="rect">
              <a:avLst/>
            </a:prstGeom>
          </p:spPr>
        </p:pic>
        <p:sp>
          <p:nvSpPr>
            <p:cNvPr id="14" name="Text 8"/>
            <p:cNvSpPr/>
            <p:nvPr/>
          </p:nvSpPr>
          <p:spPr>
            <a:xfrm>
              <a:off x="5405795" y="3113603"/>
              <a:ext cx="2485192"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CO-STAR Framework</a:t>
              </a:r>
              <a:endParaRPr lang="en-US" sz="2800" dirty="0"/>
            </a:p>
          </p:txBody>
        </p:sp>
        <p:sp>
          <p:nvSpPr>
            <p:cNvPr id="15" name="Text 9"/>
            <p:cNvSpPr/>
            <p:nvPr/>
          </p:nvSpPr>
          <p:spPr>
            <a:xfrm>
              <a:off x="5405795" y="3542824"/>
              <a:ext cx="3818692" cy="635079"/>
            </a:xfrm>
            <a:prstGeom prst="rect">
              <a:avLst/>
            </a:prstGeom>
            <a:noFill/>
            <a:ln/>
          </p:spPr>
          <p:txBody>
            <a:bodyPr wrap="squar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Six components for strategic communication</a:t>
              </a:r>
              <a:endParaRPr lang="en-US" sz="2000" dirty="0"/>
            </a:p>
          </p:txBody>
        </p:sp>
        <p:sp>
          <p:nvSpPr>
            <p:cNvPr id="16" name="Text 10"/>
            <p:cNvSpPr/>
            <p:nvPr/>
          </p:nvSpPr>
          <p:spPr>
            <a:xfrm>
              <a:off x="5405795" y="4296966"/>
              <a:ext cx="3818692" cy="635079"/>
            </a:xfrm>
            <a:prstGeom prst="rect">
              <a:avLst/>
            </a:prstGeom>
            <a:noFill/>
            <a:ln/>
          </p:spPr>
          <p:txBody>
            <a:bodyPr wrap="squar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Choose CO-STAR vs AUTOMAT appropriately</a:t>
              </a:r>
              <a:endParaRPr lang="en-US" sz="2000" dirty="0"/>
            </a:p>
          </p:txBody>
        </p:sp>
        <p:sp>
          <p:nvSpPr>
            <p:cNvPr id="17" name="Text 11"/>
            <p:cNvSpPr/>
            <p:nvPr/>
          </p:nvSpPr>
          <p:spPr>
            <a:xfrm>
              <a:off x="5405795" y="5051108"/>
              <a:ext cx="3818692"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Tested with real prompts</a:t>
              </a:r>
              <a:endParaRPr lang="en-US" sz="2000" dirty="0"/>
            </a:p>
          </p:txBody>
        </p:sp>
        <p:pic>
          <p:nvPicPr>
            <p:cNvPr id="19" name="Image 4" descr="preencoded.png"/>
            <p:cNvPicPr>
              <a:picLocks noChangeAspect="1"/>
            </p:cNvPicPr>
            <p:nvPr/>
          </p:nvPicPr>
          <p:blipFill>
            <a:blip r:embed="rId5"/>
            <a:stretch>
              <a:fillRect/>
            </a:stretch>
          </p:blipFill>
          <p:spPr>
            <a:xfrm>
              <a:off x="9871598" y="2308157"/>
              <a:ext cx="765289" cy="595313"/>
            </a:xfrm>
            <a:prstGeom prst="rect">
              <a:avLst/>
            </a:prstGeom>
          </p:spPr>
        </p:pic>
        <p:sp>
          <p:nvSpPr>
            <p:cNvPr id="21" name="Text 13"/>
            <p:cNvSpPr/>
            <p:nvPr/>
          </p:nvSpPr>
          <p:spPr>
            <a:xfrm>
              <a:off x="9819561" y="3113603"/>
              <a:ext cx="2779633" cy="310158"/>
            </a:xfrm>
            <a:prstGeom prst="rect">
              <a:avLst/>
            </a:prstGeom>
            <a:noFill/>
            <a:ln/>
          </p:spPr>
          <p:txBody>
            <a:bodyPr wrap="none" lIns="0" tIns="0" rIns="0" bIns="0" rtlCol="0" anchor="t"/>
            <a:lstStyle/>
            <a:p>
              <a:pPr marL="0" indent="0" algn="l">
                <a:lnSpc>
                  <a:spcPts val="2400"/>
                </a:lnSpc>
                <a:buNone/>
              </a:pPr>
              <a:r>
                <a:rPr lang="en-US" sz="2800" dirty="0">
                  <a:solidFill>
                    <a:srgbClr val="15213F"/>
                  </a:solidFill>
                  <a:latin typeface="Roboto Slab" pitchFamily="34" charset="0"/>
                  <a:ea typeface="Roboto Slab" pitchFamily="34" charset="-122"/>
                  <a:cs typeface="Roboto Slab" pitchFamily="34" charset="-120"/>
                </a:rPr>
                <a:t>Hallucination Detection</a:t>
              </a:r>
              <a:endParaRPr lang="en-US" sz="2800" dirty="0"/>
            </a:p>
          </p:txBody>
        </p:sp>
        <p:sp>
          <p:nvSpPr>
            <p:cNvPr id="22" name="Text 14"/>
            <p:cNvSpPr/>
            <p:nvPr/>
          </p:nvSpPr>
          <p:spPr>
            <a:xfrm>
              <a:off x="9819561" y="3542824"/>
              <a:ext cx="3818573"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Systematic verification protocols</a:t>
              </a:r>
              <a:endParaRPr lang="en-US" sz="2000" dirty="0"/>
            </a:p>
          </p:txBody>
        </p:sp>
        <p:sp>
          <p:nvSpPr>
            <p:cNvPr id="23" name="Text 15"/>
            <p:cNvSpPr/>
            <p:nvPr/>
          </p:nvSpPr>
          <p:spPr>
            <a:xfrm>
              <a:off x="9819561" y="3979426"/>
              <a:ext cx="3818573"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Competitive practice built instincts</a:t>
              </a:r>
              <a:endParaRPr lang="en-US" sz="2000" dirty="0"/>
            </a:p>
          </p:txBody>
        </p:sp>
        <p:sp>
          <p:nvSpPr>
            <p:cNvPr id="24" name="Text 16"/>
            <p:cNvSpPr/>
            <p:nvPr/>
          </p:nvSpPr>
          <p:spPr>
            <a:xfrm>
              <a:off x="9819561" y="4416028"/>
              <a:ext cx="3818573" cy="317540"/>
            </a:xfrm>
            <a:prstGeom prst="rect">
              <a:avLst/>
            </a:prstGeom>
            <a:noFill/>
            <a:ln/>
          </p:spPr>
          <p:txBody>
            <a:bodyPr wrap="none" lIns="0" tIns="0" rIns="0" bIns="0" rtlCol="0" anchor="t"/>
            <a:lstStyle/>
            <a:p>
              <a:pPr marL="0" indent="0" algn="l">
                <a:lnSpc>
                  <a:spcPts val="2500"/>
                </a:lnSpc>
                <a:buNone/>
              </a:pPr>
              <a:r>
                <a:rPr lang="en-US" sz="2000" dirty="0">
                  <a:solidFill>
                    <a:srgbClr val="15213F"/>
                  </a:solidFill>
                  <a:latin typeface="Roboto" pitchFamily="34" charset="0"/>
                  <a:ea typeface="Roboto" pitchFamily="34" charset="-122"/>
                  <a:cs typeface="Roboto" pitchFamily="34" charset="-120"/>
                </a:rPr>
                <a:t>Citation, data, technique checks</a:t>
              </a:r>
              <a:endParaRPr lang="en-US" sz="2000" dirty="0"/>
            </a:p>
          </p:txBody>
        </p:sp>
      </p:grpSp>
      <p:sp>
        <p:nvSpPr>
          <p:cNvPr id="25" name="Text 17"/>
          <p:cNvSpPr/>
          <p:nvPr/>
        </p:nvSpPr>
        <p:spPr>
          <a:xfrm>
            <a:off x="482187" y="7171500"/>
            <a:ext cx="13354305" cy="403614"/>
          </a:xfrm>
          <a:prstGeom prst="rect">
            <a:avLst/>
          </a:prstGeom>
          <a:noFill/>
          <a:ln/>
        </p:spPr>
        <p:txBody>
          <a:bodyPr wrap="none" lIns="0" tIns="0" rIns="0" bIns="0" rtlCol="0" anchor="t"/>
          <a:lstStyle/>
          <a:p>
            <a:pPr marL="0" indent="0" algn="l">
              <a:lnSpc>
                <a:spcPts val="2500"/>
              </a:lnSpc>
              <a:buNone/>
            </a:pPr>
            <a:r>
              <a:rPr lang="en-US" sz="2400" b="1" dirty="0">
                <a:solidFill>
                  <a:srgbClr val="15213F"/>
                </a:solidFill>
                <a:latin typeface="Roboto" pitchFamily="34" charset="0"/>
                <a:ea typeface="Roboto" pitchFamily="34" charset="-122"/>
                <a:cs typeface="Roboto" pitchFamily="34" charset="-120"/>
              </a:rPr>
              <a:t>Tomorrow: Technical architecture &amp; Green AI</a:t>
            </a:r>
            <a:endParaRPr lang="en-US" sz="2400" dirty="0"/>
          </a:p>
        </p:txBody>
      </p:sp>
      <p:sp>
        <p:nvSpPr>
          <p:cNvPr id="26" name="Text 18"/>
          <p:cNvSpPr/>
          <p:nvPr/>
        </p:nvSpPr>
        <p:spPr>
          <a:xfrm>
            <a:off x="793790" y="6331029"/>
            <a:ext cx="13042821" cy="127015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3869325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29390" y="471010"/>
            <a:ext cx="6005989"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Action Items Before Day 3</a:t>
            </a:r>
            <a:endParaRPr lang="en-US" sz="3900" dirty="0"/>
          </a:p>
        </p:txBody>
      </p:sp>
      <p:sp>
        <p:nvSpPr>
          <p:cNvPr id="3" name="Text 1"/>
          <p:cNvSpPr/>
          <p:nvPr/>
        </p:nvSpPr>
        <p:spPr>
          <a:xfrm>
            <a:off x="529390" y="1269829"/>
            <a:ext cx="4245293"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Before Day 3 (Optional)</a:t>
            </a:r>
            <a:endParaRPr lang="en-US" sz="3100" dirty="0"/>
          </a:p>
        </p:txBody>
      </p:sp>
      <p:grpSp>
        <p:nvGrpSpPr>
          <p:cNvPr id="15" name="Group 14">
            <a:extLst>
              <a:ext uri="{FF2B5EF4-FFF2-40B4-BE49-F238E27FC236}">
                <a16:creationId xmlns:a16="http://schemas.microsoft.com/office/drawing/2014/main" id="{D1FD6EF0-87F4-9262-A14E-8B15AD308842}"/>
              </a:ext>
            </a:extLst>
          </p:cNvPr>
          <p:cNvGrpSpPr/>
          <p:nvPr/>
        </p:nvGrpSpPr>
        <p:grpSpPr>
          <a:xfrm>
            <a:off x="529390" y="2142648"/>
            <a:ext cx="13307222" cy="5798193"/>
            <a:chOff x="793790" y="2142649"/>
            <a:chExt cx="13042821" cy="4261604"/>
          </a:xfrm>
        </p:grpSpPr>
        <p:sp>
          <p:nvSpPr>
            <p:cNvPr id="4" name="Text 2"/>
            <p:cNvSpPr/>
            <p:nvPr/>
          </p:nvSpPr>
          <p:spPr>
            <a:xfrm>
              <a:off x="793790" y="2142649"/>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Try one CO-STAR prompt in your work (Strategic document, report, or communication)</a:t>
              </a:r>
              <a:endParaRPr lang="en-US" sz="2500" dirty="0"/>
            </a:p>
          </p:txBody>
        </p:sp>
        <p:sp>
          <p:nvSpPr>
            <p:cNvPr id="5" name="Text 3"/>
            <p:cNvSpPr/>
            <p:nvPr/>
          </p:nvSpPr>
          <p:spPr>
            <a:xfrm>
              <a:off x="793790" y="2529602"/>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Practise verification on AI output you receive (Apply the checklists)</a:t>
              </a:r>
              <a:endParaRPr lang="en-US" sz="2500" dirty="0"/>
            </a:p>
          </p:txBody>
        </p:sp>
        <p:sp>
          <p:nvSpPr>
            <p:cNvPr id="6" name="Text 4"/>
            <p:cNvSpPr/>
            <p:nvPr/>
          </p:nvSpPr>
          <p:spPr>
            <a:xfrm>
              <a:off x="793790" y="2916555"/>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Review Day 2 content on website (Especially CO-STAR examples)</a:t>
              </a:r>
              <a:endParaRPr lang="en-US" sz="2500" dirty="0"/>
            </a:p>
          </p:txBody>
        </p:sp>
        <p:sp>
          <p:nvSpPr>
            <p:cNvPr id="7" name="Text 5"/>
            <p:cNvSpPr/>
            <p:nvPr/>
          </p:nvSpPr>
          <p:spPr>
            <a:xfrm>
              <a:off x="793790" y="3303508"/>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Optional pre-reading:</a:t>
              </a:r>
              <a:endParaRPr lang="en-US" sz="2500" dirty="0"/>
            </a:p>
          </p:txBody>
        </p:sp>
        <p:sp>
          <p:nvSpPr>
            <p:cNvPr id="8" name="Text 6"/>
            <p:cNvSpPr/>
            <p:nvPr/>
          </p:nvSpPr>
          <p:spPr>
            <a:xfrm>
              <a:off x="793790" y="3690461"/>
              <a:ext cx="13042821" cy="317540"/>
            </a:xfrm>
            <a:prstGeom prst="rect">
              <a:avLst/>
            </a:prstGeom>
            <a:noFill/>
            <a:ln/>
          </p:spPr>
          <p:txBody>
            <a:bodyPr wrap="none" lIns="0" tIns="0" rIns="0" bIns="0" rtlCol="0" anchor="t"/>
            <a:lstStyle/>
            <a:p>
              <a:pPr marL="685800" lvl="1"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NLMs vs LLMs</a:t>
              </a:r>
              <a:endParaRPr lang="en-US" sz="2500" dirty="0"/>
            </a:p>
          </p:txBody>
        </p:sp>
        <p:sp>
          <p:nvSpPr>
            <p:cNvPr id="9" name="Text 7"/>
            <p:cNvSpPr/>
            <p:nvPr/>
          </p:nvSpPr>
          <p:spPr>
            <a:xfrm>
              <a:off x="793790" y="4077414"/>
              <a:ext cx="13042821" cy="317540"/>
            </a:xfrm>
            <a:prstGeom prst="rect">
              <a:avLst/>
            </a:prstGeom>
            <a:noFill/>
            <a:ln/>
          </p:spPr>
          <p:txBody>
            <a:bodyPr wrap="none" lIns="0" tIns="0" rIns="0" bIns="0" rtlCol="0" anchor="t"/>
            <a:lstStyle/>
            <a:p>
              <a:pPr marL="685800" lvl="1"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Green AI introduction</a:t>
              </a:r>
              <a:endParaRPr lang="en-US" sz="2500" dirty="0"/>
            </a:p>
          </p:txBody>
        </p:sp>
        <p:sp>
          <p:nvSpPr>
            <p:cNvPr id="10" name="Text 8"/>
            <p:cNvSpPr/>
            <p:nvPr/>
          </p:nvSpPr>
          <p:spPr>
            <a:xfrm>
              <a:off x="793790" y="4464367"/>
              <a:ext cx="13042821" cy="317540"/>
            </a:xfrm>
            <a:prstGeom prst="rect">
              <a:avLst/>
            </a:prstGeom>
            <a:noFill/>
            <a:ln/>
          </p:spPr>
          <p:txBody>
            <a:bodyPr wrap="none" lIns="0" tIns="0" rIns="0" bIns="0" rtlCol="0" anchor="t"/>
            <a:lstStyle/>
            <a:p>
              <a:pPr marL="685800" lvl="1" indent="-342900" algn="l">
                <a:lnSpc>
                  <a:spcPts val="2500"/>
                </a:lnSpc>
                <a:buSzPct val="100000"/>
                <a:buChar char="•"/>
              </a:pPr>
              <a:r>
                <a:rPr lang="en-US" sz="2500" dirty="0">
                  <a:solidFill>
                    <a:srgbClr val="15213F"/>
                  </a:solidFill>
                  <a:latin typeface="Roboto" pitchFamily="34" charset="0"/>
                  <a:ea typeface="Roboto" pitchFamily="34" charset="-122"/>
                  <a:cs typeface="Roboto" pitchFamily="34" charset="-120"/>
                </a:rPr>
                <a:t>Environmental impact</a:t>
              </a:r>
              <a:endParaRPr lang="en-US" sz="2500" dirty="0"/>
            </a:p>
          </p:txBody>
        </p:sp>
        <p:sp>
          <p:nvSpPr>
            <p:cNvPr id="11" name="Text 9"/>
            <p:cNvSpPr/>
            <p:nvPr/>
          </p:nvSpPr>
          <p:spPr>
            <a:xfrm>
              <a:off x="793790" y="5005149"/>
              <a:ext cx="13042821" cy="317540"/>
            </a:xfrm>
            <a:prstGeom prst="rect">
              <a:avLst/>
            </a:prstGeom>
            <a:noFill/>
            <a:ln/>
          </p:spPr>
          <p:txBody>
            <a:bodyPr wrap="none" lIns="0" tIns="0" rIns="0" bIns="0" rtlCol="0" anchor="t"/>
            <a:lstStyle/>
            <a:p>
              <a:pPr>
                <a:lnSpc>
                  <a:spcPts val="2500"/>
                </a:lnSpc>
              </a:pPr>
              <a:r>
                <a:rPr lang="en-US" sz="2500" b="1" dirty="0">
                  <a:solidFill>
                    <a:srgbClr val="15213F"/>
                  </a:solidFill>
                  <a:latin typeface="Roboto" pitchFamily="34" charset="0"/>
                  <a:ea typeface="Roboto" pitchFamily="34" charset="-122"/>
                  <a:cs typeface="Roboto" pitchFamily="34" charset="-120"/>
                </a:rPr>
                <a:t>Website: </a:t>
              </a:r>
              <a:r>
                <a:rPr lang="en-GB" sz="2800" dirty="0">
                  <a:hlinkClick r:id="rId3"/>
                </a:rPr>
                <a:t>Overview - </a:t>
              </a:r>
              <a:r>
                <a:rPr lang="en-GB" sz="2800" dirty="0" err="1">
                  <a:hlinkClick r:id="rId3"/>
                </a:rPr>
                <a:t>AmaDema</a:t>
              </a:r>
              <a:r>
                <a:rPr lang="en-GB" sz="2800" dirty="0">
                  <a:hlinkClick r:id="rId3"/>
                </a:rPr>
                <a:t> AI Training Programme</a:t>
              </a:r>
              <a:endParaRPr lang="en-US" sz="2500" dirty="0"/>
            </a:p>
          </p:txBody>
        </p:sp>
        <p:sp>
          <p:nvSpPr>
            <p:cNvPr id="12" name="Text 10"/>
            <p:cNvSpPr/>
            <p:nvPr/>
          </p:nvSpPr>
          <p:spPr>
            <a:xfrm>
              <a:off x="793790" y="5545931"/>
              <a:ext cx="13042821" cy="317540"/>
            </a:xfrm>
            <a:prstGeom prst="rect">
              <a:avLst/>
            </a:prstGeom>
            <a:noFill/>
            <a:ln/>
          </p:spPr>
          <p:txBody>
            <a:bodyPr wrap="none" lIns="0" tIns="0" rIns="0" bIns="0" rtlCol="0" anchor="t"/>
            <a:lstStyle/>
            <a:p>
              <a:pPr marL="0" indent="0" algn="l">
                <a:lnSpc>
                  <a:spcPts val="2500"/>
                </a:lnSpc>
                <a:buNone/>
              </a:pPr>
              <a:r>
                <a:rPr lang="en-US" sz="2500" b="1" dirty="0">
                  <a:solidFill>
                    <a:srgbClr val="15213F"/>
                  </a:solidFill>
                  <a:latin typeface="Roboto" pitchFamily="34" charset="0"/>
                  <a:ea typeface="Roboto" pitchFamily="34" charset="-122"/>
                  <a:cs typeface="Roboto" pitchFamily="34" charset="-120"/>
                </a:rPr>
                <a:t>Password:</a:t>
              </a:r>
              <a:r>
                <a:rPr lang="en-US" sz="2500" dirty="0">
                  <a:solidFill>
                    <a:srgbClr val="15213F"/>
                  </a:solidFill>
                  <a:latin typeface="Roboto" pitchFamily="34" charset="0"/>
                  <a:ea typeface="Roboto" pitchFamily="34" charset="-122"/>
                  <a:cs typeface="Roboto" pitchFamily="34" charset="-120"/>
                </a:rPr>
                <a:t> AmaDema2026</a:t>
              </a:r>
              <a:endParaRPr lang="en-US" sz="2500" dirty="0"/>
            </a:p>
          </p:txBody>
        </p:sp>
        <p:sp>
          <p:nvSpPr>
            <p:cNvPr id="13" name="Text 11"/>
            <p:cNvSpPr/>
            <p:nvPr/>
          </p:nvSpPr>
          <p:spPr>
            <a:xfrm>
              <a:off x="793790" y="6086713"/>
              <a:ext cx="13042821" cy="317540"/>
            </a:xfrm>
            <a:prstGeom prst="rect">
              <a:avLst/>
            </a:prstGeom>
            <a:noFill/>
            <a:ln/>
          </p:spPr>
          <p:txBody>
            <a:bodyPr wrap="none" lIns="0" tIns="0" rIns="0" bIns="0" rtlCol="0" anchor="t"/>
            <a:lstStyle/>
            <a:p>
              <a:pPr marL="0" indent="0" algn="l">
                <a:lnSpc>
                  <a:spcPts val="2500"/>
                </a:lnSpc>
                <a:buNone/>
              </a:pPr>
              <a:r>
                <a:rPr lang="en-US" sz="2500" b="1" dirty="0">
                  <a:solidFill>
                    <a:srgbClr val="15213F"/>
                  </a:solidFill>
                  <a:latin typeface="Roboto" pitchFamily="34" charset="0"/>
                  <a:ea typeface="Roboto" pitchFamily="34" charset="-122"/>
                  <a:cs typeface="Roboto" pitchFamily="34" charset="-120"/>
                </a:rPr>
                <a:t>No pressure: Day 3 stands alone!</a:t>
              </a:r>
              <a:endParaRPr lang="en-US" sz="2500" dirty="0"/>
            </a:p>
          </p:txBody>
        </p:sp>
      </p:grpSp>
      <p:sp>
        <p:nvSpPr>
          <p:cNvPr id="14" name="Text 12"/>
          <p:cNvSpPr/>
          <p:nvPr/>
        </p:nvSpPr>
        <p:spPr>
          <a:xfrm>
            <a:off x="793790" y="6627495"/>
            <a:ext cx="13042821" cy="95261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6137269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29458" y="637681"/>
            <a:ext cx="5166598"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Reflection &amp; Feedback</a:t>
            </a:r>
            <a:endParaRPr lang="en-US" sz="3900" dirty="0"/>
          </a:p>
        </p:txBody>
      </p:sp>
      <p:sp>
        <p:nvSpPr>
          <p:cNvPr id="3" name="Text 1"/>
          <p:cNvSpPr/>
          <p:nvPr/>
        </p:nvSpPr>
        <p:spPr>
          <a:xfrm>
            <a:off x="429458" y="1307348"/>
            <a:ext cx="529780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(5 minutes)</a:t>
            </a:r>
            <a:endParaRPr lang="en-US" sz="3100" dirty="0"/>
          </a:p>
        </p:txBody>
      </p:sp>
      <p:sp>
        <p:nvSpPr>
          <p:cNvPr id="4" name="Text 2"/>
          <p:cNvSpPr/>
          <p:nvPr/>
        </p:nvSpPr>
        <p:spPr>
          <a:xfrm>
            <a:off x="696420" y="2748320"/>
            <a:ext cx="2977039" cy="372070"/>
          </a:xfrm>
          <a:prstGeom prst="rect">
            <a:avLst/>
          </a:prstGeom>
          <a:noFill/>
          <a:ln/>
        </p:spPr>
        <p:txBody>
          <a:bodyPr wrap="none" lIns="0" tIns="0" rIns="0" bIns="0" rtlCol="0" anchor="t"/>
          <a:lstStyle/>
          <a:p>
            <a:pPr marL="0" indent="0" algn="l">
              <a:lnSpc>
                <a:spcPts val="2900"/>
              </a:lnSpc>
              <a:buNone/>
            </a:pPr>
            <a:r>
              <a:rPr lang="en-US" sz="3600" dirty="0">
                <a:solidFill>
                  <a:srgbClr val="3257B8"/>
                </a:solidFill>
                <a:latin typeface="Roboto Slab" pitchFamily="34" charset="0"/>
                <a:ea typeface="Roboto Slab" pitchFamily="34" charset="-122"/>
                <a:cs typeface="Roboto Slab" pitchFamily="34" charset="-120"/>
              </a:rPr>
              <a:t>Three Questions:</a:t>
            </a:r>
            <a:endParaRPr lang="en-US" sz="3600" dirty="0"/>
          </a:p>
        </p:txBody>
      </p:sp>
      <p:sp>
        <p:nvSpPr>
          <p:cNvPr id="5" name="Shape 3"/>
          <p:cNvSpPr/>
          <p:nvPr/>
        </p:nvSpPr>
        <p:spPr>
          <a:xfrm>
            <a:off x="793790" y="3884414"/>
            <a:ext cx="446484" cy="446484"/>
          </a:xfrm>
          <a:prstGeom prst="roundRect">
            <a:avLst>
              <a:gd name="adj" fmla="val 6668"/>
            </a:avLst>
          </a:prstGeom>
          <a:solidFill>
            <a:srgbClr val="E9ECF2"/>
          </a:solidFill>
          <a:ln/>
        </p:spPr>
        <p:txBody>
          <a:bodyPr/>
          <a:lstStyle/>
          <a:p>
            <a:endParaRPr lang="en-US"/>
          </a:p>
        </p:txBody>
      </p:sp>
      <p:sp>
        <p:nvSpPr>
          <p:cNvPr id="6" name="Text 4"/>
          <p:cNvSpPr/>
          <p:nvPr/>
        </p:nvSpPr>
        <p:spPr>
          <a:xfrm>
            <a:off x="868204" y="392162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15213F"/>
                </a:solidFill>
                <a:latin typeface="Roboto Slab" pitchFamily="34" charset="0"/>
                <a:ea typeface="Roboto Slab" pitchFamily="34" charset="-122"/>
                <a:cs typeface="Roboto Slab" pitchFamily="34" charset="-120"/>
              </a:rPr>
              <a:t>1</a:t>
            </a:r>
            <a:endParaRPr lang="en-US" sz="2300" dirty="0"/>
          </a:p>
        </p:txBody>
      </p:sp>
      <p:sp>
        <p:nvSpPr>
          <p:cNvPr id="7" name="Text 5"/>
          <p:cNvSpPr/>
          <p:nvPr/>
        </p:nvSpPr>
        <p:spPr>
          <a:xfrm>
            <a:off x="1438632" y="3952637"/>
            <a:ext cx="3537347" cy="1758352"/>
          </a:xfrm>
          <a:prstGeom prst="rect">
            <a:avLst/>
          </a:prstGeom>
          <a:noFill/>
          <a:ln/>
        </p:spPr>
        <p:txBody>
          <a:bodyPr wrap="square" lIns="0" tIns="0" rIns="0" bIns="0" rtlCol="0" anchor="t"/>
          <a:lstStyle/>
          <a:p>
            <a:pPr marL="0" indent="0" algn="l">
              <a:buNone/>
            </a:pPr>
            <a:r>
              <a:rPr lang="en-US" sz="2800" dirty="0">
                <a:solidFill>
                  <a:srgbClr val="15213F"/>
                </a:solidFill>
                <a:latin typeface="Roboto Slab" pitchFamily="34" charset="0"/>
                <a:ea typeface="Roboto Slab" pitchFamily="34" charset="-122"/>
                <a:cs typeface="Roboto Slab" pitchFamily="34" charset="-120"/>
              </a:rPr>
              <a:t>What was your biggest "aha" moment today?</a:t>
            </a:r>
            <a:endParaRPr lang="en-US" sz="2800" dirty="0"/>
          </a:p>
        </p:txBody>
      </p:sp>
      <p:sp>
        <p:nvSpPr>
          <p:cNvPr id="8" name="Shape 6"/>
          <p:cNvSpPr/>
          <p:nvPr/>
        </p:nvSpPr>
        <p:spPr>
          <a:xfrm>
            <a:off x="5223986" y="3884414"/>
            <a:ext cx="446484" cy="446484"/>
          </a:xfrm>
          <a:prstGeom prst="roundRect">
            <a:avLst>
              <a:gd name="adj" fmla="val 6668"/>
            </a:avLst>
          </a:prstGeom>
          <a:solidFill>
            <a:srgbClr val="E9ECF2"/>
          </a:solidFill>
          <a:ln/>
        </p:spPr>
        <p:txBody>
          <a:bodyPr/>
          <a:lstStyle/>
          <a:p>
            <a:endParaRPr lang="en-US"/>
          </a:p>
        </p:txBody>
      </p:sp>
      <p:sp>
        <p:nvSpPr>
          <p:cNvPr id="9" name="Text 7"/>
          <p:cNvSpPr/>
          <p:nvPr/>
        </p:nvSpPr>
        <p:spPr>
          <a:xfrm>
            <a:off x="5298400" y="392162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15213F"/>
                </a:solidFill>
                <a:latin typeface="Roboto Slab" pitchFamily="34" charset="0"/>
                <a:ea typeface="Roboto Slab" pitchFamily="34" charset="-122"/>
                <a:cs typeface="Roboto Slab" pitchFamily="34" charset="-120"/>
              </a:rPr>
              <a:t>2</a:t>
            </a:r>
            <a:endParaRPr lang="en-US" sz="2300" dirty="0"/>
          </a:p>
        </p:txBody>
      </p:sp>
      <p:sp>
        <p:nvSpPr>
          <p:cNvPr id="10" name="Text 8"/>
          <p:cNvSpPr/>
          <p:nvPr/>
        </p:nvSpPr>
        <p:spPr>
          <a:xfrm>
            <a:off x="5868829" y="3952637"/>
            <a:ext cx="3537466" cy="620316"/>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What skill will you use this week?</a:t>
            </a:r>
            <a:endParaRPr lang="en-US" sz="2400" dirty="0"/>
          </a:p>
        </p:txBody>
      </p:sp>
      <p:sp>
        <p:nvSpPr>
          <p:cNvPr id="11" name="Shape 9"/>
          <p:cNvSpPr/>
          <p:nvPr/>
        </p:nvSpPr>
        <p:spPr>
          <a:xfrm>
            <a:off x="9654302" y="3884414"/>
            <a:ext cx="446484" cy="446484"/>
          </a:xfrm>
          <a:prstGeom prst="roundRect">
            <a:avLst>
              <a:gd name="adj" fmla="val 6668"/>
            </a:avLst>
          </a:prstGeom>
          <a:solidFill>
            <a:srgbClr val="E9ECF2"/>
          </a:solidFill>
          <a:ln/>
        </p:spPr>
        <p:txBody>
          <a:bodyPr/>
          <a:lstStyle/>
          <a:p>
            <a:endParaRPr lang="en-US"/>
          </a:p>
        </p:txBody>
      </p:sp>
      <p:sp>
        <p:nvSpPr>
          <p:cNvPr id="12" name="Text 10"/>
          <p:cNvSpPr/>
          <p:nvPr/>
        </p:nvSpPr>
        <p:spPr>
          <a:xfrm>
            <a:off x="9728716" y="3921621"/>
            <a:ext cx="297656" cy="372070"/>
          </a:xfrm>
          <a:prstGeom prst="rect">
            <a:avLst/>
          </a:prstGeom>
          <a:noFill/>
          <a:ln/>
        </p:spPr>
        <p:txBody>
          <a:bodyPr wrap="none" lIns="0" tIns="0" rIns="0" bIns="0" rtlCol="0" anchor="t"/>
          <a:lstStyle/>
          <a:p>
            <a:pPr marL="0" indent="0" algn="ctr">
              <a:lnSpc>
                <a:spcPts val="2300"/>
              </a:lnSpc>
              <a:buNone/>
            </a:pPr>
            <a:r>
              <a:rPr lang="en-US" sz="2300" dirty="0">
                <a:solidFill>
                  <a:srgbClr val="15213F"/>
                </a:solidFill>
                <a:latin typeface="Roboto Slab" pitchFamily="34" charset="0"/>
                <a:ea typeface="Roboto Slab" pitchFamily="34" charset="-122"/>
                <a:cs typeface="Roboto Slab" pitchFamily="34" charset="-120"/>
              </a:rPr>
              <a:t>3</a:t>
            </a:r>
            <a:endParaRPr lang="en-US" sz="2300" dirty="0"/>
          </a:p>
        </p:txBody>
      </p:sp>
      <p:sp>
        <p:nvSpPr>
          <p:cNvPr id="13" name="Text 11"/>
          <p:cNvSpPr/>
          <p:nvPr/>
        </p:nvSpPr>
        <p:spPr>
          <a:xfrm>
            <a:off x="10299144" y="3952637"/>
            <a:ext cx="3537466" cy="620316"/>
          </a:xfrm>
          <a:prstGeom prst="rect">
            <a:avLst/>
          </a:prstGeom>
          <a:noFill/>
          <a:ln/>
        </p:spPr>
        <p:txBody>
          <a:bodyPr wrap="square" lIns="0" tIns="0" rIns="0" bIns="0" rtlCol="0" anchor="t"/>
          <a:lstStyle/>
          <a:p>
            <a:pPr marL="0" indent="0" algn="l">
              <a:lnSpc>
                <a:spcPts val="2400"/>
              </a:lnSpc>
              <a:buNone/>
            </a:pPr>
            <a:r>
              <a:rPr lang="en-US" sz="2400" dirty="0">
                <a:solidFill>
                  <a:srgbClr val="15213F"/>
                </a:solidFill>
                <a:latin typeface="Roboto Slab" pitchFamily="34" charset="0"/>
                <a:ea typeface="Roboto Slab" pitchFamily="34" charset="-122"/>
                <a:cs typeface="Roboto Slab" pitchFamily="34" charset="-120"/>
              </a:rPr>
              <a:t>What's still unclear or confusing?</a:t>
            </a:r>
            <a:endParaRPr lang="en-US" sz="2400" dirty="0"/>
          </a:p>
        </p:txBody>
      </p:sp>
      <p:sp>
        <p:nvSpPr>
          <p:cNvPr id="14" name="Text 12"/>
          <p:cNvSpPr/>
          <p:nvPr/>
        </p:nvSpPr>
        <p:spPr>
          <a:xfrm>
            <a:off x="793789" y="6548132"/>
            <a:ext cx="13042821" cy="317540"/>
          </a:xfrm>
          <a:prstGeom prst="rect">
            <a:avLst/>
          </a:prstGeom>
          <a:noFill/>
          <a:ln/>
        </p:spPr>
        <p:txBody>
          <a:bodyPr wrap="none" lIns="0" tIns="0" rIns="0" bIns="0" rtlCol="0" anchor="t"/>
          <a:lstStyle/>
          <a:p>
            <a:pPr marL="0" indent="0" algn="l">
              <a:lnSpc>
                <a:spcPts val="2500"/>
              </a:lnSpc>
              <a:buNone/>
            </a:pPr>
            <a:r>
              <a:rPr lang="en-US" sz="2000" b="1" dirty="0">
                <a:solidFill>
                  <a:srgbClr val="15213F"/>
                </a:solidFill>
                <a:latin typeface="Roboto" pitchFamily="34" charset="0"/>
                <a:ea typeface="Roboto" pitchFamily="34" charset="-122"/>
                <a:cs typeface="Roboto" pitchFamily="34" charset="-120"/>
              </a:rPr>
              <a:t>Let's hear from a few people (1 minute each)</a:t>
            </a:r>
            <a:endParaRPr lang="en-US" sz="2000" dirty="0"/>
          </a:p>
        </p:txBody>
      </p:sp>
      <p:sp>
        <p:nvSpPr>
          <p:cNvPr id="15" name="Text 13"/>
          <p:cNvSpPr/>
          <p:nvPr/>
        </p:nvSpPr>
        <p:spPr>
          <a:xfrm>
            <a:off x="793790" y="5336977"/>
            <a:ext cx="13042821" cy="95261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1018547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72948" y="493564"/>
            <a:ext cx="10235208"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Day 2 Parking Lot: Questions We'll Address</a:t>
            </a:r>
            <a:endParaRPr lang="en-US" sz="3900" dirty="0"/>
          </a:p>
        </p:txBody>
      </p:sp>
      <p:sp>
        <p:nvSpPr>
          <p:cNvPr id="3" name="Text 1"/>
          <p:cNvSpPr/>
          <p:nvPr/>
        </p:nvSpPr>
        <p:spPr>
          <a:xfrm>
            <a:off x="472948" y="1390832"/>
            <a:ext cx="396942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Questions for Later</a:t>
            </a:r>
            <a:endParaRPr lang="en-US" sz="3100" dirty="0"/>
          </a:p>
        </p:txBody>
      </p:sp>
      <p:grpSp>
        <p:nvGrpSpPr>
          <p:cNvPr id="12" name="Group 11">
            <a:extLst>
              <a:ext uri="{FF2B5EF4-FFF2-40B4-BE49-F238E27FC236}">
                <a16:creationId xmlns:a16="http://schemas.microsoft.com/office/drawing/2014/main" id="{694D3105-9896-7706-BE5C-2B8717581872}"/>
              </a:ext>
            </a:extLst>
          </p:cNvPr>
          <p:cNvGrpSpPr/>
          <p:nvPr/>
        </p:nvGrpSpPr>
        <p:grpSpPr>
          <a:xfrm>
            <a:off x="633368" y="2762992"/>
            <a:ext cx="13363663" cy="3460665"/>
            <a:chOff x="793790" y="3886438"/>
            <a:chExt cx="13042821" cy="2173010"/>
          </a:xfrm>
        </p:grpSpPr>
        <p:sp>
          <p:nvSpPr>
            <p:cNvPr id="6" name="Text 4"/>
            <p:cNvSpPr/>
            <p:nvPr/>
          </p:nvSpPr>
          <p:spPr>
            <a:xfrm>
              <a:off x="793790" y="3886438"/>
              <a:ext cx="13042821" cy="317540"/>
            </a:xfrm>
            <a:prstGeom prst="rect">
              <a:avLst/>
            </a:prstGeom>
            <a:noFill/>
            <a:ln/>
          </p:spPr>
          <p:txBody>
            <a:bodyPr wrap="none" lIns="0" tIns="0" rIns="0" bIns="0" rtlCol="0" anchor="t"/>
            <a:lstStyle/>
            <a:p>
              <a:pPr marL="0" indent="0" algn="l">
                <a:lnSpc>
                  <a:spcPts val="2500"/>
                </a:lnSpc>
                <a:buNone/>
              </a:pPr>
              <a:r>
                <a:rPr lang="en-US" sz="2800" b="1" dirty="0">
                  <a:solidFill>
                    <a:srgbClr val="15213F"/>
                  </a:solidFill>
                  <a:latin typeface="Roboto" pitchFamily="34" charset="0"/>
                  <a:ea typeface="Roboto" pitchFamily="34" charset="-122"/>
                  <a:cs typeface="Roboto" pitchFamily="34" charset="-120"/>
                </a:rPr>
                <a:t>We'll address these:</a:t>
              </a:r>
              <a:endParaRPr lang="en-US" sz="2800" dirty="0"/>
            </a:p>
          </p:txBody>
        </p:sp>
        <p:sp>
          <p:nvSpPr>
            <p:cNvPr id="7" name="Text 5"/>
            <p:cNvSpPr/>
            <p:nvPr/>
          </p:nvSpPr>
          <p:spPr>
            <a:xfrm>
              <a:off x="793790" y="4427220"/>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Via website FAQ updates</a:t>
              </a:r>
              <a:endParaRPr lang="en-US" sz="2800" dirty="0"/>
            </a:p>
          </p:txBody>
        </p:sp>
        <p:sp>
          <p:nvSpPr>
            <p:cNvPr id="8" name="Text 6"/>
            <p:cNvSpPr/>
            <p:nvPr/>
          </p:nvSpPr>
          <p:spPr>
            <a:xfrm>
              <a:off x="793790" y="481417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At Day 3 start</a:t>
              </a:r>
              <a:endParaRPr lang="en-US" sz="2800" dirty="0"/>
            </a:p>
          </p:txBody>
        </p:sp>
        <p:sp>
          <p:nvSpPr>
            <p:cNvPr id="9" name="Text 7"/>
            <p:cNvSpPr/>
            <p:nvPr/>
          </p:nvSpPr>
          <p:spPr>
            <a:xfrm>
              <a:off x="793790" y="520112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2800" dirty="0">
                  <a:solidFill>
                    <a:srgbClr val="15213F"/>
                  </a:solidFill>
                  <a:latin typeface="Roboto" pitchFamily="34" charset="0"/>
                  <a:ea typeface="Roboto" pitchFamily="34" charset="-122"/>
                  <a:cs typeface="Roboto" pitchFamily="34" charset="-120"/>
                </a:rPr>
                <a:t>Via email after training</a:t>
              </a:r>
              <a:endParaRPr lang="en-US" sz="2800" dirty="0"/>
            </a:p>
          </p:txBody>
        </p:sp>
        <p:sp>
          <p:nvSpPr>
            <p:cNvPr id="10" name="Text 8"/>
            <p:cNvSpPr/>
            <p:nvPr/>
          </p:nvSpPr>
          <p:spPr>
            <a:xfrm>
              <a:off x="793790" y="5741908"/>
              <a:ext cx="13042821" cy="317540"/>
            </a:xfrm>
            <a:prstGeom prst="rect">
              <a:avLst/>
            </a:prstGeom>
            <a:noFill/>
            <a:ln/>
          </p:spPr>
          <p:txBody>
            <a:bodyPr wrap="none" lIns="0" tIns="0" rIns="0" bIns="0" rtlCol="0" anchor="t"/>
            <a:lstStyle/>
            <a:p>
              <a:pPr marL="0" indent="0" algn="l">
                <a:lnSpc>
                  <a:spcPts val="2500"/>
                </a:lnSpc>
                <a:buNone/>
              </a:pPr>
              <a:r>
                <a:rPr lang="en-US" sz="2800" b="1" dirty="0">
                  <a:solidFill>
                    <a:srgbClr val="15213F"/>
                  </a:solidFill>
                  <a:latin typeface="Roboto" pitchFamily="34" charset="0"/>
                  <a:ea typeface="Roboto" pitchFamily="34" charset="-122"/>
                  <a:cs typeface="Roboto" pitchFamily="34" charset="-120"/>
                </a:rPr>
                <a:t>Anything else to add to parking lot?</a:t>
              </a:r>
              <a:endParaRPr lang="en-US" sz="2800" dirty="0"/>
            </a:p>
          </p:txBody>
        </p:sp>
      </p:grpSp>
      <p:sp>
        <p:nvSpPr>
          <p:cNvPr id="11" name="Text 9"/>
          <p:cNvSpPr/>
          <p:nvPr/>
        </p:nvSpPr>
        <p:spPr>
          <a:xfrm>
            <a:off x="793790" y="6282690"/>
            <a:ext cx="13042821" cy="635079"/>
          </a:xfrm>
          <a:prstGeom prst="rect">
            <a:avLst/>
          </a:prstGeom>
          <a:noFill/>
          <a:ln/>
        </p:spPr>
        <p:txBody>
          <a:bodyPr wrap="square" lIns="0" tIns="0" rIns="0" bIns="0" rtlCol="0" anchor="t"/>
          <a:lstStyle/>
          <a:p>
            <a:pPr marL="0" indent="0" algn="l">
              <a:lnSpc>
                <a:spcPts val="2500"/>
              </a:lnSpc>
              <a:buNone/>
            </a:pPr>
            <a:endParaRPr lang="en-US" sz="1550" dirty="0"/>
          </a:p>
        </p:txBody>
      </p:sp>
    </p:spTree>
    <p:extLst>
      <p:ext uri="{BB962C8B-B14F-4D97-AF65-F5344CB8AC3E}">
        <p14:creationId xmlns:p14="http://schemas.microsoft.com/office/powerpoint/2010/main" val="28122048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30317" y="273725"/>
            <a:ext cx="4128492" cy="516136"/>
          </a:xfrm>
          <a:prstGeom prst="rect">
            <a:avLst/>
          </a:prstGeom>
          <a:noFill/>
          <a:ln/>
        </p:spPr>
        <p:txBody>
          <a:bodyPr wrap="none" lIns="0" tIns="0" rIns="0" bIns="0" rtlCol="0" anchor="t"/>
          <a:lstStyle/>
          <a:p>
            <a:pPr marL="0" indent="0" algn="l">
              <a:lnSpc>
                <a:spcPts val="4050"/>
              </a:lnSpc>
              <a:buNone/>
            </a:pPr>
            <a:r>
              <a:rPr lang="en-US" sz="3250" dirty="0">
                <a:solidFill>
                  <a:srgbClr val="3257B8"/>
                </a:solidFill>
                <a:latin typeface="Roboto Slab" pitchFamily="34" charset="0"/>
                <a:ea typeface="Roboto Slab" pitchFamily="34" charset="-122"/>
                <a:cs typeface="Roboto Slab" pitchFamily="34" charset="-120"/>
              </a:rPr>
              <a:t>Resource Reminder</a:t>
            </a:r>
            <a:endParaRPr lang="en-US" sz="3250" dirty="0"/>
          </a:p>
        </p:txBody>
      </p:sp>
      <p:grpSp>
        <p:nvGrpSpPr>
          <p:cNvPr id="18" name="Group 17">
            <a:extLst>
              <a:ext uri="{FF2B5EF4-FFF2-40B4-BE49-F238E27FC236}">
                <a16:creationId xmlns:a16="http://schemas.microsoft.com/office/drawing/2014/main" id="{82CA9CCC-267B-0283-07A1-03A5207903E0}"/>
              </a:ext>
            </a:extLst>
          </p:cNvPr>
          <p:cNvGrpSpPr/>
          <p:nvPr/>
        </p:nvGrpSpPr>
        <p:grpSpPr>
          <a:xfrm>
            <a:off x="430317" y="1171074"/>
            <a:ext cx="12853486" cy="6603112"/>
            <a:chOff x="1346597" y="1697950"/>
            <a:chExt cx="11937206" cy="5720251"/>
          </a:xfrm>
        </p:grpSpPr>
        <p:sp>
          <p:nvSpPr>
            <p:cNvPr id="4" name="Text 2"/>
            <p:cNvSpPr/>
            <p:nvPr/>
          </p:nvSpPr>
          <p:spPr>
            <a:xfrm>
              <a:off x="1346597" y="1697950"/>
              <a:ext cx="11937206" cy="264200"/>
            </a:xfrm>
            <a:prstGeom prst="rect">
              <a:avLst/>
            </a:prstGeom>
            <a:noFill/>
            <a:ln/>
          </p:spPr>
          <p:txBody>
            <a:bodyPr wrap="none" lIns="0" tIns="0" rIns="0" bIns="0" rtlCol="0" anchor="t"/>
            <a:lstStyle/>
            <a:p>
              <a:pPr marL="0" indent="0" algn="l">
                <a:lnSpc>
                  <a:spcPts val="2050"/>
                </a:lnSpc>
                <a:buNone/>
              </a:pPr>
              <a:r>
                <a:rPr lang="en-US" sz="2000" b="1" dirty="0">
                  <a:solidFill>
                    <a:srgbClr val="15213F"/>
                  </a:solidFill>
                  <a:latin typeface="Roboto" pitchFamily="34" charset="0"/>
                  <a:ea typeface="Roboto" pitchFamily="34" charset="-122"/>
                  <a:cs typeface="Roboto" pitchFamily="34" charset="-120"/>
                </a:rPr>
                <a:t>Website:</a:t>
              </a:r>
              <a:r>
                <a:rPr lang="en-US" sz="2000" dirty="0">
                  <a:solidFill>
                    <a:srgbClr val="15213F"/>
                  </a:solidFill>
                  <a:latin typeface="Roboto" pitchFamily="34" charset="0"/>
                  <a:ea typeface="Roboto" pitchFamily="34" charset="-122"/>
                  <a:cs typeface="Roboto" pitchFamily="34" charset="-120"/>
                </a:rPr>
                <a:t> [URL]</a:t>
              </a:r>
              <a:endParaRPr lang="en-US" sz="2000" dirty="0"/>
            </a:p>
          </p:txBody>
        </p:sp>
        <p:sp>
          <p:nvSpPr>
            <p:cNvPr id="5" name="Text 3"/>
            <p:cNvSpPr/>
            <p:nvPr/>
          </p:nvSpPr>
          <p:spPr>
            <a:xfrm>
              <a:off x="1346597" y="2147888"/>
              <a:ext cx="11937206" cy="264200"/>
            </a:xfrm>
            <a:prstGeom prst="rect">
              <a:avLst/>
            </a:prstGeom>
            <a:noFill/>
            <a:ln/>
          </p:spPr>
          <p:txBody>
            <a:bodyPr wrap="none" lIns="0" tIns="0" rIns="0" bIns="0" rtlCol="0" anchor="t"/>
            <a:lstStyle/>
            <a:p>
              <a:pPr marL="0" indent="0" algn="l">
                <a:lnSpc>
                  <a:spcPts val="2050"/>
                </a:lnSpc>
                <a:buNone/>
              </a:pPr>
              <a:r>
                <a:rPr lang="en-US" sz="2000" b="1" dirty="0">
                  <a:solidFill>
                    <a:srgbClr val="15213F"/>
                  </a:solidFill>
                  <a:latin typeface="Roboto" pitchFamily="34" charset="0"/>
                  <a:ea typeface="Roboto" pitchFamily="34" charset="-122"/>
                  <a:cs typeface="Roboto" pitchFamily="34" charset="-120"/>
                </a:rPr>
                <a:t>Password:</a:t>
              </a:r>
              <a:r>
                <a:rPr lang="en-US" sz="2000" dirty="0">
                  <a:solidFill>
                    <a:srgbClr val="15213F"/>
                  </a:solidFill>
                  <a:latin typeface="Roboto" pitchFamily="34" charset="0"/>
                  <a:ea typeface="Roboto" pitchFamily="34" charset="-122"/>
                  <a:cs typeface="Roboto" pitchFamily="34" charset="-120"/>
                </a:rPr>
                <a:t> AmaDema2026</a:t>
              </a:r>
              <a:endParaRPr lang="en-US" sz="2000" dirty="0"/>
            </a:p>
          </p:txBody>
        </p:sp>
        <p:sp>
          <p:nvSpPr>
            <p:cNvPr id="6" name="Text 4"/>
            <p:cNvSpPr/>
            <p:nvPr/>
          </p:nvSpPr>
          <p:spPr>
            <a:xfrm>
              <a:off x="1346597" y="2659737"/>
              <a:ext cx="2477095" cy="309682"/>
            </a:xfrm>
            <a:prstGeom prst="rect">
              <a:avLst/>
            </a:prstGeom>
            <a:noFill/>
            <a:ln/>
          </p:spPr>
          <p:txBody>
            <a:bodyPr wrap="none" lIns="0" tIns="0" rIns="0" bIns="0" rtlCol="0" anchor="t"/>
            <a:lstStyle/>
            <a:p>
              <a:pPr marL="0" indent="0" algn="l">
                <a:lnSpc>
                  <a:spcPts val="2400"/>
                </a:lnSpc>
                <a:buNone/>
              </a:pPr>
              <a:r>
                <a:rPr lang="en-US" sz="3200" dirty="0">
                  <a:solidFill>
                    <a:srgbClr val="3257B8"/>
                  </a:solidFill>
                  <a:latin typeface="Roboto Slab" pitchFamily="34" charset="0"/>
                  <a:ea typeface="Roboto Slab" pitchFamily="34" charset="-122"/>
                  <a:cs typeface="Roboto Slab" pitchFamily="34" charset="-120"/>
                </a:rPr>
                <a:t>Available Now:</a:t>
              </a:r>
              <a:endParaRPr lang="en-US" sz="3200" dirty="0"/>
            </a:p>
          </p:txBody>
        </p:sp>
        <p:sp>
          <p:nvSpPr>
            <p:cNvPr id="7" name="Text 5"/>
            <p:cNvSpPr/>
            <p:nvPr/>
          </p:nvSpPr>
          <p:spPr>
            <a:xfrm>
              <a:off x="1346597" y="3217069"/>
              <a:ext cx="11937206" cy="264200"/>
            </a:xfrm>
            <a:prstGeom prst="rect">
              <a:avLst/>
            </a:prstGeom>
            <a:noFill/>
            <a:ln/>
          </p:spPr>
          <p:txBody>
            <a:bodyPr wrap="none" lIns="0" tIns="0" rIns="0" bIns="0" rtlCol="0" anchor="t"/>
            <a:lstStyle/>
            <a:p>
              <a:pPr algn="l">
                <a:lnSpc>
                  <a:spcPts val="2050"/>
                </a:lnSpc>
                <a:buSzPct val="100000"/>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Day 1 &amp; 2 complete content</a:t>
              </a:r>
              <a:endParaRPr lang="en-US" sz="2000" dirty="0"/>
            </a:p>
          </p:txBody>
        </p:sp>
        <p:sp>
          <p:nvSpPr>
            <p:cNvPr id="8" name="Text 6"/>
            <p:cNvSpPr/>
            <p:nvPr/>
          </p:nvSpPr>
          <p:spPr>
            <a:xfrm>
              <a:off x="1346597" y="3539014"/>
              <a:ext cx="11937206" cy="264200"/>
            </a:xfrm>
            <a:prstGeom prst="rect">
              <a:avLst/>
            </a:prstGeom>
            <a:noFill/>
            <a:ln/>
          </p:spPr>
          <p:txBody>
            <a:bodyPr wrap="none" lIns="0" tIns="0" rIns="0" bIns="0" rtlCol="0" anchor="t"/>
            <a:lstStyle/>
            <a:p>
              <a:pPr algn="l">
                <a:lnSpc>
                  <a:spcPts val="2050"/>
                </a:lnSpc>
                <a:buSzPct val="100000"/>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AUTOMAT &amp; CO-STAR cheat sheets</a:t>
              </a:r>
              <a:endParaRPr lang="en-US" sz="2000" dirty="0"/>
            </a:p>
          </p:txBody>
        </p:sp>
        <p:sp>
          <p:nvSpPr>
            <p:cNvPr id="9" name="Text 7"/>
            <p:cNvSpPr/>
            <p:nvPr/>
          </p:nvSpPr>
          <p:spPr>
            <a:xfrm>
              <a:off x="1346597" y="3860959"/>
              <a:ext cx="11937206" cy="264200"/>
            </a:xfrm>
            <a:prstGeom prst="rect">
              <a:avLst/>
            </a:prstGeom>
            <a:noFill/>
            <a:ln/>
          </p:spPr>
          <p:txBody>
            <a:bodyPr wrap="none" lIns="0" tIns="0" rIns="0" bIns="0" rtlCol="0" anchor="t"/>
            <a:lstStyle/>
            <a:p>
              <a:pPr algn="l">
                <a:lnSpc>
                  <a:spcPts val="2050"/>
                </a:lnSpc>
                <a:buSzPct val="100000"/>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Exercise examples &amp; solutions</a:t>
              </a:r>
              <a:endParaRPr lang="en-US" sz="2000" dirty="0"/>
            </a:p>
          </p:txBody>
        </p:sp>
        <p:sp>
          <p:nvSpPr>
            <p:cNvPr id="10" name="Text 8"/>
            <p:cNvSpPr/>
            <p:nvPr/>
          </p:nvSpPr>
          <p:spPr>
            <a:xfrm>
              <a:off x="1346597" y="4182904"/>
              <a:ext cx="11937206" cy="264200"/>
            </a:xfrm>
            <a:prstGeom prst="rect">
              <a:avLst/>
            </a:prstGeom>
            <a:noFill/>
            <a:ln/>
          </p:spPr>
          <p:txBody>
            <a:bodyPr wrap="none" lIns="0" tIns="0" rIns="0" bIns="0" rtlCol="0" anchor="t"/>
            <a:lstStyle/>
            <a:p>
              <a:pPr algn="l">
                <a:lnSpc>
                  <a:spcPts val="2050"/>
                </a:lnSpc>
                <a:buSzPct val="100000"/>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Golden prompts library</a:t>
              </a:r>
              <a:endParaRPr lang="en-US" sz="2000" dirty="0"/>
            </a:p>
          </p:txBody>
        </p:sp>
        <p:sp>
          <p:nvSpPr>
            <p:cNvPr id="11" name="Text 9"/>
            <p:cNvSpPr/>
            <p:nvPr/>
          </p:nvSpPr>
          <p:spPr>
            <a:xfrm>
              <a:off x="1346597" y="4504849"/>
              <a:ext cx="11937206" cy="264200"/>
            </a:xfrm>
            <a:prstGeom prst="rect">
              <a:avLst/>
            </a:prstGeom>
            <a:noFill/>
            <a:ln/>
          </p:spPr>
          <p:txBody>
            <a:bodyPr wrap="none" lIns="0" tIns="0" rIns="0" bIns="0" rtlCol="0" anchor="t"/>
            <a:lstStyle/>
            <a:p>
              <a:pPr algn="l">
                <a:lnSpc>
                  <a:spcPts val="2050"/>
                </a:lnSpc>
                <a:buSzPct val="100000"/>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Red List protocol</a:t>
              </a:r>
              <a:endParaRPr lang="en-US" sz="2000" dirty="0"/>
            </a:p>
          </p:txBody>
        </p:sp>
        <p:sp>
          <p:nvSpPr>
            <p:cNvPr id="12" name="Text 10"/>
            <p:cNvSpPr/>
            <p:nvPr/>
          </p:nvSpPr>
          <p:spPr>
            <a:xfrm>
              <a:off x="1346597" y="4826794"/>
              <a:ext cx="11937206" cy="264200"/>
            </a:xfrm>
            <a:prstGeom prst="rect">
              <a:avLst/>
            </a:prstGeom>
            <a:noFill/>
            <a:ln/>
          </p:spPr>
          <p:txBody>
            <a:bodyPr wrap="none" lIns="0" tIns="0" rIns="0" bIns="0" rtlCol="0" anchor="t"/>
            <a:lstStyle/>
            <a:p>
              <a:pPr algn="l">
                <a:lnSpc>
                  <a:spcPts val="2050"/>
                </a:lnSpc>
                <a:buSzPct val="100000"/>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External resources</a:t>
              </a:r>
              <a:endParaRPr lang="en-US" sz="2000" dirty="0"/>
            </a:p>
          </p:txBody>
        </p:sp>
        <p:sp>
          <p:nvSpPr>
            <p:cNvPr id="13" name="Text 11"/>
            <p:cNvSpPr/>
            <p:nvPr/>
          </p:nvSpPr>
          <p:spPr>
            <a:xfrm>
              <a:off x="1346597" y="5338643"/>
              <a:ext cx="2477095" cy="309682"/>
            </a:xfrm>
            <a:prstGeom prst="rect">
              <a:avLst/>
            </a:prstGeom>
            <a:noFill/>
            <a:ln/>
          </p:spPr>
          <p:txBody>
            <a:bodyPr wrap="none" lIns="0" tIns="0" rIns="0" bIns="0" rtlCol="0" anchor="t"/>
            <a:lstStyle/>
            <a:p>
              <a:pPr marL="0" indent="0" algn="l">
                <a:lnSpc>
                  <a:spcPts val="2400"/>
                </a:lnSpc>
                <a:buNone/>
              </a:pPr>
              <a:r>
                <a:rPr lang="en-US" sz="3200" dirty="0">
                  <a:solidFill>
                    <a:srgbClr val="3257B8"/>
                  </a:solidFill>
                  <a:latin typeface="Roboto Slab" pitchFamily="34" charset="0"/>
                  <a:ea typeface="Roboto Slab" pitchFamily="34" charset="-122"/>
                  <a:cs typeface="Roboto Slab" pitchFamily="34" charset="-120"/>
                </a:rPr>
                <a:t>Sandbox Access:</a:t>
              </a:r>
              <a:endParaRPr lang="en-US" sz="3200" dirty="0"/>
            </a:p>
          </p:txBody>
        </p:sp>
        <p:sp>
          <p:nvSpPr>
            <p:cNvPr id="14" name="Text 12"/>
            <p:cNvSpPr/>
            <p:nvPr/>
          </p:nvSpPr>
          <p:spPr>
            <a:xfrm>
              <a:off x="1346597" y="5895975"/>
              <a:ext cx="11937206" cy="264200"/>
            </a:xfrm>
            <a:prstGeom prst="rect">
              <a:avLst/>
            </a:prstGeom>
            <a:noFill/>
            <a:ln/>
          </p:spPr>
          <p:txBody>
            <a:bodyPr wrap="none" lIns="0" tIns="0" rIns="0" bIns="0" rtlCol="0" anchor="t"/>
            <a:lstStyle/>
            <a:p>
              <a:pPr marL="0" indent="0" algn="l">
                <a:lnSpc>
                  <a:spcPts val="2050"/>
                </a:lnSpc>
                <a:buNone/>
              </a:pPr>
              <a:r>
                <a:rPr lang="en-US" sz="2000" dirty="0">
                  <a:solidFill>
                    <a:srgbClr val="000000"/>
                  </a:solidFill>
                  <a:latin typeface="Roboto" pitchFamily="34" charset="0"/>
                  <a:ea typeface="Roboto" pitchFamily="34" charset="-122"/>
                  <a:cs typeface="Roboto" pitchFamily="34" charset="-120"/>
                </a:rPr>
                <a:t>💻</a:t>
              </a:r>
              <a:r>
                <a:rPr lang="en-US" sz="2000" dirty="0">
                  <a:solidFill>
                    <a:srgbClr val="15213F"/>
                  </a:solidFill>
                  <a:latin typeface="Roboto" pitchFamily="34" charset="0"/>
                  <a:ea typeface="Roboto" pitchFamily="34" charset="-122"/>
                  <a:cs typeface="Roboto" pitchFamily="34" charset="-120"/>
                </a:rPr>
                <a:t> http://3000</a:t>
              </a:r>
              <a:endParaRPr lang="en-US" sz="2000" dirty="0"/>
            </a:p>
          </p:txBody>
        </p:sp>
        <p:sp>
          <p:nvSpPr>
            <p:cNvPr id="15" name="Text 13"/>
            <p:cNvSpPr/>
            <p:nvPr/>
          </p:nvSpPr>
          <p:spPr>
            <a:xfrm>
              <a:off x="1346597" y="6345912"/>
              <a:ext cx="11937206" cy="264200"/>
            </a:xfrm>
            <a:prstGeom prst="rect">
              <a:avLst/>
            </a:prstGeom>
            <a:noFill/>
            <a:ln/>
          </p:spPr>
          <p:txBody>
            <a:bodyPr wrap="none" lIns="0" tIns="0" rIns="0" bIns="0" rtlCol="0" anchor="t"/>
            <a:lstStyle/>
            <a:p>
              <a:pPr marL="0" indent="0" algn="l">
                <a:lnSpc>
                  <a:spcPts val="2050"/>
                </a:lnSpc>
                <a:buNone/>
              </a:pPr>
              <a:r>
                <a:rPr lang="en-US" sz="2000" dirty="0">
                  <a:solidFill>
                    <a:srgbClr val="15213F"/>
                  </a:solidFill>
                  <a:latin typeface="Roboto" pitchFamily="34" charset="0"/>
                  <a:ea typeface="Roboto" pitchFamily="34" charset="-122"/>
                  <a:cs typeface="Roboto" pitchFamily="34" charset="-120"/>
                </a:rPr>
                <a:t>(Available during all sessions)</a:t>
              </a:r>
              <a:endParaRPr lang="en-US" sz="2000" dirty="0"/>
            </a:p>
          </p:txBody>
        </p:sp>
        <p:sp>
          <p:nvSpPr>
            <p:cNvPr id="16" name="Text 14"/>
            <p:cNvSpPr/>
            <p:nvPr/>
          </p:nvSpPr>
          <p:spPr>
            <a:xfrm>
              <a:off x="1346597" y="7154001"/>
              <a:ext cx="11937206" cy="264200"/>
            </a:xfrm>
            <a:prstGeom prst="rect">
              <a:avLst/>
            </a:prstGeom>
            <a:noFill/>
            <a:ln/>
          </p:spPr>
          <p:txBody>
            <a:bodyPr wrap="none" lIns="0" tIns="0" rIns="0" bIns="0" rtlCol="0" anchor="t"/>
            <a:lstStyle/>
            <a:p>
              <a:pPr marL="0" indent="0" algn="l">
                <a:lnSpc>
                  <a:spcPts val="2050"/>
                </a:lnSpc>
                <a:buNone/>
              </a:pPr>
              <a:r>
                <a:rPr lang="en-US" sz="2000" b="1" dirty="0">
                  <a:solidFill>
                    <a:srgbClr val="15213F"/>
                  </a:solidFill>
                  <a:latin typeface="Roboto" pitchFamily="34" charset="0"/>
                  <a:ea typeface="Roboto" pitchFamily="34" charset="-122"/>
                  <a:cs typeface="Roboto" pitchFamily="34" charset="-120"/>
                </a:rPr>
                <a:t>Bookmark these!</a:t>
              </a:r>
              <a:endParaRPr lang="en-US" sz="2000" dirty="0"/>
            </a:p>
          </p:txBody>
        </p:sp>
      </p:grpSp>
      <p:sp>
        <p:nvSpPr>
          <p:cNvPr id="17" name="Text 15"/>
          <p:cNvSpPr/>
          <p:nvPr/>
        </p:nvSpPr>
        <p:spPr>
          <a:xfrm>
            <a:off x="1346597" y="7245787"/>
            <a:ext cx="11937206" cy="528399"/>
          </a:xfrm>
          <a:prstGeom prst="rect">
            <a:avLst/>
          </a:prstGeom>
          <a:noFill/>
          <a:ln/>
        </p:spPr>
        <p:txBody>
          <a:bodyPr wrap="square" lIns="0" tIns="0" rIns="0" bIns="0" rtlCol="0" anchor="t"/>
          <a:lstStyle/>
          <a:p>
            <a:pPr marL="0" indent="0" algn="l">
              <a:lnSpc>
                <a:spcPts val="2050"/>
              </a:lnSpc>
              <a:buNone/>
            </a:pPr>
            <a:endParaRPr lang="en-US" sz="1300" dirty="0"/>
          </a:p>
        </p:txBody>
      </p:sp>
    </p:spTree>
    <p:extLst>
      <p:ext uri="{BB962C8B-B14F-4D97-AF65-F5344CB8AC3E}">
        <p14:creationId xmlns:p14="http://schemas.microsoft.com/office/powerpoint/2010/main" val="914594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352</TotalTime>
  <Words>9686</Words>
  <Application>Microsoft Office PowerPoint</Application>
  <PresentationFormat>Custom</PresentationFormat>
  <Paragraphs>1102</Paragraphs>
  <Slides>48</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Roboto</vt:lpstr>
      <vt:lpstr>Arial</vt:lpstr>
      <vt:lpstr>Wingdings</vt:lpstr>
      <vt:lpstr>Roboto Slab</vt:lpstr>
      <vt:lpstr>Roboto Slab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Avgi Stavrou</cp:lastModifiedBy>
  <cp:revision>1</cp:revision>
  <dcterms:created xsi:type="dcterms:W3CDTF">2026-01-18T18:12:40Z</dcterms:created>
  <dcterms:modified xsi:type="dcterms:W3CDTF">2026-01-19T12:07:49Z</dcterms:modified>
</cp:coreProperties>
</file>