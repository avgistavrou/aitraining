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AA783-688A-7673-FBF1-FA19DC8ECE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5018A0-697B-7951-4DD4-0A99C7410F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9BBB5-6567-0577-3F77-EF6A8B386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2775-D595-44A1-90B1-6DCF8A73331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FEC9C-C4E8-E04D-B89E-DBDDC9118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F6665-44F5-8B5D-D453-EB69BDF82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365D6-3B0B-4972-8EFE-711FCCE5C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65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08D94-27A7-1B6E-861A-9E51D500A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39D67-85F1-403E-B3E0-738854231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03783-F9BC-5E6A-B5B0-E85B59AC3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2775-D595-44A1-90B1-6DCF8A73331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B46C3-E161-CB15-AF4A-F39E07D53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38301-51D5-399C-0454-BA09BC830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365D6-3B0B-4972-8EFE-711FCCE5C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47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949FF-BE48-5BA6-6E2E-5AE41386F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A1A68-AB85-B0E9-71EB-8A0F10E3F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C7010-29DA-4256-1BE9-B2A174980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2775-D595-44A1-90B1-6DCF8A73331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F66CF-BDB9-2175-12E8-01E36FA40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B4E59-8217-6D08-079F-1C4055E2B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365D6-3B0B-4972-8EFE-711FCCE5C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302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C3FBC-94FC-9626-C7F7-10D002C73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D7701-E097-1D54-F72E-37A03963C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49CB0D-6414-C502-E480-45F73E1C3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55CC6-7A7E-DCC1-FF25-F1114CC2A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2775-D595-44A1-90B1-6DCF8A73331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4544E8-048B-D876-1F4A-FE4BD8D3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53D28-A5C5-DE74-06FF-733796B82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365D6-3B0B-4972-8EFE-711FCCE5C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332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90B9E-4227-B450-81DD-4F4513710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695D7-DFBC-522B-CEE1-1CBA3E6C2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8C50F-C1B9-DB87-0140-5C286C837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6BA518-8948-AF82-4002-949B4E5E73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9218B6-2725-AC75-6C52-D87F49D7A7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CF4963-38A3-6E54-B944-64D8DFAFB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2775-D595-44A1-90B1-6DCF8A73331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963BB1-F54C-4DCA-ED27-964309890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F254AC-60F0-BAF4-50E9-6EB41382A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365D6-3B0B-4972-8EFE-711FCCE5C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72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AD60E-7306-A4A2-C66B-8CD82CDAF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0473CC-3203-2035-D502-2E053DD43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2775-D595-44A1-90B1-6DCF8A73331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9E800-43E7-70C3-E2FF-26A86493D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120E47-2048-3113-D184-558DA6043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365D6-3B0B-4972-8EFE-711FCCE5C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911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31FD95-4CDF-5980-F1A0-13150874E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2775-D595-44A1-90B1-6DCF8A73331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C3C9D7-8BEF-758A-D8C8-6E7B6DD82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B9247-C4F5-B250-8CEE-F6CA47AF5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365D6-3B0B-4972-8EFE-711FCCE5C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85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3FD7E-B8DB-FF73-44C2-BE31AC3D9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381B1-CA64-7562-0E32-A7D81B95C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4FD36B-77D8-4C95-60AB-49693AB41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40D51-25E3-63BA-A55D-D3AEBBB7A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2775-D595-44A1-90B1-6DCF8A73331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0C887-659D-AD7B-CA65-A58CF375A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AFE55-7107-C789-731E-5A659EEE4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365D6-3B0B-4972-8EFE-711FCCE5C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47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EF350-1BC6-FD84-B472-E3A52FD19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906719-467B-2E5C-BA70-153FCC2C02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5CF0DF-3C03-87BD-22F5-27811E22B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F04C2-4160-3484-43EE-A93BA3A11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2775-D595-44A1-90B1-6DCF8A73331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887268-8215-9989-5F43-32F892FB6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51906-AA44-98C0-8EFB-14FD554F8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365D6-3B0B-4972-8EFE-711FCCE5C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81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C8D2C-CE83-EB6B-0F15-0AE697BE9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DB1CAA-2079-8393-D198-64988788D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5B6D0-706C-116A-4925-E6C557713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2775-D595-44A1-90B1-6DCF8A73331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C235B-319E-9F27-7B53-D89622EF0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36126-8CE4-4DB9-A1F6-2343D671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365D6-3B0B-4972-8EFE-711FCCE5C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086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DBBA01-6667-B846-20F1-B477127B10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245F4C-FE04-522B-B014-CEF880364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4929F-650B-1326-FC3A-E023CA76C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2775-D595-44A1-90B1-6DCF8A73331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EC90E-48D6-133D-7DE6-D44BBCE84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B1C34-3B7C-C648-C955-03E750FE9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365D6-3B0B-4972-8EFE-711FCCE5C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7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66765C-7BA9-50CE-5B89-ABAB470CB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C81244-F6FE-A2AC-146D-350629914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1819E-B758-772E-A0E9-C9D1459C0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E92775-D595-44A1-90B1-6DCF8A73331B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A6AC1-27A3-F7DB-64BB-8F8F09D190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42784-1657-9373-4CDF-2DBF5873DB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A365D6-3B0B-4972-8EFE-711FCCE5C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1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9B4EC-8B44-1466-2DAD-28613424ED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D2412-72D5-7243-B3AC-CD3DB49A3C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30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Avgi Stavrou</dc:creator>
  <cp:lastModifiedBy>Avgi Stavrou</cp:lastModifiedBy>
  <cp:revision>1</cp:revision>
  <dcterms:created xsi:type="dcterms:W3CDTF">2026-01-12T09:36:15Z</dcterms:created>
  <dcterms:modified xsi:type="dcterms:W3CDTF">2026-01-12T09:53:20Z</dcterms:modified>
</cp:coreProperties>
</file>